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notesSlides/notesSlide1.xml" ContentType="application/vnd.openxmlformats-officedocument.presentationml.notesSlide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notesSlides/notesSlide2.xml" ContentType="application/vnd.openxmlformats-officedocument.presentationml.notesSlide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notesSlides/notesSlide3.xml" ContentType="application/vnd.openxmlformats-officedocument.presentationml.notesSlide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notesSlides/notesSlide4.xml" ContentType="application/vnd.openxmlformats-officedocument.presentationml.notesSlide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890" r:id="rId2"/>
  </p:sldMasterIdLst>
  <p:notesMasterIdLst>
    <p:notesMasterId r:id="rId24"/>
  </p:notesMasterIdLst>
  <p:handoutMasterIdLst>
    <p:handoutMasterId r:id="rId25"/>
  </p:handoutMasterIdLst>
  <p:sldIdLst>
    <p:sldId id="3556" r:id="rId3"/>
    <p:sldId id="2145706485" r:id="rId4"/>
    <p:sldId id="3561" r:id="rId5"/>
    <p:sldId id="3567" r:id="rId6"/>
    <p:sldId id="436" r:id="rId7"/>
    <p:sldId id="2145706494" r:id="rId8"/>
    <p:sldId id="3550" r:id="rId9"/>
    <p:sldId id="439" r:id="rId10"/>
    <p:sldId id="2145706492" r:id="rId11"/>
    <p:sldId id="2145706486" r:id="rId12"/>
    <p:sldId id="2145706493" r:id="rId13"/>
    <p:sldId id="3553" r:id="rId14"/>
    <p:sldId id="3574" r:id="rId15"/>
    <p:sldId id="2145706490" r:id="rId16"/>
    <p:sldId id="2145706491" r:id="rId17"/>
    <p:sldId id="444" r:id="rId18"/>
    <p:sldId id="464" r:id="rId19"/>
    <p:sldId id="446" r:id="rId20"/>
    <p:sldId id="447" r:id="rId21"/>
    <p:sldId id="448" r:id="rId22"/>
    <p:sldId id="463" r:id="rId23"/>
  </p:sldIdLst>
  <p:sldSz cx="12192000" cy="6858000"/>
  <p:notesSz cx="6797675" cy="9872663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ey Rich" initials="HR" lastIdx="1" clrIdx="0">
    <p:extLst>
      <p:ext uri="{19B8F6BF-5375-455C-9EA6-DF929625EA0E}">
        <p15:presenceInfo xmlns:p15="http://schemas.microsoft.com/office/powerpoint/2012/main" userId="S-1-5-21-1801674531-1788223648-725345543-11859" providerId="AD"/>
      </p:ext>
    </p:extLst>
  </p:cmAuthor>
  <p:cmAuthor id="2" name="Vladyslav Nebrat" initials="VN" lastIdx="1" clrIdx="1">
    <p:extLst>
      <p:ext uri="{19B8F6BF-5375-455C-9EA6-DF929625EA0E}">
        <p15:presenceInfo xmlns:p15="http://schemas.microsoft.com/office/powerpoint/2012/main" userId="S::Vladyslav_Nebrat@mckinsey.com::a8a8109f-4ee6-41af-aa17-48cb36633ea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FF3"/>
    <a:srgbClr val="F7D1D0"/>
    <a:srgbClr val="F0FBE9"/>
    <a:srgbClr val="FCF8E2"/>
    <a:srgbClr val="C0E1A9"/>
    <a:srgbClr val="FAE9BE"/>
    <a:srgbClr val="D9524E"/>
    <a:srgbClr val="818181"/>
    <a:srgbClr val="7F7F7F"/>
    <a:srgbClr val="D452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01" autoAdjust="0"/>
    <p:restoredTop sz="96201" autoAdjust="0"/>
  </p:normalViewPr>
  <p:slideViewPr>
    <p:cSldViewPr snapToGrid="0" snapToObjects="1">
      <p:cViewPr varScale="1">
        <p:scale>
          <a:sx n="67" d="100"/>
          <a:sy n="67" d="100"/>
        </p:scale>
        <p:origin x="948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>
        <p:scale>
          <a:sx n="75" d="100"/>
          <a:sy n="75" d="100"/>
        </p:scale>
        <p:origin x="3762" y="28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065" cy="4941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092" y="0"/>
            <a:ext cx="2946065" cy="4941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8 November 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8529"/>
            <a:ext cx="2946065" cy="494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092" y="9378529"/>
            <a:ext cx="2946065" cy="494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7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>
              <a:defRPr sz="9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347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>
              <a:defRPr sz="9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1DF34805-1F01-4BDA-A8CA-FCEA2B4BC8D0}" type="datetime3">
              <a:rPr lang="ru-RU" smtClean="0"/>
              <a:pPr/>
              <a:t>08/11/21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592138"/>
            <a:ext cx="5921375" cy="3332162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45659" cy="495346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>
              <a:defRPr sz="9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7317"/>
            <a:ext cx="2945659" cy="495346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>
              <a:defRPr sz="9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CF5EBCF4-26FC-4F76-8DA1-52FDDC328D4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2FEA09E-B533-4D4E-953A-87FE39076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3469" y="4751031"/>
            <a:ext cx="5390736" cy="100027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ru-RU"/>
              <a:t>Click to edit Master text styles</a:t>
            </a:r>
          </a:p>
          <a:p>
            <a:pPr lvl="1"/>
            <a:r>
              <a:rPr lang="ru-RU"/>
              <a:t>Second level</a:t>
            </a:r>
          </a:p>
          <a:p>
            <a:pPr lvl="2"/>
            <a:r>
              <a:rPr lang="ru-RU"/>
              <a:t>Third level</a:t>
            </a:r>
          </a:p>
          <a:p>
            <a:pPr lvl="3"/>
            <a:r>
              <a:rPr lang="ru-RU"/>
              <a:t>Fourth level</a:t>
            </a:r>
          </a:p>
          <a:p>
            <a:pPr lvl="4"/>
            <a:r>
              <a:rPr lang="ru-RU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lang="en-US" sz="1100" kern="1200">
        <a:solidFill>
          <a:schemeClr val="tx1"/>
        </a:solidFill>
        <a:latin typeface="+mn-lt"/>
        <a:ea typeface="+mn-ea"/>
        <a:cs typeface="+mn-cs"/>
        <a:sym typeface="+mn-lt"/>
      </a:defRPr>
    </a:lvl1pPr>
    <a:lvl2pPr marL="144000" indent="-144000" algn="l" defTabSz="914400" rtl="0" eaLnBrk="1" latinLnBrk="0" hangingPunct="1">
      <a:spcAft>
        <a:spcPts val="300"/>
      </a:spcAft>
      <a:buSzPct val="110000"/>
      <a:buFont typeface="Wingdings" panose="05000000000000000000" pitchFamily="2" charset="2"/>
      <a:buChar char=""/>
      <a:defRPr lang="en-US" sz="1100" kern="1200">
        <a:solidFill>
          <a:schemeClr val="tx1"/>
        </a:solidFill>
        <a:latin typeface="+mn-lt"/>
        <a:ea typeface="+mn-ea"/>
        <a:cs typeface="+mn-cs"/>
        <a:sym typeface="+mn-lt"/>
      </a:defRPr>
    </a:lvl2pPr>
    <a:lvl3pPr marL="288000" indent="-144000" algn="l" defTabSz="914400" rtl="0" eaLnBrk="1" latinLnBrk="0" hangingPunct="1">
      <a:spcAft>
        <a:spcPts val="300"/>
      </a:spcAft>
      <a:buSzPct val="110000"/>
      <a:buFont typeface="Arial" panose="020B0604020202020204" pitchFamily="34" charset="0"/>
      <a:buChar char="‒"/>
      <a:defRPr lang="en-US" sz="1100" kern="1200">
        <a:solidFill>
          <a:schemeClr val="tx1"/>
        </a:solidFill>
        <a:latin typeface="+mn-lt"/>
        <a:ea typeface="+mn-ea"/>
        <a:cs typeface="+mn-cs"/>
        <a:sym typeface="+mn-lt"/>
      </a:defRPr>
    </a:lvl3pPr>
    <a:lvl4pPr marL="432000" indent="-144000" algn="l" defTabSz="914400" rtl="0" eaLnBrk="1" latinLnBrk="0" hangingPunct="1">
      <a:spcAft>
        <a:spcPts val="300"/>
      </a:spcAft>
      <a:buSzPct val="100000"/>
      <a:buFont typeface="Arial" panose="020B0604020202020204" pitchFamily="34" charset="0"/>
      <a:buChar char="•"/>
      <a:defRPr lang="en-US" sz="1100" kern="1200">
        <a:solidFill>
          <a:schemeClr val="tx1"/>
        </a:solidFill>
        <a:latin typeface="+mn-lt"/>
        <a:ea typeface="+mn-ea"/>
        <a:cs typeface="+mn-cs"/>
        <a:sym typeface="+mn-lt"/>
      </a:defRPr>
    </a:lvl4pPr>
    <a:lvl5pPr marL="576000" indent="-144000" algn="l" defTabSz="914400" rtl="0" eaLnBrk="1" latinLnBrk="0" hangingPunct="1">
      <a:spcAft>
        <a:spcPts val="300"/>
      </a:spcAft>
      <a:buFont typeface="Arial" panose="020B0604020202020204" pitchFamily="34" charset="0"/>
      <a:buChar char="̶"/>
      <a:defRPr lang="en-US" sz="1100" kern="1200">
        <a:solidFill>
          <a:schemeClr val="tx1"/>
        </a:solidFill>
        <a:latin typeface="+mn-lt"/>
        <a:ea typeface="+mn-ea"/>
        <a:cs typeface="+mn-cs"/>
        <a:sym typeface="+mn-lt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592138"/>
            <a:ext cx="5921375" cy="33321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3469" y="4751031"/>
            <a:ext cx="5390736" cy="16927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ru-RU" smtClean="0"/>
              <a:pPr/>
              <a:t>08/11/21</a:t>
            </a:fld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531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592138"/>
            <a:ext cx="5921375" cy="33321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3469" y="4751031"/>
            <a:ext cx="5390736" cy="16927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5EBCF4-26FC-4F76-8DA1-52FDDC328D4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heinhardt Pan Light" panose="020B0404020101020102" pitchFamily="34" charset="0"/>
                <a:ea typeface="+mn-ea"/>
                <a:cs typeface="Theinhardt Pan Light" panose="020B0404020101020102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heinhardt Pan Light" panose="020B0404020101020102" pitchFamily="34" charset="0"/>
              <a:ea typeface="+mn-ea"/>
              <a:cs typeface="Theinhardt Pan Light" panose="020B040402010102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598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592138"/>
            <a:ext cx="5921375" cy="33321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3469" y="4751031"/>
            <a:ext cx="5390736" cy="169277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ru-RU" smtClean="0"/>
              <a:pPr/>
              <a:t>08/11/21</a:t>
            </a:fld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547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438150" y="592138"/>
            <a:ext cx="5921375" cy="3332162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703469" y="4751031"/>
            <a:ext cx="5390736" cy="169277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ru-RU" smtClean="0"/>
              <a:pPr/>
              <a:t>08/11/21</a:t>
            </a:fld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ru-RU" smtClean="0"/>
              <a:pPr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1874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tags" Target="../tags/tag62.xml"/><Relationship Id="rId7" Type="http://schemas.openxmlformats.org/officeDocument/2006/relationships/oleObject" Target="../embeddings/oleObject2.bin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4.xml"/><Relationship Id="rId10" Type="http://schemas.openxmlformats.org/officeDocument/2006/relationships/image" Target="../media/image13.png"/><Relationship Id="rId4" Type="http://schemas.openxmlformats.org/officeDocument/2006/relationships/tags" Target="../tags/tag63.xml"/><Relationship Id="rId9" Type="http://schemas.openxmlformats.org/officeDocument/2006/relationships/image" Target="../media/image12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tags" Target="../tags/tag67.xml"/><Relationship Id="rId7" Type="http://schemas.openxmlformats.org/officeDocument/2006/relationships/oleObject" Target="../embeddings/oleObject3.bin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9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13" Type="http://schemas.openxmlformats.org/officeDocument/2006/relationships/image" Target="../media/image15.png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12" Type="http://schemas.openxmlformats.org/officeDocument/2006/relationships/image" Target="../media/image14.pn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image" Target="../media/image11.emf"/><Relationship Id="rId5" Type="http://schemas.openxmlformats.org/officeDocument/2006/relationships/tags" Target="../tags/tag74.xml"/><Relationship Id="rId10" Type="http://schemas.openxmlformats.org/officeDocument/2006/relationships/oleObject" Target="../embeddings/oleObject4.bin"/><Relationship Id="rId4" Type="http://schemas.openxmlformats.org/officeDocument/2006/relationships/tags" Target="../tags/tag73.xml"/><Relationship Id="rId9" Type="http://schemas.openxmlformats.org/officeDocument/2006/relationships/slideMaster" Target="../slideMasters/slideMaster1.xml"/><Relationship Id="rId1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13" Type="http://schemas.microsoft.com/office/2007/relationships/hdphoto" Target="../media/hdphoto1.wdp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image" Target="../media/image15.png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image" Target="../media/image11.emf"/><Relationship Id="rId5" Type="http://schemas.openxmlformats.org/officeDocument/2006/relationships/tags" Target="../tags/tag82.xml"/><Relationship Id="rId10" Type="http://schemas.openxmlformats.org/officeDocument/2006/relationships/oleObject" Target="../embeddings/oleObject5.bin"/><Relationship Id="rId4" Type="http://schemas.openxmlformats.org/officeDocument/2006/relationships/tags" Target="../tags/tag81.xml"/><Relationship Id="rId9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10" Type="http://schemas.openxmlformats.org/officeDocument/2006/relationships/image" Target="../media/image1.emf"/><Relationship Id="rId4" Type="http://schemas.openxmlformats.org/officeDocument/2006/relationships/tags" Target="../tags/tag89.xml"/><Relationship Id="rId9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tags" Target="../tags/tag9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9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106.xml"/><Relationship Id="rId13" Type="http://schemas.openxmlformats.org/officeDocument/2006/relationships/image" Target="../media/image2.png"/><Relationship Id="rId3" Type="http://schemas.openxmlformats.org/officeDocument/2006/relationships/tags" Target="../tags/tag101.xml"/><Relationship Id="rId7" Type="http://schemas.openxmlformats.org/officeDocument/2006/relationships/tags" Target="../tags/tag105.xml"/><Relationship Id="rId12" Type="http://schemas.openxmlformats.org/officeDocument/2006/relationships/image" Target="../media/image1.emf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oleObject" Target="../embeddings/oleObject8.bin"/><Relationship Id="rId5" Type="http://schemas.openxmlformats.org/officeDocument/2006/relationships/tags" Target="../tags/tag103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02.xml"/><Relationship Id="rId9" Type="http://schemas.openxmlformats.org/officeDocument/2006/relationships/tags" Target="../tags/tag107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115.xml"/><Relationship Id="rId13" Type="http://schemas.openxmlformats.org/officeDocument/2006/relationships/image" Target="../media/image2.png"/><Relationship Id="rId3" Type="http://schemas.openxmlformats.org/officeDocument/2006/relationships/tags" Target="../tags/tag110.xml"/><Relationship Id="rId7" Type="http://schemas.openxmlformats.org/officeDocument/2006/relationships/tags" Target="../tags/tag114.xml"/><Relationship Id="rId12" Type="http://schemas.openxmlformats.org/officeDocument/2006/relationships/image" Target="../media/image1.emf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11" Type="http://schemas.openxmlformats.org/officeDocument/2006/relationships/oleObject" Target="../embeddings/oleObject9.bin"/><Relationship Id="rId5" Type="http://schemas.openxmlformats.org/officeDocument/2006/relationships/tags" Target="../tags/tag11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11.xml"/><Relationship Id="rId9" Type="http://schemas.openxmlformats.org/officeDocument/2006/relationships/tags" Target="../tags/tag116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124.xml"/><Relationship Id="rId13" Type="http://schemas.openxmlformats.org/officeDocument/2006/relationships/image" Target="../media/image2.png"/><Relationship Id="rId3" Type="http://schemas.openxmlformats.org/officeDocument/2006/relationships/tags" Target="../tags/tag119.xml"/><Relationship Id="rId7" Type="http://schemas.openxmlformats.org/officeDocument/2006/relationships/tags" Target="../tags/tag123.xml"/><Relationship Id="rId12" Type="http://schemas.openxmlformats.org/officeDocument/2006/relationships/image" Target="../media/image1.emf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tags" Target="../tags/tag122.xml"/><Relationship Id="rId11" Type="http://schemas.openxmlformats.org/officeDocument/2006/relationships/oleObject" Target="../embeddings/oleObject10.bin"/><Relationship Id="rId5" Type="http://schemas.openxmlformats.org/officeDocument/2006/relationships/tags" Target="../tags/tag12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20.xml"/><Relationship Id="rId9" Type="http://schemas.openxmlformats.org/officeDocument/2006/relationships/tags" Target="../tags/tag125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33.xml"/><Relationship Id="rId13" Type="http://schemas.openxmlformats.org/officeDocument/2006/relationships/image" Target="../media/image2.png"/><Relationship Id="rId3" Type="http://schemas.openxmlformats.org/officeDocument/2006/relationships/tags" Target="../tags/tag128.xml"/><Relationship Id="rId7" Type="http://schemas.openxmlformats.org/officeDocument/2006/relationships/tags" Target="../tags/tag132.xml"/><Relationship Id="rId12" Type="http://schemas.openxmlformats.org/officeDocument/2006/relationships/image" Target="../media/image16.emf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6" Type="http://schemas.openxmlformats.org/officeDocument/2006/relationships/tags" Target="../tags/tag131.xml"/><Relationship Id="rId11" Type="http://schemas.openxmlformats.org/officeDocument/2006/relationships/oleObject" Target="../embeddings/oleObject11.bin"/><Relationship Id="rId5" Type="http://schemas.openxmlformats.org/officeDocument/2006/relationships/tags" Target="../tags/tag13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29.xml"/><Relationship Id="rId9" Type="http://schemas.openxmlformats.org/officeDocument/2006/relationships/tags" Target="../tags/tag134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42.xml"/><Relationship Id="rId13" Type="http://schemas.openxmlformats.org/officeDocument/2006/relationships/image" Target="../media/image2.png"/><Relationship Id="rId3" Type="http://schemas.openxmlformats.org/officeDocument/2006/relationships/tags" Target="../tags/tag137.xml"/><Relationship Id="rId7" Type="http://schemas.openxmlformats.org/officeDocument/2006/relationships/tags" Target="../tags/tag141.xml"/><Relationship Id="rId12" Type="http://schemas.openxmlformats.org/officeDocument/2006/relationships/image" Target="../media/image1.emf"/><Relationship Id="rId2" Type="http://schemas.openxmlformats.org/officeDocument/2006/relationships/tags" Target="../tags/tag136.xml"/><Relationship Id="rId1" Type="http://schemas.openxmlformats.org/officeDocument/2006/relationships/tags" Target="../tags/tag135.xml"/><Relationship Id="rId6" Type="http://schemas.openxmlformats.org/officeDocument/2006/relationships/tags" Target="../tags/tag140.xml"/><Relationship Id="rId11" Type="http://schemas.openxmlformats.org/officeDocument/2006/relationships/oleObject" Target="../embeddings/oleObject12.bin"/><Relationship Id="rId5" Type="http://schemas.openxmlformats.org/officeDocument/2006/relationships/tags" Target="../tags/tag13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38.xml"/><Relationship Id="rId9" Type="http://schemas.openxmlformats.org/officeDocument/2006/relationships/tags" Target="../tags/tag143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tags" Target="../tags/tag146.xml"/><Relationship Id="rId7" Type="http://schemas.openxmlformats.org/officeDocument/2006/relationships/oleObject" Target="../embeddings/oleObject13.bin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9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tags" Target="../tags/tag151.xml"/><Relationship Id="rId7" Type="http://schemas.openxmlformats.org/officeDocument/2006/relationships/oleObject" Target="../embeddings/oleObject14.bin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3.xml"/><Relationship Id="rId4" Type="http://schemas.openxmlformats.org/officeDocument/2006/relationships/tags" Target="../tags/tag152.xml"/><Relationship Id="rId9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tags" Target="../tags/tag156.xml"/><Relationship Id="rId7" Type="http://schemas.openxmlformats.org/officeDocument/2006/relationships/oleObject" Target="../embeddings/oleObject15.bin"/><Relationship Id="rId2" Type="http://schemas.openxmlformats.org/officeDocument/2006/relationships/tags" Target="../tags/tag155.xml"/><Relationship Id="rId1" Type="http://schemas.openxmlformats.org/officeDocument/2006/relationships/tags" Target="../tags/tag15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9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6.x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17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78.xml"/><Relationship Id="rId1" Type="http://schemas.openxmlformats.org/officeDocument/2006/relationships/tags" Target="../tags/tag177.x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8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9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1.xml"/><Relationship Id="rId4" Type="http://schemas.openxmlformats.org/officeDocument/2006/relationships/image" Target="../media/image21.emf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9405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6F1699F4-B25C-450B-8AD5-1CBEF8150CC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ru-RU" sz="38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3" name="Background">
            <a:extLst>
              <a:ext uri="{FF2B5EF4-FFF2-40B4-BE49-F238E27FC236}">
                <a16:creationId xmlns:a16="http://schemas.microsoft.com/office/drawing/2014/main" id="{B5C0A637-E2ED-45BD-B5B9-77EE682028BB}"/>
              </a:ext>
            </a:extLst>
          </p:cNvPr>
          <p:cNvSpPr/>
          <p:nvPr userDrawn="1"/>
        </p:nvSpPr>
        <p:spPr>
          <a:xfrm>
            <a:off x="0" y="0"/>
            <a:ext cx="12192352" cy="6859589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24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47687" y="6220656"/>
            <a:ext cx="6493321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4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date</a:t>
            </a:r>
            <a:r>
              <a:rPr lang="ru-RU" dirty="0"/>
              <a:t>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/</a:t>
            </a:r>
            <a:r>
              <a:rPr lang="ru-RU" dirty="0" err="1"/>
              <a:t>role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48827" y="4267773"/>
            <a:ext cx="6493321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b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48828" y="2762451"/>
            <a:ext cx="6493321" cy="116955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sz="380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br>
              <a:rPr lang="en-US" dirty="0"/>
            </a:b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 </a:t>
            </a:r>
            <a:r>
              <a:rPr lang="ru-RU" dirty="0" err="1"/>
              <a:t>style</a:t>
            </a:r>
            <a:endParaRPr lang="ru-RU" dirty="0"/>
          </a:p>
        </p:txBody>
      </p:sp>
      <p:pic>
        <p:nvPicPr>
          <p:cNvPr id="9" name="Google Shape;9;p2" descr="Google Shape;9;p2">
            <a:extLst>
              <a:ext uri="{FF2B5EF4-FFF2-40B4-BE49-F238E27FC236}">
                <a16:creationId xmlns:a16="http://schemas.microsoft.com/office/drawing/2014/main" id="{F4033988-325A-4376-BB5A-899A0C2799F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548828" y="583509"/>
            <a:ext cx="1277181" cy="51478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Google Shape;12;p2" descr="Google Shape;12;p2">
            <a:extLst>
              <a:ext uri="{FF2B5EF4-FFF2-40B4-BE49-F238E27FC236}">
                <a16:creationId xmlns:a16="http://schemas.microsoft.com/office/drawing/2014/main" id="{9DC0288E-4DF2-4EA0-BD72-5518681CBC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/>
          <a:srcRect t="1955" r="38972" b="14660"/>
          <a:stretch/>
        </p:blipFill>
        <p:spPr>
          <a:xfrm>
            <a:off x="7937944" y="3175"/>
            <a:ext cx="4254056" cy="68516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897728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5E5EE325-B3E9-4A3D-99D2-EE419306B51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ru-RU" sz="38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85" name="Graphic 68">
            <a:extLst>
              <a:ext uri="{FF2B5EF4-FFF2-40B4-BE49-F238E27FC236}">
                <a16:creationId xmlns:a16="http://schemas.microsoft.com/office/drawing/2014/main" id="{51D9C18D-AA49-424F-8C92-0D75E181DD9A}"/>
              </a:ext>
            </a:extLst>
          </p:cNvPr>
          <p:cNvSpPr/>
          <p:nvPr/>
        </p:nvSpPr>
        <p:spPr>
          <a:xfrm>
            <a:off x="444870" y="764072"/>
            <a:ext cx="4288208" cy="5525541"/>
          </a:xfrm>
          <a:custGeom>
            <a:avLst/>
            <a:gdLst>
              <a:gd name="connsiteX0" fmla="*/ 0 w 4288208"/>
              <a:gd name="connsiteY0" fmla="*/ 0 h 5525541"/>
              <a:gd name="connsiteX1" fmla="*/ 0 w 4288208"/>
              <a:gd name="connsiteY1" fmla="*/ 4153601 h 5525541"/>
              <a:gd name="connsiteX2" fmla="*/ 129241 w 4288208"/>
              <a:gd name="connsiteY2" fmla="*/ 4490422 h 5525541"/>
              <a:gd name="connsiteX3" fmla="*/ 250329 w 4288208"/>
              <a:gd name="connsiteY3" fmla="*/ 4583873 h 5525541"/>
              <a:gd name="connsiteX4" fmla="*/ 487337 w 4288208"/>
              <a:gd name="connsiteY4" fmla="*/ 4641336 h 5525541"/>
              <a:gd name="connsiteX5" fmla="*/ 1788493 w 4288208"/>
              <a:gd name="connsiteY5" fmla="*/ 4641336 h 5525541"/>
              <a:gd name="connsiteX6" fmla="*/ 1788493 w 4288208"/>
              <a:gd name="connsiteY6" fmla="*/ 5525542 h 5525541"/>
              <a:gd name="connsiteX7" fmla="*/ 2498125 w 4288208"/>
              <a:gd name="connsiteY7" fmla="*/ 4866016 h 5525541"/>
              <a:gd name="connsiteX8" fmla="*/ 2549423 w 4288208"/>
              <a:gd name="connsiteY8" fmla="*/ 4835197 h 5525541"/>
              <a:gd name="connsiteX9" fmla="*/ 3420705 w 4288208"/>
              <a:gd name="connsiteY9" fmla="*/ 4641336 h 5525541"/>
              <a:gd name="connsiteX10" fmla="*/ 3796895 w 4288208"/>
              <a:gd name="connsiteY10" fmla="*/ 4641336 h 5525541"/>
              <a:gd name="connsiteX11" fmla="*/ 4036289 w 4288208"/>
              <a:gd name="connsiteY11" fmla="*/ 4583277 h 5525541"/>
              <a:gd name="connsiteX12" fmla="*/ 4271109 w 4288208"/>
              <a:gd name="connsiteY12" fmla="*/ 4271310 h 5525541"/>
              <a:gd name="connsiteX13" fmla="*/ 4288209 w 4288208"/>
              <a:gd name="connsiteY13" fmla="*/ 4118606 h 5525541"/>
              <a:gd name="connsiteX14" fmla="*/ 4288209 w 4288208"/>
              <a:gd name="connsiteY14" fmla="*/ 0 h 5525541"/>
              <a:gd name="connsiteX15" fmla="*/ 0 w 4288208"/>
              <a:gd name="connsiteY15" fmla="*/ 0 h 5525541"/>
              <a:gd name="connsiteX16" fmla="*/ 3803258 w 4288208"/>
              <a:gd name="connsiteY16" fmla="*/ 4330959 h 5525541"/>
              <a:gd name="connsiteX17" fmla="*/ 3501431 w 4288208"/>
              <a:gd name="connsiteY17" fmla="*/ 4330959 h 5525541"/>
              <a:gd name="connsiteX18" fmla="*/ 3384518 w 4288208"/>
              <a:gd name="connsiteY18" fmla="*/ 4329170 h 5525541"/>
              <a:gd name="connsiteX19" fmla="*/ 2836735 w 4288208"/>
              <a:gd name="connsiteY19" fmla="*/ 4381065 h 5525541"/>
              <a:gd name="connsiteX20" fmla="*/ 2047969 w 4288208"/>
              <a:gd name="connsiteY20" fmla="*/ 4877946 h 5525541"/>
              <a:gd name="connsiteX21" fmla="*/ 2047969 w 4288208"/>
              <a:gd name="connsiteY21" fmla="*/ 4326187 h 5525541"/>
              <a:gd name="connsiteX22" fmla="*/ 481571 w 4288208"/>
              <a:gd name="connsiteY22" fmla="*/ 4326187 h 5525541"/>
              <a:gd name="connsiteX23" fmla="*/ 432857 w 4288208"/>
              <a:gd name="connsiteY23" fmla="*/ 4320819 h 5525541"/>
              <a:gd name="connsiteX24" fmla="*/ 315347 w 4288208"/>
              <a:gd name="connsiteY24" fmla="*/ 4107273 h 5525541"/>
              <a:gd name="connsiteX25" fmla="*/ 315347 w 4288208"/>
              <a:gd name="connsiteY25" fmla="*/ 314353 h 5525541"/>
              <a:gd name="connsiteX26" fmla="*/ 3971867 w 4288208"/>
              <a:gd name="connsiteY26" fmla="*/ 314353 h 5525541"/>
              <a:gd name="connsiteX27" fmla="*/ 3971867 w 4288208"/>
              <a:gd name="connsiteY27" fmla="*/ 4057366 h 5525541"/>
              <a:gd name="connsiteX28" fmla="*/ 3803258 w 4288208"/>
              <a:gd name="connsiteY28" fmla="*/ 4330959 h 552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288208" h="5525541">
                <a:moveTo>
                  <a:pt x="0" y="0"/>
                </a:moveTo>
                <a:lnTo>
                  <a:pt x="0" y="4153601"/>
                </a:lnTo>
                <a:cubicBezTo>
                  <a:pt x="0" y="4277871"/>
                  <a:pt x="44141" y="4399755"/>
                  <a:pt x="129241" y="4490422"/>
                </a:cubicBezTo>
                <a:cubicBezTo>
                  <a:pt x="161253" y="4524622"/>
                  <a:pt x="201019" y="4557031"/>
                  <a:pt x="250329" y="4583873"/>
                </a:cubicBezTo>
                <a:cubicBezTo>
                  <a:pt x="322704" y="4623242"/>
                  <a:pt x="404822" y="4641336"/>
                  <a:pt x="487337" y="4641336"/>
                </a:cubicBezTo>
                <a:lnTo>
                  <a:pt x="1788493" y="4641336"/>
                </a:lnTo>
                <a:lnTo>
                  <a:pt x="1788493" y="5525542"/>
                </a:lnTo>
                <a:cubicBezTo>
                  <a:pt x="1788493" y="5525542"/>
                  <a:pt x="2265889" y="4998240"/>
                  <a:pt x="2498125" y="4866016"/>
                </a:cubicBezTo>
                <a:cubicBezTo>
                  <a:pt x="2515423" y="4856074"/>
                  <a:pt x="2532721" y="4846332"/>
                  <a:pt x="2549423" y="4835197"/>
                </a:cubicBezTo>
                <a:cubicBezTo>
                  <a:pt x="2627167" y="4783700"/>
                  <a:pt x="2908514" y="4626026"/>
                  <a:pt x="3420705" y="4641336"/>
                </a:cubicBezTo>
                <a:lnTo>
                  <a:pt x="3796895" y="4641336"/>
                </a:lnTo>
                <a:cubicBezTo>
                  <a:pt x="3880205" y="4641336"/>
                  <a:pt x="3963119" y="4622845"/>
                  <a:pt x="4036289" y="4583277"/>
                </a:cubicBezTo>
                <a:cubicBezTo>
                  <a:pt x="4128547" y="4533569"/>
                  <a:pt x="4228957" y="4441311"/>
                  <a:pt x="4271109" y="4271310"/>
                </a:cubicBezTo>
                <a:cubicBezTo>
                  <a:pt x="4283437" y="4221403"/>
                  <a:pt x="4288209" y="4169905"/>
                  <a:pt x="4288209" y="4118606"/>
                </a:cubicBezTo>
                <a:lnTo>
                  <a:pt x="4288209" y="0"/>
                </a:lnTo>
                <a:lnTo>
                  <a:pt x="0" y="0"/>
                </a:lnTo>
                <a:close/>
                <a:moveTo>
                  <a:pt x="3803258" y="4330959"/>
                </a:moveTo>
                <a:lnTo>
                  <a:pt x="3501431" y="4330959"/>
                </a:lnTo>
                <a:cubicBezTo>
                  <a:pt x="3462460" y="4330959"/>
                  <a:pt x="3423488" y="4329369"/>
                  <a:pt x="3384518" y="4329170"/>
                </a:cubicBezTo>
                <a:cubicBezTo>
                  <a:pt x="3069369" y="4326386"/>
                  <a:pt x="2836735" y="4381065"/>
                  <a:pt x="2836735" y="4381065"/>
                </a:cubicBezTo>
                <a:cubicBezTo>
                  <a:pt x="2423563" y="4460797"/>
                  <a:pt x="2047969" y="4877946"/>
                  <a:pt x="2047969" y="4877946"/>
                </a:cubicBezTo>
                <a:lnTo>
                  <a:pt x="2047969" y="4326187"/>
                </a:lnTo>
                <a:lnTo>
                  <a:pt x="481571" y="4326187"/>
                </a:lnTo>
                <a:cubicBezTo>
                  <a:pt x="465267" y="4326187"/>
                  <a:pt x="448764" y="4324994"/>
                  <a:pt x="432857" y="4320819"/>
                </a:cubicBezTo>
                <a:cubicBezTo>
                  <a:pt x="282739" y="4282245"/>
                  <a:pt x="315347" y="4107273"/>
                  <a:pt x="315347" y="4107273"/>
                </a:cubicBezTo>
                <a:lnTo>
                  <a:pt x="315347" y="314353"/>
                </a:lnTo>
                <a:lnTo>
                  <a:pt x="3971867" y="314353"/>
                </a:lnTo>
                <a:lnTo>
                  <a:pt x="3971867" y="4057366"/>
                </a:lnTo>
                <a:cubicBezTo>
                  <a:pt x="4003879" y="4335532"/>
                  <a:pt x="3803258" y="4330959"/>
                  <a:pt x="3803258" y="4330959"/>
                </a:cubicBezTo>
                <a:close/>
              </a:path>
            </a:pathLst>
          </a:custGeom>
          <a:solidFill>
            <a:schemeClr val="tx2"/>
          </a:solidFill>
          <a:ln w="19844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1EF6C93-696C-409F-95CC-EB83962751C7}"/>
              </a:ext>
            </a:extLst>
          </p:cNvPr>
          <p:cNvSpPr/>
          <p:nvPr userDrawn="1"/>
        </p:nvSpPr>
        <p:spPr>
          <a:xfrm>
            <a:off x="1798320" y="1438840"/>
            <a:ext cx="9948810" cy="3289783"/>
          </a:xfrm>
          <a:prstGeom prst="rect">
            <a:avLst/>
          </a:prstGeom>
          <a:solidFill>
            <a:srgbClr val="FFFFF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33" name="Google Shape;14;p2" descr="Google Shape;14;p2">
            <a:extLst>
              <a:ext uri="{FF2B5EF4-FFF2-40B4-BE49-F238E27FC236}">
                <a16:creationId xmlns:a16="http://schemas.microsoft.com/office/drawing/2014/main" id="{692AF996-34DD-4A67-B87D-39364242B611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2491741" y="6062708"/>
            <a:ext cx="9145524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 algn="r">
              <a:defRPr lang="ru-RU" sz="140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ru-RU" dirty="0" err="1"/>
              <a:t>Edit</a:t>
            </a:r>
            <a:r>
              <a:rPr lang="ru-RU" dirty="0"/>
              <a:t> </a:t>
            </a:r>
            <a:r>
              <a:rPr lang="ru-RU" dirty="0" err="1"/>
              <a:t>date</a:t>
            </a:r>
            <a:r>
              <a:rPr lang="ru-RU" dirty="0"/>
              <a:t>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/</a:t>
            </a:r>
            <a:r>
              <a:rPr lang="ru-RU" dirty="0" err="1"/>
              <a:t>role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2491740" y="4003399"/>
            <a:ext cx="9145524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lang="ru-RU" sz="2000" b="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2491740" y="2498077"/>
            <a:ext cx="9145524" cy="116955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lang="ru-RU" sz="38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ru-RU" dirty="0" err="1"/>
              <a:t>Click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edit</a:t>
            </a:r>
            <a:r>
              <a:rPr lang="ru-RU" dirty="0"/>
              <a:t> </a:t>
            </a:r>
            <a:br>
              <a:rPr lang="en-US" dirty="0"/>
            </a:b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 </a:t>
            </a:r>
            <a:r>
              <a:rPr lang="ru-RU" dirty="0" err="1"/>
              <a:t>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9876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89135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22C9D1E-85AA-4997-BE0B-113A1D7263E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Background">
            <a:extLst>
              <a:ext uri="{FF2B5EF4-FFF2-40B4-BE49-F238E27FC236}">
                <a16:creationId xmlns:a16="http://schemas.microsoft.com/office/drawing/2014/main" id="{3016D970-FDD4-487B-B300-DDD8903C17EA}"/>
              </a:ext>
            </a:extLst>
          </p:cNvPr>
          <p:cNvSpPr/>
          <p:nvPr userDrawn="1"/>
        </p:nvSpPr>
        <p:spPr bwMode="ltGray">
          <a:xfrm>
            <a:off x="0" y="-1"/>
            <a:ext cx="12189884" cy="6858928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24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13" name="Google Shape;72;p10" descr="Google Shape;72;p10">
            <a:extLst>
              <a:ext uri="{FF2B5EF4-FFF2-40B4-BE49-F238E27FC236}">
                <a16:creationId xmlns:a16="http://schemas.microsoft.com/office/drawing/2014/main" id="{3816D516-0B86-47A9-8FF6-3366EBD4B4CB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44870" y="764072"/>
            <a:ext cx="4288207" cy="5550154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2. Slide Title">
            <a:extLst>
              <a:ext uri="{FF2B5EF4-FFF2-40B4-BE49-F238E27FC236}">
                <a16:creationId xmlns:a16="http://schemas.microsoft.com/office/drawing/2014/main" id="{A0F2F2F8-89D0-47E9-A636-9FA9DBACED7B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5" y="2763906"/>
            <a:ext cx="4068479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648000" bIns="0" rtlCol="0" anchor="ctr" anchorCtr="0">
            <a:spAutoFit/>
          </a:bodyPr>
          <a:lstStyle>
            <a:lvl1pPr>
              <a:defRPr lang="ru-RU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B944E575-3139-48F2-9A94-DB89503E099D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5. Source" hidden="1">
            <a:extLst>
              <a:ext uri="{FF2B5EF4-FFF2-40B4-BE49-F238E27FC236}">
                <a16:creationId xmlns:a16="http://schemas.microsoft.com/office/drawing/2014/main" id="{E5F59543-A594-41CC-908B-6D7C3E323BEA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6" y="6514142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761465D2-E76B-4DB0-A0D7-5EA6A2FE5F5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pic>
        <p:nvPicPr>
          <p:cNvPr id="18" name="Google Shape;14;p2" descr="Google Shape;14;p2">
            <a:extLst>
              <a:ext uri="{FF2B5EF4-FFF2-40B4-BE49-F238E27FC236}">
                <a16:creationId xmlns:a16="http://schemas.microsoft.com/office/drawing/2014/main" id="{D46A7B11-4060-403B-8FE5-47143E3E75B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02735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62624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BC87C18F-1301-4995-BA8B-B9B59180E82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Background">
            <a:extLst>
              <a:ext uri="{FF2B5EF4-FFF2-40B4-BE49-F238E27FC236}">
                <a16:creationId xmlns:a16="http://schemas.microsoft.com/office/drawing/2014/main" id="{3016D970-FDD4-487B-B300-DDD8903C17EA}"/>
              </a:ext>
            </a:extLst>
          </p:cNvPr>
          <p:cNvSpPr/>
          <p:nvPr userDrawn="1"/>
        </p:nvSpPr>
        <p:spPr bwMode="ltGray">
          <a:xfrm>
            <a:off x="0" y="-1"/>
            <a:ext cx="12189884" cy="6858928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24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4" name="2. Slide Title">
            <a:extLst>
              <a:ext uri="{FF2B5EF4-FFF2-40B4-BE49-F238E27FC236}">
                <a16:creationId xmlns:a16="http://schemas.microsoft.com/office/drawing/2014/main" id="{A0F2F2F8-89D0-47E9-A636-9FA9DBACED7B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4" y="226624"/>
            <a:ext cx="11082528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648000" bIns="0" rtlCol="0" anchor="b" anchorCtr="0">
            <a:noAutofit/>
          </a:bodyPr>
          <a:lstStyle>
            <a:lvl1pPr>
              <a:defRPr lang="ru-RU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B944E575-3139-48F2-9A94-DB89503E099D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5. Source" hidden="1">
            <a:extLst>
              <a:ext uri="{FF2B5EF4-FFF2-40B4-BE49-F238E27FC236}">
                <a16:creationId xmlns:a16="http://schemas.microsoft.com/office/drawing/2014/main" id="{E5F59543-A594-41CC-908B-6D7C3E323BEA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6" y="6514142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761465D2-E76B-4DB0-A0D7-5EA6A2FE5F5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pic>
        <p:nvPicPr>
          <p:cNvPr id="18" name="Google Shape;14;p2" descr="Google Shape;14;p2">
            <a:extLst>
              <a:ext uri="{FF2B5EF4-FFF2-40B4-BE49-F238E27FC236}">
                <a16:creationId xmlns:a16="http://schemas.microsoft.com/office/drawing/2014/main" id="{D46A7B11-4060-403B-8FE5-47143E3E75BC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97753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511156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" hidden="1">
            <a:extLst>
              <a:ext uri="{FF2B5EF4-FFF2-40B4-BE49-F238E27FC236}">
                <a16:creationId xmlns:a16="http://schemas.microsoft.com/office/drawing/2014/main" id="{8F7FD260-CF5E-4997-9F58-B2F7F8DCE1C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4" y="226624"/>
            <a:ext cx="11082528" cy="677108"/>
          </a:xfrm>
        </p:spPr>
        <p:txBody>
          <a:bodyPr vert="horz" wrap="square" lIns="0" tIns="0" rIns="79200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48142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13" imgH="416" progId="TCLayout.ActiveDocument.1">
                  <p:embed/>
                </p:oleObj>
              </mc:Choice>
              <mc:Fallback>
                <p:oleObj name="think-cell Slide" r:id="rId8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58598C2-B7D4-49CD-A9F8-DBC1F25971F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4" y="226623"/>
            <a:ext cx="11082528" cy="978193"/>
          </a:xfrm>
        </p:spPr>
        <p:txBody>
          <a:bodyPr vert="horz" wrap="square" lIns="0" tIns="0" rIns="79200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43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72814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8BA1DAF-5209-452D-A7A3-48513BED89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DB3340A-E9DE-4442-81BB-7802725122A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 rot="16200000">
            <a:off x="4373879" y="-960120"/>
            <a:ext cx="6858000" cy="8778241"/>
          </a:xfrm>
          <a:custGeom>
            <a:avLst/>
            <a:gdLst>
              <a:gd name="connsiteX0" fmla="*/ 6858000 w 6858000"/>
              <a:gd name="connsiteY0" fmla="*/ 457224 h 8778241"/>
              <a:gd name="connsiteX1" fmla="*/ 6858000 w 6858000"/>
              <a:gd name="connsiteY1" fmla="*/ 8778241 h 8778241"/>
              <a:gd name="connsiteX2" fmla="*/ 6857999 w 6858000"/>
              <a:gd name="connsiteY2" fmla="*/ 8778241 h 8778241"/>
              <a:gd name="connsiteX3" fmla="*/ 2525791 w 6858000"/>
              <a:gd name="connsiteY3" fmla="*/ 8778241 h 8778241"/>
              <a:gd name="connsiteX4" fmla="*/ 0 w 6858000"/>
              <a:gd name="connsiteY4" fmla="*/ 8778241 h 8778241"/>
              <a:gd name="connsiteX5" fmla="*/ 0 w 6858000"/>
              <a:gd name="connsiteY5" fmla="*/ 457224 h 8778241"/>
              <a:gd name="connsiteX6" fmla="*/ 457223 w 6858000"/>
              <a:gd name="connsiteY6" fmla="*/ 1 h 8778241"/>
              <a:gd name="connsiteX7" fmla="*/ 2525791 w 6858000"/>
              <a:gd name="connsiteY7" fmla="*/ 1 h 8778241"/>
              <a:gd name="connsiteX8" fmla="*/ 2525791 w 6858000"/>
              <a:gd name="connsiteY8" fmla="*/ 0 h 8778241"/>
              <a:gd name="connsiteX9" fmla="*/ 6857999 w 6858000"/>
              <a:gd name="connsiteY9" fmla="*/ 1 h 8778241"/>
              <a:gd name="connsiteX10" fmla="*/ 6857999 w 6858000"/>
              <a:gd name="connsiteY10" fmla="*/ 457219 h 877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58000" h="8778241">
                <a:moveTo>
                  <a:pt x="6858000" y="457224"/>
                </a:moveTo>
                <a:lnTo>
                  <a:pt x="6858000" y="8778241"/>
                </a:lnTo>
                <a:lnTo>
                  <a:pt x="6857999" y="8778241"/>
                </a:lnTo>
                <a:lnTo>
                  <a:pt x="2525791" y="8778241"/>
                </a:lnTo>
                <a:lnTo>
                  <a:pt x="0" y="8778241"/>
                </a:lnTo>
                <a:lnTo>
                  <a:pt x="0" y="457224"/>
                </a:lnTo>
                <a:cubicBezTo>
                  <a:pt x="0" y="204707"/>
                  <a:pt x="204706" y="1"/>
                  <a:pt x="457223" y="1"/>
                </a:cubicBezTo>
                <a:lnTo>
                  <a:pt x="2525791" y="1"/>
                </a:lnTo>
                <a:lnTo>
                  <a:pt x="2525791" y="0"/>
                </a:lnTo>
                <a:lnTo>
                  <a:pt x="6857999" y="1"/>
                </a:lnTo>
                <a:lnTo>
                  <a:pt x="6857999" y="457219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i="0" smtClean="0"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i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836702"/>
            <a:ext cx="251460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3564610"/>
            <a:ext cx="2514600" cy="49244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4. Footnote" hidden="1">
            <a:extLst>
              <a:ext uri="{FF2B5EF4-FFF2-40B4-BE49-F238E27FC236}">
                <a16:creationId xmlns:a16="http://schemas.microsoft.com/office/drawing/2014/main" id="{E91B258C-2CE3-47AD-91B7-5D22A691D520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25146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5. Source" hidden="1">
            <a:extLst>
              <a:ext uri="{FF2B5EF4-FFF2-40B4-BE49-F238E27FC236}">
                <a16:creationId xmlns:a16="http://schemas.microsoft.com/office/drawing/2014/main" id="{9E0E9C24-A775-45BA-A2B2-E9A468FB0E1D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514142"/>
            <a:ext cx="25146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DD6127-86F4-409F-8D46-5CD3A086C45E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3069336" cy="0"/>
          </a:xfrm>
          <a:prstGeom prst="line">
            <a:avLst/>
          </a:prstGeom>
          <a:ln w="6350" cap="sq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oogle Shape;14;p2" descr="Google Shape;14;p2">
            <a:extLst>
              <a:ext uri="{FF2B5EF4-FFF2-40B4-BE49-F238E27FC236}">
                <a16:creationId xmlns:a16="http://schemas.microsoft.com/office/drawing/2014/main" id="{A284D5BB-6F01-4D09-B6DA-F1D43E5B2C4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70369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616758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9B4C3FF-1D42-419B-97F1-C22D4E39CCF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DBEECC2-3A36-412F-A31C-DEE58CFE91FF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 rot="16200000">
            <a:off x="4849369" y="-484632"/>
            <a:ext cx="6858000" cy="7827264"/>
          </a:xfrm>
          <a:custGeom>
            <a:avLst/>
            <a:gdLst>
              <a:gd name="connsiteX0" fmla="*/ 6858000 w 6858000"/>
              <a:gd name="connsiteY0" fmla="*/ 457224 h 7827264"/>
              <a:gd name="connsiteX1" fmla="*/ 6858000 w 6858000"/>
              <a:gd name="connsiteY1" fmla="*/ 7827264 h 7827264"/>
              <a:gd name="connsiteX2" fmla="*/ 0 w 6858000"/>
              <a:gd name="connsiteY2" fmla="*/ 7827263 h 7827264"/>
              <a:gd name="connsiteX3" fmla="*/ 0 w 6858000"/>
              <a:gd name="connsiteY3" fmla="*/ 457224 h 7827264"/>
              <a:gd name="connsiteX4" fmla="*/ 457223 w 6858000"/>
              <a:gd name="connsiteY4" fmla="*/ 1 h 7827264"/>
              <a:gd name="connsiteX5" fmla="*/ 2525791 w 6858000"/>
              <a:gd name="connsiteY5" fmla="*/ 1 h 7827264"/>
              <a:gd name="connsiteX6" fmla="*/ 2525791 w 6858000"/>
              <a:gd name="connsiteY6" fmla="*/ 0 h 7827264"/>
              <a:gd name="connsiteX7" fmla="*/ 6857999 w 6858000"/>
              <a:gd name="connsiteY7" fmla="*/ 1 h 7827264"/>
              <a:gd name="connsiteX8" fmla="*/ 6857999 w 6858000"/>
              <a:gd name="connsiteY8" fmla="*/ 457220 h 7827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7827264">
                <a:moveTo>
                  <a:pt x="6858000" y="457224"/>
                </a:moveTo>
                <a:lnTo>
                  <a:pt x="6858000" y="7827264"/>
                </a:lnTo>
                <a:lnTo>
                  <a:pt x="0" y="7827263"/>
                </a:lnTo>
                <a:lnTo>
                  <a:pt x="0" y="457224"/>
                </a:lnTo>
                <a:cubicBezTo>
                  <a:pt x="0" y="204707"/>
                  <a:pt x="204706" y="1"/>
                  <a:pt x="457223" y="1"/>
                </a:cubicBezTo>
                <a:lnTo>
                  <a:pt x="2525791" y="1"/>
                </a:lnTo>
                <a:lnTo>
                  <a:pt x="2525791" y="0"/>
                </a:lnTo>
                <a:lnTo>
                  <a:pt x="6857999" y="1"/>
                </a:lnTo>
                <a:lnTo>
                  <a:pt x="6857999" y="457220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836702"/>
            <a:ext cx="3465576" cy="67710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5" y="3564610"/>
            <a:ext cx="3465575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1FBE24E8-31AF-4C3E-A5B5-E9DFC553F274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7" y="6330793"/>
            <a:ext cx="3465575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3791DA78-DD6B-4CB7-9030-81E41768DCBD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514142"/>
            <a:ext cx="3465575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BC230638-247A-49E2-AF0D-D1DBDBB1CEB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F1B61C-CA3B-489B-AAE2-6EE6903D5450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4020312" cy="0"/>
          </a:xfrm>
          <a:prstGeom prst="line">
            <a:avLst/>
          </a:prstGeom>
          <a:ln w="6350" cap="sq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910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15329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5656633-FD36-48D8-BB61-9B05B4A649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325A7F3-5F79-43D7-8D2A-FB345FCBC4A4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 rot="16200000">
            <a:off x="5713477" y="379477"/>
            <a:ext cx="6858000" cy="6099046"/>
          </a:xfrm>
          <a:custGeom>
            <a:avLst/>
            <a:gdLst>
              <a:gd name="connsiteX0" fmla="*/ 6858000 w 6858000"/>
              <a:gd name="connsiteY0" fmla="*/ 457224 h 6099046"/>
              <a:gd name="connsiteX1" fmla="*/ 6858000 w 6858000"/>
              <a:gd name="connsiteY1" fmla="*/ 6099046 h 6099046"/>
              <a:gd name="connsiteX2" fmla="*/ 0 w 6858000"/>
              <a:gd name="connsiteY2" fmla="*/ 6099046 h 6099046"/>
              <a:gd name="connsiteX3" fmla="*/ 0 w 6858000"/>
              <a:gd name="connsiteY3" fmla="*/ 457224 h 6099046"/>
              <a:gd name="connsiteX4" fmla="*/ 457223 w 6858000"/>
              <a:gd name="connsiteY4" fmla="*/ 0 h 6099046"/>
              <a:gd name="connsiteX5" fmla="*/ 2525791 w 6858000"/>
              <a:gd name="connsiteY5" fmla="*/ 0 h 6099046"/>
              <a:gd name="connsiteX6" fmla="*/ 2525791 w 6858000"/>
              <a:gd name="connsiteY6" fmla="*/ 0 h 6099046"/>
              <a:gd name="connsiteX7" fmla="*/ 6857999 w 6858000"/>
              <a:gd name="connsiteY7" fmla="*/ 0 h 6099046"/>
              <a:gd name="connsiteX8" fmla="*/ 6857999 w 6858000"/>
              <a:gd name="connsiteY8" fmla="*/ 457220 h 609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6099046">
                <a:moveTo>
                  <a:pt x="6858000" y="457224"/>
                </a:moveTo>
                <a:lnTo>
                  <a:pt x="6858000" y="6099046"/>
                </a:lnTo>
                <a:lnTo>
                  <a:pt x="0" y="6099046"/>
                </a:lnTo>
                <a:lnTo>
                  <a:pt x="0" y="457224"/>
                </a:lnTo>
                <a:cubicBezTo>
                  <a:pt x="0" y="204706"/>
                  <a:pt x="204706" y="0"/>
                  <a:pt x="457223" y="0"/>
                </a:cubicBezTo>
                <a:lnTo>
                  <a:pt x="2525791" y="0"/>
                </a:lnTo>
                <a:lnTo>
                  <a:pt x="2525791" y="0"/>
                </a:lnTo>
                <a:lnTo>
                  <a:pt x="6857999" y="0"/>
                </a:lnTo>
                <a:lnTo>
                  <a:pt x="6857999" y="457220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5065776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58596"/>
            <a:ext cx="506577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597DC5CB-D54D-4340-AB36-B256B0AC9176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506577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A87378B9-4AD0-4D5D-A5DA-1170C3F12797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514142"/>
            <a:ext cx="5065776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CEB96B05-B0B3-4E5C-A33B-46EC65A33FB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3E9AE5A-C18F-4B8F-8E1B-146F5D7D953E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5620512" cy="0"/>
          </a:xfrm>
          <a:prstGeom prst="line">
            <a:avLst/>
          </a:prstGeom>
          <a:ln w="6350" cap="sq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467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95271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5D7A6F7-529E-4718-900A-B338444CFE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0BD8343-FD25-47CD-B118-5FCF3BF5452E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 rot="16200000">
            <a:off x="6582157" y="1248157"/>
            <a:ext cx="6858000" cy="4361687"/>
          </a:xfrm>
          <a:custGeom>
            <a:avLst/>
            <a:gdLst>
              <a:gd name="connsiteX0" fmla="*/ 6858000 w 6858000"/>
              <a:gd name="connsiteY0" fmla="*/ 457224 h 4361687"/>
              <a:gd name="connsiteX1" fmla="*/ 6858000 w 6858000"/>
              <a:gd name="connsiteY1" fmla="*/ 4361687 h 4361687"/>
              <a:gd name="connsiteX2" fmla="*/ 0 w 6858000"/>
              <a:gd name="connsiteY2" fmla="*/ 4361687 h 4361687"/>
              <a:gd name="connsiteX3" fmla="*/ 0 w 6858000"/>
              <a:gd name="connsiteY3" fmla="*/ 457224 h 4361687"/>
              <a:gd name="connsiteX4" fmla="*/ 457223 w 6858000"/>
              <a:gd name="connsiteY4" fmla="*/ 0 h 4361687"/>
              <a:gd name="connsiteX5" fmla="*/ 2525791 w 6858000"/>
              <a:gd name="connsiteY5" fmla="*/ 0 h 4361687"/>
              <a:gd name="connsiteX6" fmla="*/ 6857999 w 6858000"/>
              <a:gd name="connsiteY6" fmla="*/ 0 h 4361687"/>
              <a:gd name="connsiteX7" fmla="*/ 6857999 w 6858000"/>
              <a:gd name="connsiteY7" fmla="*/ 457220 h 4361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361687">
                <a:moveTo>
                  <a:pt x="6858000" y="457224"/>
                </a:moveTo>
                <a:lnTo>
                  <a:pt x="6858000" y="4361687"/>
                </a:lnTo>
                <a:lnTo>
                  <a:pt x="0" y="4361687"/>
                </a:lnTo>
                <a:lnTo>
                  <a:pt x="0" y="457224"/>
                </a:lnTo>
                <a:cubicBezTo>
                  <a:pt x="0" y="204706"/>
                  <a:pt x="204706" y="0"/>
                  <a:pt x="457223" y="0"/>
                </a:cubicBezTo>
                <a:lnTo>
                  <a:pt x="2525791" y="0"/>
                </a:lnTo>
                <a:lnTo>
                  <a:pt x="6857999" y="0"/>
                </a:lnTo>
                <a:lnTo>
                  <a:pt x="6857999" y="457220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4736" y="226624"/>
            <a:ext cx="6967728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58596"/>
            <a:ext cx="69677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8759C0DC-CA42-4D58-8D3F-AD4C6CAE3A1B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69677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3AC3100F-5CEB-4A91-9B1F-8F2834961E6C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514142"/>
            <a:ext cx="69677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EFB5F655-842B-49BF-A98E-1AC692591E8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E5C674-EA08-4D31-AE44-8241308C14A0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7522464" cy="0"/>
          </a:xfrm>
          <a:prstGeom prst="line">
            <a:avLst/>
          </a:prstGeom>
          <a:ln w="6350" cap="sq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1390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39717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3B3DC578-06AC-48A7-BB88-52A02796DD1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2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60FE9B9-3A35-4798-957C-D78717BF063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 rot="16200000">
            <a:off x="7057074" y="1724343"/>
            <a:ext cx="6858000" cy="3409317"/>
          </a:xfrm>
          <a:custGeom>
            <a:avLst/>
            <a:gdLst>
              <a:gd name="connsiteX0" fmla="*/ 6858000 w 6858000"/>
              <a:gd name="connsiteY0" fmla="*/ 457225 h 3409317"/>
              <a:gd name="connsiteX1" fmla="*/ 6858000 w 6858000"/>
              <a:gd name="connsiteY1" fmla="*/ 3409317 h 3409317"/>
              <a:gd name="connsiteX2" fmla="*/ 0 w 6858000"/>
              <a:gd name="connsiteY2" fmla="*/ 3409317 h 3409317"/>
              <a:gd name="connsiteX3" fmla="*/ 0 w 6858000"/>
              <a:gd name="connsiteY3" fmla="*/ 457225 h 3409317"/>
              <a:gd name="connsiteX4" fmla="*/ 457223 w 6858000"/>
              <a:gd name="connsiteY4" fmla="*/ 0 h 3409317"/>
              <a:gd name="connsiteX5" fmla="*/ 2525791 w 6858000"/>
              <a:gd name="connsiteY5" fmla="*/ 1 h 3409317"/>
              <a:gd name="connsiteX6" fmla="*/ 6857999 w 6858000"/>
              <a:gd name="connsiteY6" fmla="*/ 1 h 3409317"/>
              <a:gd name="connsiteX7" fmla="*/ 6857999 w 6858000"/>
              <a:gd name="connsiteY7" fmla="*/ 457221 h 3409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3409317">
                <a:moveTo>
                  <a:pt x="6858000" y="457225"/>
                </a:moveTo>
                <a:lnTo>
                  <a:pt x="6858000" y="3409317"/>
                </a:lnTo>
                <a:lnTo>
                  <a:pt x="0" y="3409317"/>
                </a:lnTo>
                <a:lnTo>
                  <a:pt x="0" y="457225"/>
                </a:lnTo>
                <a:cubicBezTo>
                  <a:pt x="0" y="204707"/>
                  <a:pt x="204706" y="0"/>
                  <a:pt x="457223" y="0"/>
                </a:cubicBezTo>
                <a:lnTo>
                  <a:pt x="2525791" y="1"/>
                </a:lnTo>
                <a:lnTo>
                  <a:pt x="6857999" y="1"/>
                </a:lnTo>
                <a:lnTo>
                  <a:pt x="6857999" y="457221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noProof="0" smtClean="0"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noProof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7918704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58596"/>
            <a:ext cx="7918704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1" name="4. Footnote" hidden="1">
            <a:extLst>
              <a:ext uri="{FF2B5EF4-FFF2-40B4-BE49-F238E27FC236}">
                <a16:creationId xmlns:a16="http://schemas.microsoft.com/office/drawing/2014/main" id="{44C30949-359D-483D-8AB0-470F0738EC46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791870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0C638687-9D2C-4819-8EA7-89C77797F3C6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6" y="6514142"/>
            <a:ext cx="791870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13" name="Google Shape;14;p2" descr="Google Shape;14;p2">
            <a:extLst>
              <a:ext uri="{FF2B5EF4-FFF2-40B4-BE49-F238E27FC236}">
                <a16:creationId xmlns:a16="http://schemas.microsoft.com/office/drawing/2014/main" id="{8C6AFBE9-6E44-4376-8141-117DE0A0C50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B22C837-C82C-4AE2-AC95-43C7091AC6A7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8473440" cy="0"/>
          </a:xfrm>
          <a:prstGeom prst="line">
            <a:avLst/>
          </a:prstGeom>
          <a:ln w="6350" cap="sq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8615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41925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7" name="Google Shape;14;p2" descr="Google Shape;14;p2">
            <a:extLst>
              <a:ext uri="{FF2B5EF4-FFF2-40B4-BE49-F238E27FC236}">
                <a16:creationId xmlns:a16="http://schemas.microsoft.com/office/drawing/2014/main" id="{4E4EB974-82FC-416A-B72E-42B8F348A34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Graphic 68">
            <a:extLst>
              <a:ext uri="{FF2B5EF4-FFF2-40B4-BE49-F238E27FC236}">
                <a16:creationId xmlns:a16="http://schemas.microsoft.com/office/drawing/2014/main" id="{21DD0495-7000-4A1C-9526-0DAF4743EBA1}"/>
              </a:ext>
            </a:extLst>
          </p:cNvPr>
          <p:cNvSpPr/>
          <p:nvPr userDrawn="1"/>
        </p:nvSpPr>
        <p:spPr>
          <a:xfrm>
            <a:off x="444870" y="764072"/>
            <a:ext cx="4288208" cy="5525541"/>
          </a:xfrm>
          <a:custGeom>
            <a:avLst/>
            <a:gdLst>
              <a:gd name="connsiteX0" fmla="*/ 0 w 4288208"/>
              <a:gd name="connsiteY0" fmla="*/ 0 h 5525541"/>
              <a:gd name="connsiteX1" fmla="*/ 0 w 4288208"/>
              <a:gd name="connsiteY1" fmla="*/ 4153601 h 5525541"/>
              <a:gd name="connsiteX2" fmla="*/ 129241 w 4288208"/>
              <a:gd name="connsiteY2" fmla="*/ 4490422 h 5525541"/>
              <a:gd name="connsiteX3" fmla="*/ 250329 w 4288208"/>
              <a:gd name="connsiteY3" fmla="*/ 4583873 h 5525541"/>
              <a:gd name="connsiteX4" fmla="*/ 487337 w 4288208"/>
              <a:gd name="connsiteY4" fmla="*/ 4641336 h 5525541"/>
              <a:gd name="connsiteX5" fmla="*/ 1788493 w 4288208"/>
              <a:gd name="connsiteY5" fmla="*/ 4641336 h 5525541"/>
              <a:gd name="connsiteX6" fmla="*/ 1788493 w 4288208"/>
              <a:gd name="connsiteY6" fmla="*/ 5525542 h 5525541"/>
              <a:gd name="connsiteX7" fmla="*/ 2498125 w 4288208"/>
              <a:gd name="connsiteY7" fmla="*/ 4866016 h 5525541"/>
              <a:gd name="connsiteX8" fmla="*/ 2549423 w 4288208"/>
              <a:gd name="connsiteY8" fmla="*/ 4835197 h 5525541"/>
              <a:gd name="connsiteX9" fmla="*/ 3420705 w 4288208"/>
              <a:gd name="connsiteY9" fmla="*/ 4641336 h 5525541"/>
              <a:gd name="connsiteX10" fmla="*/ 3796895 w 4288208"/>
              <a:gd name="connsiteY10" fmla="*/ 4641336 h 5525541"/>
              <a:gd name="connsiteX11" fmla="*/ 4036289 w 4288208"/>
              <a:gd name="connsiteY11" fmla="*/ 4583277 h 5525541"/>
              <a:gd name="connsiteX12" fmla="*/ 4271109 w 4288208"/>
              <a:gd name="connsiteY12" fmla="*/ 4271310 h 5525541"/>
              <a:gd name="connsiteX13" fmla="*/ 4288209 w 4288208"/>
              <a:gd name="connsiteY13" fmla="*/ 4118606 h 5525541"/>
              <a:gd name="connsiteX14" fmla="*/ 4288209 w 4288208"/>
              <a:gd name="connsiteY14" fmla="*/ 0 h 5525541"/>
              <a:gd name="connsiteX15" fmla="*/ 0 w 4288208"/>
              <a:gd name="connsiteY15" fmla="*/ 0 h 5525541"/>
              <a:gd name="connsiteX16" fmla="*/ 3803258 w 4288208"/>
              <a:gd name="connsiteY16" fmla="*/ 4330959 h 5525541"/>
              <a:gd name="connsiteX17" fmla="*/ 3501431 w 4288208"/>
              <a:gd name="connsiteY17" fmla="*/ 4330959 h 5525541"/>
              <a:gd name="connsiteX18" fmla="*/ 3384518 w 4288208"/>
              <a:gd name="connsiteY18" fmla="*/ 4329170 h 5525541"/>
              <a:gd name="connsiteX19" fmla="*/ 2836735 w 4288208"/>
              <a:gd name="connsiteY19" fmla="*/ 4381065 h 5525541"/>
              <a:gd name="connsiteX20" fmla="*/ 2047969 w 4288208"/>
              <a:gd name="connsiteY20" fmla="*/ 4877946 h 5525541"/>
              <a:gd name="connsiteX21" fmla="*/ 2047969 w 4288208"/>
              <a:gd name="connsiteY21" fmla="*/ 4326187 h 5525541"/>
              <a:gd name="connsiteX22" fmla="*/ 481571 w 4288208"/>
              <a:gd name="connsiteY22" fmla="*/ 4326187 h 5525541"/>
              <a:gd name="connsiteX23" fmla="*/ 432857 w 4288208"/>
              <a:gd name="connsiteY23" fmla="*/ 4320819 h 5525541"/>
              <a:gd name="connsiteX24" fmla="*/ 315347 w 4288208"/>
              <a:gd name="connsiteY24" fmla="*/ 4107273 h 5525541"/>
              <a:gd name="connsiteX25" fmla="*/ 315347 w 4288208"/>
              <a:gd name="connsiteY25" fmla="*/ 314353 h 5525541"/>
              <a:gd name="connsiteX26" fmla="*/ 3971867 w 4288208"/>
              <a:gd name="connsiteY26" fmla="*/ 314353 h 5525541"/>
              <a:gd name="connsiteX27" fmla="*/ 3971867 w 4288208"/>
              <a:gd name="connsiteY27" fmla="*/ 4057366 h 5525541"/>
              <a:gd name="connsiteX28" fmla="*/ 3803258 w 4288208"/>
              <a:gd name="connsiteY28" fmla="*/ 4330959 h 552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288208" h="5525541">
                <a:moveTo>
                  <a:pt x="0" y="0"/>
                </a:moveTo>
                <a:lnTo>
                  <a:pt x="0" y="4153601"/>
                </a:lnTo>
                <a:cubicBezTo>
                  <a:pt x="0" y="4277871"/>
                  <a:pt x="44141" y="4399755"/>
                  <a:pt x="129241" y="4490422"/>
                </a:cubicBezTo>
                <a:cubicBezTo>
                  <a:pt x="161253" y="4524622"/>
                  <a:pt x="201019" y="4557031"/>
                  <a:pt x="250329" y="4583873"/>
                </a:cubicBezTo>
                <a:cubicBezTo>
                  <a:pt x="322704" y="4623242"/>
                  <a:pt x="404822" y="4641336"/>
                  <a:pt x="487337" y="4641336"/>
                </a:cubicBezTo>
                <a:lnTo>
                  <a:pt x="1788493" y="4641336"/>
                </a:lnTo>
                <a:lnTo>
                  <a:pt x="1788493" y="5525542"/>
                </a:lnTo>
                <a:cubicBezTo>
                  <a:pt x="1788493" y="5525542"/>
                  <a:pt x="2265889" y="4998240"/>
                  <a:pt x="2498125" y="4866016"/>
                </a:cubicBezTo>
                <a:cubicBezTo>
                  <a:pt x="2515423" y="4856074"/>
                  <a:pt x="2532721" y="4846332"/>
                  <a:pt x="2549423" y="4835197"/>
                </a:cubicBezTo>
                <a:cubicBezTo>
                  <a:pt x="2627167" y="4783700"/>
                  <a:pt x="2908514" y="4626026"/>
                  <a:pt x="3420705" y="4641336"/>
                </a:cubicBezTo>
                <a:lnTo>
                  <a:pt x="3796895" y="4641336"/>
                </a:lnTo>
                <a:cubicBezTo>
                  <a:pt x="3880205" y="4641336"/>
                  <a:pt x="3963119" y="4622845"/>
                  <a:pt x="4036289" y="4583277"/>
                </a:cubicBezTo>
                <a:cubicBezTo>
                  <a:pt x="4128547" y="4533569"/>
                  <a:pt x="4228957" y="4441311"/>
                  <a:pt x="4271109" y="4271310"/>
                </a:cubicBezTo>
                <a:cubicBezTo>
                  <a:pt x="4283437" y="4221403"/>
                  <a:pt x="4288209" y="4169905"/>
                  <a:pt x="4288209" y="4118606"/>
                </a:cubicBezTo>
                <a:lnTo>
                  <a:pt x="4288209" y="0"/>
                </a:lnTo>
                <a:lnTo>
                  <a:pt x="0" y="0"/>
                </a:lnTo>
                <a:close/>
                <a:moveTo>
                  <a:pt x="3803258" y="4330959"/>
                </a:moveTo>
                <a:lnTo>
                  <a:pt x="3501431" y="4330959"/>
                </a:lnTo>
                <a:cubicBezTo>
                  <a:pt x="3462460" y="4330959"/>
                  <a:pt x="3423488" y="4329369"/>
                  <a:pt x="3384518" y="4329170"/>
                </a:cubicBezTo>
                <a:cubicBezTo>
                  <a:pt x="3069369" y="4326386"/>
                  <a:pt x="2836735" y="4381065"/>
                  <a:pt x="2836735" y="4381065"/>
                </a:cubicBezTo>
                <a:cubicBezTo>
                  <a:pt x="2423563" y="4460797"/>
                  <a:pt x="2047969" y="4877946"/>
                  <a:pt x="2047969" y="4877946"/>
                </a:cubicBezTo>
                <a:lnTo>
                  <a:pt x="2047969" y="4326187"/>
                </a:lnTo>
                <a:lnTo>
                  <a:pt x="481571" y="4326187"/>
                </a:lnTo>
                <a:cubicBezTo>
                  <a:pt x="465267" y="4326187"/>
                  <a:pt x="448764" y="4324994"/>
                  <a:pt x="432857" y="4320819"/>
                </a:cubicBezTo>
                <a:cubicBezTo>
                  <a:pt x="282739" y="4282245"/>
                  <a:pt x="315347" y="4107273"/>
                  <a:pt x="315347" y="4107273"/>
                </a:cubicBezTo>
                <a:lnTo>
                  <a:pt x="315347" y="314353"/>
                </a:lnTo>
                <a:lnTo>
                  <a:pt x="3971867" y="314353"/>
                </a:lnTo>
                <a:lnTo>
                  <a:pt x="3971867" y="4057366"/>
                </a:lnTo>
                <a:cubicBezTo>
                  <a:pt x="4003879" y="4335532"/>
                  <a:pt x="3803258" y="4330959"/>
                  <a:pt x="3803258" y="4330959"/>
                </a:cubicBezTo>
                <a:close/>
              </a:path>
            </a:pathLst>
          </a:custGeom>
          <a:gradFill>
            <a:gsLst>
              <a:gs pos="85000">
                <a:schemeClr val="accent1">
                  <a:alpha val="34000"/>
                </a:schemeClr>
              </a:gs>
              <a:gs pos="0">
                <a:srgbClr val="DBE2E9">
                  <a:alpha val="71000"/>
                </a:srgbClr>
              </a:gs>
            </a:gsLst>
            <a:lin ang="5400000" scaled="1"/>
          </a:gradFill>
          <a:ln w="19844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4432F8-1E7D-4AB7-83CA-AD5B72F70E3F}"/>
              </a:ext>
            </a:extLst>
          </p:cNvPr>
          <p:cNvSpPr/>
          <p:nvPr userDrawn="1"/>
        </p:nvSpPr>
        <p:spPr>
          <a:xfrm>
            <a:off x="1798320" y="1438840"/>
            <a:ext cx="9948810" cy="3289783"/>
          </a:xfrm>
          <a:prstGeom prst="rect">
            <a:avLst/>
          </a:prstGeom>
          <a:solidFill>
            <a:srgbClr val="FFFFF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24283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latin typeface="+mn-lt"/>
                <a:ea typeface="+mn-ea"/>
                <a:cs typeface="+mn-cs"/>
                <a:sym typeface="+mn-lt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dirty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>
              <a:buNone/>
            </a:pP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6" name="4. Footnote" hidden="1">
            <a:extLst>
              <a:ext uri="{FF2B5EF4-FFF2-40B4-BE49-F238E27FC236}">
                <a16:creationId xmlns:a16="http://schemas.microsoft.com/office/drawing/2014/main" id="{7C25CC01-4EAE-4262-8730-8E95A2982CF9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3C3F96D2-A16F-49CC-A65A-8036D14C4ABA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pic>
        <p:nvPicPr>
          <p:cNvPr id="7" name="Google Shape;14;p2" descr="Google Shape;14;p2">
            <a:extLst>
              <a:ext uri="{FF2B5EF4-FFF2-40B4-BE49-F238E27FC236}">
                <a16:creationId xmlns:a16="http://schemas.microsoft.com/office/drawing/2014/main" id="{4E4EB974-82FC-416A-B72E-42B8F348A34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67186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062791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DE92282-D3D0-474A-96CB-09222543F6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ru-RU" sz="3800" b="1" i="0" baseline="0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1" name="Graphic 68">
            <a:extLst>
              <a:ext uri="{FF2B5EF4-FFF2-40B4-BE49-F238E27FC236}">
                <a16:creationId xmlns:a16="http://schemas.microsoft.com/office/drawing/2014/main" id="{94FB4065-4CF1-4E4A-BE53-B2589C112BD6}"/>
              </a:ext>
            </a:extLst>
          </p:cNvPr>
          <p:cNvSpPr/>
          <p:nvPr userDrawn="1"/>
        </p:nvSpPr>
        <p:spPr>
          <a:xfrm>
            <a:off x="444870" y="764072"/>
            <a:ext cx="4288208" cy="5525541"/>
          </a:xfrm>
          <a:custGeom>
            <a:avLst/>
            <a:gdLst>
              <a:gd name="connsiteX0" fmla="*/ 0 w 4288208"/>
              <a:gd name="connsiteY0" fmla="*/ 0 h 5525541"/>
              <a:gd name="connsiteX1" fmla="*/ 0 w 4288208"/>
              <a:gd name="connsiteY1" fmla="*/ 4153601 h 5525541"/>
              <a:gd name="connsiteX2" fmla="*/ 129241 w 4288208"/>
              <a:gd name="connsiteY2" fmla="*/ 4490422 h 5525541"/>
              <a:gd name="connsiteX3" fmla="*/ 250329 w 4288208"/>
              <a:gd name="connsiteY3" fmla="*/ 4583873 h 5525541"/>
              <a:gd name="connsiteX4" fmla="*/ 487337 w 4288208"/>
              <a:gd name="connsiteY4" fmla="*/ 4641336 h 5525541"/>
              <a:gd name="connsiteX5" fmla="*/ 1788493 w 4288208"/>
              <a:gd name="connsiteY5" fmla="*/ 4641336 h 5525541"/>
              <a:gd name="connsiteX6" fmla="*/ 1788493 w 4288208"/>
              <a:gd name="connsiteY6" fmla="*/ 5525542 h 5525541"/>
              <a:gd name="connsiteX7" fmla="*/ 2498125 w 4288208"/>
              <a:gd name="connsiteY7" fmla="*/ 4866016 h 5525541"/>
              <a:gd name="connsiteX8" fmla="*/ 2549423 w 4288208"/>
              <a:gd name="connsiteY8" fmla="*/ 4835197 h 5525541"/>
              <a:gd name="connsiteX9" fmla="*/ 3420705 w 4288208"/>
              <a:gd name="connsiteY9" fmla="*/ 4641336 h 5525541"/>
              <a:gd name="connsiteX10" fmla="*/ 3796895 w 4288208"/>
              <a:gd name="connsiteY10" fmla="*/ 4641336 h 5525541"/>
              <a:gd name="connsiteX11" fmla="*/ 4036289 w 4288208"/>
              <a:gd name="connsiteY11" fmla="*/ 4583277 h 5525541"/>
              <a:gd name="connsiteX12" fmla="*/ 4271109 w 4288208"/>
              <a:gd name="connsiteY12" fmla="*/ 4271310 h 5525541"/>
              <a:gd name="connsiteX13" fmla="*/ 4288209 w 4288208"/>
              <a:gd name="connsiteY13" fmla="*/ 4118606 h 5525541"/>
              <a:gd name="connsiteX14" fmla="*/ 4288209 w 4288208"/>
              <a:gd name="connsiteY14" fmla="*/ 0 h 5525541"/>
              <a:gd name="connsiteX15" fmla="*/ 0 w 4288208"/>
              <a:gd name="connsiteY15" fmla="*/ 0 h 5525541"/>
              <a:gd name="connsiteX16" fmla="*/ 3803258 w 4288208"/>
              <a:gd name="connsiteY16" fmla="*/ 4330959 h 5525541"/>
              <a:gd name="connsiteX17" fmla="*/ 3501431 w 4288208"/>
              <a:gd name="connsiteY17" fmla="*/ 4330959 h 5525541"/>
              <a:gd name="connsiteX18" fmla="*/ 3384518 w 4288208"/>
              <a:gd name="connsiteY18" fmla="*/ 4329170 h 5525541"/>
              <a:gd name="connsiteX19" fmla="*/ 2836735 w 4288208"/>
              <a:gd name="connsiteY19" fmla="*/ 4381065 h 5525541"/>
              <a:gd name="connsiteX20" fmla="*/ 2047969 w 4288208"/>
              <a:gd name="connsiteY20" fmla="*/ 4877946 h 5525541"/>
              <a:gd name="connsiteX21" fmla="*/ 2047969 w 4288208"/>
              <a:gd name="connsiteY21" fmla="*/ 4326187 h 5525541"/>
              <a:gd name="connsiteX22" fmla="*/ 481571 w 4288208"/>
              <a:gd name="connsiteY22" fmla="*/ 4326187 h 5525541"/>
              <a:gd name="connsiteX23" fmla="*/ 432857 w 4288208"/>
              <a:gd name="connsiteY23" fmla="*/ 4320819 h 5525541"/>
              <a:gd name="connsiteX24" fmla="*/ 315347 w 4288208"/>
              <a:gd name="connsiteY24" fmla="*/ 4107273 h 5525541"/>
              <a:gd name="connsiteX25" fmla="*/ 315347 w 4288208"/>
              <a:gd name="connsiteY25" fmla="*/ 314353 h 5525541"/>
              <a:gd name="connsiteX26" fmla="*/ 3971867 w 4288208"/>
              <a:gd name="connsiteY26" fmla="*/ 314353 h 5525541"/>
              <a:gd name="connsiteX27" fmla="*/ 3971867 w 4288208"/>
              <a:gd name="connsiteY27" fmla="*/ 4057366 h 5525541"/>
              <a:gd name="connsiteX28" fmla="*/ 3803258 w 4288208"/>
              <a:gd name="connsiteY28" fmla="*/ 4330959 h 552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288208" h="5525541">
                <a:moveTo>
                  <a:pt x="0" y="0"/>
                </a:moveTo>
                <a:lnTo>
                  <a:pt x="0" y="4153601"/>
                </a:lnTo>
                <a:cubicBezTo>
                  <a:pt x="0" y="4277871"/>
                  <a:pt x="44141" y="4399755"/>
                  <a:pt x="129241" y="4490422"/>
                </a:cubicBezTo>
                <a:cubicBezTo>
                  <a:pt x="161253" y="4524622"/>
                  <a:pt x="201019" y="4557031"/>
                  <a:pt x="250329" y="4583873"/>
                </a:cubicBezTo>
                <a:cubicBezTo>
                  <a:pt x="322704" y="4623242"/>
                  <a:pt x="404822" y="4641336"/>
                  <a:pt x="487337" y="4641336"/>
                </a:cubicBezTo>
                <a:lnTo>
                  <a:pt x="1788493" y="4641336"/>
                </a:lnTo>
                <a:lnTo>
                  <a:pt x="1788493" y="5525542"/>
                </a:lnTo>
                <a:cubicBezTo>
                  <a:pt x="1788493" y="5525542"/>
                  <a:pt x="2265889" y="4998240"/>
                  <a:pt x="2498125" y="4866016"/>
                </a:cubicBezTo>
                <a:cubicBezTo>
                  <a:pt x="2515423" y="4856074"/>
                  <a:pt x="2532721" y="4846332"/>
                  <a:pt x="2549423" y="4835197"/>
                </a:cubicBezTo>
                <a:cubicBezTo>
                  <a:pt x="2627167" y="4783700"/>
                  <a:pt x="2908514" y="4626026"/>
                  <a:pt x="3420705" y="4641336"/>
                </a:cubicBezTo>
                <a:lnTo>
                  <a:pt x="3796895" y="4641336"/>
                </a:lnTo>
                <a:cubicBezTo>
                  <a:pt x="3880205" y="4641336"/>
                  <a:pt x="3963119" y="4622845"/>
                  <a:pt x="4036289" y="4583277"/>
                </a:cubicBezTo>
                <a:cubicBezTo>
                  <a:pt x="4128547" y="4533569"/>
                  <a:pt x="4228957" y="4441311"/>
                  <a:pt x="4271109" y="4271310"/>
                </a:cubicBezTo>
                <a:cubicBezTo>
                  <a:pt x="4283437" y="4221403"/>
                  <a:pt x="4288209" y="4169905"/>
                  <a:pt x="4288209" y="4118606"/>
                </a:cubicBezTo>
                <a:lnTo>
                  <a:pt x="4288209" y="0"/>
                </a:lnTo>
                <a:lnTo>
                  <a:pt x="0" y="0"/>
                </a:lnTo>
                <a:close/>
                <a:moveTo>
                  <a:pt x="3803258" y="4330959"/>
                </a:moveTo>
                <a:lnTo>
                  <a:pt x="3501431" y="4330959"/>
                </a:lnTo>
                <a:cubicBezTo>
                  <a:pt x="3462460" y="4330959"/>
                  <a:pt x="3423488" y="4329369"/>
                  <a:pt x="3384518" y="4329170"/>
                </a:cubicBezTo>
                <a:cubicBezTo>
                  <a:pt x="3069369" y="4326386"/>
                  <a:pt x="2836735" y="4381065"/>
                  <a:pt x="2836735" y="4381065"/>
                </a:cubicBezTo>
                <a:cubicBezTo>
                  <a:pt x="2423563" y="4460797"/>
                  <a:pt x="2047969" y="4877946"/>
                  <a:pt x="2047969" y="4877946"/>
                </a:cubicBezTo>
                <a:lnTo>
                  <a:pt x="2047969" y="4326187"/>
                </a:lnTo>
                <a:lnTo>
                  <a:pt x="481571" y="4326187"/>
                </a:lnTo>
                <a:cubicBezTo>
                  <a:pt x="465267" y="4326187"/>
                  <a:pt x="448764" y="4324994"/>
                  <a:pt x="432857" y="4320819"/>
                </a:cubicBezTo>
                <a:cubicBezTo>
                  <a:pt x="282739" y="4282245"/>
                  <a:pt x="315347" y="4107273"/>
                  <a:pt x="315347" y="4107273"/>
                </a:cubicBezTo>
                <a:lnTo>
                  <a:pt x="315347" y="314353"/>
                </a:lnTo>
                <a:lnTo>
                  <a:pt x="3971867" y="314353"/>
                </a:lnTo>
                <a:lnTo>
                  <a:pt x="3971867" y="4057366"/>
                </a:lnTo>
                <a:cubicBezTo>
                  <a:pt x="4003879" y="4335532"/>
                  <a:pt x="3803258" y="4330959"/>
                  <a:pt x="3803258" y="4330959"/>
                </a:cubicBezTo>
                <a:close/>
              </a:path>
            </a:pathLst>
          </a:custGeom>
          <a:solidFill>
            <a:schemeClr val="tx2"/>
          </a:solidFill>
          <a:ln w="19844" cap="flat">
            <a:noFill/>
            <a:prstDash val="solid"/>
            <a:miter/>
          </a:ln>
        </p:spPr>
        <p:txBody>
          <a:bodyPr rtlCol="0" anchor="ctr"/>
          <a:lstStyle/>
          <a:p>
            <a:endParaRPr lang="ru-RU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0726E7-5B8E-44B5-8EED-BF082B2F0C43}"/>
              </a:ext>
            </a:extLst>
          </p:cNvPr>
          <p:cNvSpPr/>
          <p:nvPr userDrawn="1"/>
        </p:nvSpPr>
        <p:spPr>
          <a:xfrm>
            <a:off x="1798320" y="1438840"/>
            <a:ext cx="9948810" cy="3289783"/>
          </a:xfrm>
          <a:prstGeom prst="rect">
            <a:avLst/>
          </a:prstGeom>
          <a:solidFill>
            <a:srgbClr val="FFFFF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" name="4. Footnote" hidden="1">
            <a:extLst>
              <a:ext uri="{FF2B5EF4-FFF2-40B4-BE49-F238E27FC236}">
                <a16:creationId xmlns:a16="http://schemas.microsoft.com/office/drawing/2014/main" id="{59A60F0F-7511-49F0-BBCF-2DE6FB5D50AC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724864CF-8CD7-4C9B-9FD5-09CDA7EDF9DB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5" y="6514142"/>
            <a:ext cx="110825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8424E4B2-5377-4CD0-911A-315C5F2339D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2491740" y="2791344"/>
            <a:ext cx="6988621" cy="5847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lang="ru-RU" sz="38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ru-RU" dirty="0"/>
              <a:t>Спасибо за внимание!</a:t>
            </a:r>
          </a:p>
        </p:txBody>
      </p:sp>
      <p:pic>
        <p:nvPicPr>
          <p:cNvPr id="10" name="Google Shape;14;p2" descr="Google Shape;14;p2">
            <a:extLst>
              <a:ext uri="{FF2B5EF4-FFF2-40B4-BE49-F238E27FC236}">
                <a16:creationId xmlns:a16="http://schemas.microsoft.com/office/drawing/2014/main" id="{EFC24FBB-1B41-476E-AB05-B66EBB04F6D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"/>
            <a:ext cx="12192000" cy="6857596"/>
          </a:xfrm>
          <a:prstGeom prst="rect">
            <a:avLst/>
          </a:prstGeom>
        </p:spPr>
      </p:pic>
      <p:sp>
        <p:nvSpPr>
          <p:cNvPr id="2" name="TitleRectangle"/>
          <p:cNvSpPr>
            <a:spLocks/>
          </p:cNvSpPr>
          <p:nvPr userDrawn="1"/>
        </p:nvSpPr>
        <p:spPr bwMode="white">
          <a:xfrm>
            <a:off x="2837962" y="1"/>
            <a:ext cx="9356199" cy="4048475"/>
          </a:xfrm>
          <a:prstGeom prst="rect">
            <a:avLst/>
          </a:prstGeom>
          <a:solidFill>
            <a:schemeClr val="bg2">
              <a:alpha val="92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7" baseline="0" dirty="0">
              <a:solidFill>
                <a:srgbClr val="000000"/>
              </a:solidFill>
              <a:latin typeface="+mn-lt"/>
            </a:endParaRPr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9971039"/>
              </p:ext>
            </p:extLst>
          </p:nvPr>
        </p:nvGraphicFramePr>
        <p:xfrm>
          <a:off x="2161" y="1621"/>
          <a:ext cx="215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1" y="1621"/>
                        <a:ext cx="215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Working Draft Text"/>
          <p:cNvSpPr txBox="1">
            <a:spLocks noChangeArrowheads="1"/>
          </p:cNvSpPr>
          <p:nvPr userDrawn="1"/>
        </p:nvSpPr>
        <p:spPr bwMode="black">
          <a:xfrm>
            <a:off x="8153070" y="6415250"/>
            <a:ext cx="3795784" cy="128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816" b="1" baseline="0" dirty="0">
                <a:solidFill>
                  <a:srgbClr val="FFFFFF"/>
                </a:solidFill>
                <a:latin typeface="+mn-lt"/>
              </a:rPr>
              <a:t>WORKING DRAFT</a:t>
            </a:r>
          </a:p>
        </p:txBody>
      </p:sp>
      <p:sp>
        <p:nvSpPr>
          <p:cNvPr id="6" name="Working Draft"/>
          <p:cNvSpPr txBox="1">
            <a:spLocks noChangeArrowheads="1"/>
          </p:cNvSpPr>
          <p:nvPr userDrawn="1"/>
        </p:nvSpPr>
        <p:spPr bwMode="black">
          <a:xfrm>
            <a:off x="8153070" y="6540860"/>
            <a:ext cx="4038929" cy="128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816" baseline="0">
                <a:solidFill>
                  <a:srgbClr val="FFFFFF"/>
                </a:solidFill>
                <a:latin typeface="+mn-lt"/>
              </a:rPr>
              <a:t>Last Modified 08.11.2021 12:16 Russia TZ 2 Standard Time</a:t>
            </a:r>
            <a:endParaRPr lang="en-US" sz="816" baseline="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" name="Printed"/>
          <p:cNvSpPr txBox="1">
            <a:spLocks noChangeArrowheads="1"/>
          </p:cNvSpPr>
          <p:nvPr userDrawn="1"/>
        </p:nvSpPr>
        <p:spPr bwMode="black">
          <a:xfrm>
            <a:off x="8153070" y="6666472"/>
            <a:ext cx="3795784" cy="128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816" baseline="0">
                <a:solidFill>
                  <a:srgbClr val="FFFFFF"/>
                </a:solidFill>
                <a:latin typeface="+mn-lt"/>
              </a:rPr>
              <a:t>Printed 5/26/2021 9:53 AM Russia TZ 2 Standard Time</a:t>
            </a:r>
            <a:endParaRPr lang="en-US" sz="816" baseline="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3314" name="Title"/>
          <p:cNvSpPr>
            <a:spLocks noGrp="1" noChangeArrowheads="1"/>
          </p:cNvSpPr>
          <p:nvPr userDrawn="1">
            <p:ph type="ctrTitle"/>
          </p:nvPr>
        </p:nvSpPr>
        <p:spPr>
          <a:xfrm>
            <a:off x="3085967" y="1463555"/>
            <a:ext cx="8478152" cy="502445"/>
          </a:xfrm>
          <a:prstGeom prst="rect">
            <a:avLst/>
          </a:prstGeom>
        </p:spPr>
        <p:txBody>
          <a:bodyPr vert="horz">
            <a:spAutoFit/>
          </a:bodyPr>
          <a:lstStyle>
            <a:lvl1pPr>
              <a:defRPr sz="3265" b="0" baseline="0">
                <a:solidFill>
                  <a:schemeClr val="accent2"/>
                </a:solidFill>
                <a:latin typeface="+mj-lt"/>
                <a:ea typeface="+mj-ea"/>
              </a:defRPr>
            </a:lvl1pPr>
          </a:lstStyle>
          <a:p>
            <a:pPr lvl="0" latinLnBrk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3315" name="Subtitle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3085967" y="3182433"/>
            <a:ext cx="8478152" cy="21982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28" cap="all" baseline="0">
                <a:solidFill>
                  <a:schemeClr val="accent6"/>
                </a:solidFill>
                <a:latin typeface="+mn-lt"/>
                <a:ea typeface="+mn-ea"/>
              </a:defRPr>
            </a:lvl1pPr>
          </a:lstStyle>
          <a:p>
            <a:pPr lvl="0" latinLnBrk="0"/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57" name="Document type" hidden="1"/>
          <p:cNvSpPr txBox="1">
            <a:spLocks noChangeArrowheads="1"/>
          </p:cNvSpPr>
          <p:nvPr userDrawn="1"/>
        </p:nvSpPr>
        <p:spPr bwMode="gray">
          <a:xfrm>
            <a:off x="3085967" y="3650596"/>
            <a:ext cx="8478152" cy="224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28" baseline="0" dirty="0">
                <a:solidFill>
                  <a:schemeClr val="accent6"/>
                </a:solidFill>
                <a:latin typeface="+mn-lt"/>
              </a:rPr>
              <a:t>Document type | Date</a:t>
            </a:r>
          </a:p>
        </p:txBody>
      </p:sp>
      <p:sp>
        <p:nvSpPr>
          <p:cNvPr id="5" name="doc id" hidden="1"/>
          <p:cNvSpPr txBox="1">
            <a:spLocks noChangeArrowheads="1"/>
          </p:cNvSpPr>
          <p:nvPr userDrawn="1"/>
        </p:nvSpPr>
        <p:spPr bwMode="white">
          <a:xfrm>
            <a:off x="11487910" y="37255"/>
            <a:ext cx="401720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endParaRPr lang="en-US" sz="816" baseline="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28" name="LogoImage"/>
          <p:cNvSpPr>
            <a:spLocks noEditPoints="1"/>
          </p:cNvSpPr>
          <p:nvPr userDrawn="1"/>
        </p:nvSpPr>
        <p:spPr bwMode="auto">
          <a:xfrm>
            <a:off x="3085967" y="153713"/>
            <a:ext cx="2961770" cy="242909"/>
          </a:xfrm>
          <a:custGeom>
            <a:avLst/>
            <a:gdLst>
              <a:gd name="T0" fmla="*/ 504 w 5516"/>
              <a:gd name="T1" fmla="*/ 26 h 606"/>
              <a:gd name="T2" fmla="*/ 18 w 5516"/>
              <a:gd name="T3" fmla="*/ 22 h 606"/>
              <a:gd name="T4" fmla="*/ 140 w 5516"/>
              <a:gd name="T5" fmla="*/ 436 h 606"/>
              <a:gd name="T6" fmla="*/ 408 w 5516"/>
              <a:gd name="T7" fmla="*/ 372 h 606"/>
              <a:gd name="T8" fmla="*/ 696 w 5516"/>
              <a:gd name="T9" fmla="*/ 422 h 606"/>
              <a:gd name="T10" fmla="*/ 768 w 5516"/>
              <a:gd name="T11" fmla="*/ 196 h 606"/>
              <a:gd name="T12" fmla="*/ 1272 w 5516"/>
              <a:gd name="T13" fmla="*/ 26 h 606"/>
              <a:gd name="T14" fmla="*/ 1302 w 5516"/>
              <a:gd name="T15" fmla="*/ 338 h 606"/>
              <a:gd name="T16" fmla="*/ 1202 w 5516"/>
              <a:gd name="T17" fmla="*/ 436 h 606"/>
              <a:gd name="T18" fmla="*/ 1030 w 5516"/>
              <a:gd name="T19" fmla="*/ 10 h 606"/>
              <a:gd name="T20" fmla="*/ 960 w 5516"/>
              <a:gd name="T21" fmla="*/ 22 h 606"/>
              <a:gd name="T22" fmla="*/ 804 w 5516"/>
              <a:gd name="T23" fmla="*/ 434 h 606"/>
              <a:gd name="T24" fmla="*/ 930 w 5516"/>
              <a:gd name="T25" fmla="*/ 246 h 606"/>
              <a:gd name="T26" fmla="*/ 1658 w 5516"/>
              <a:gd name="T27" fmla="*/ 342 h 606"/>
              <a:gd name="T28" fmla="*/ 1368 w 5516"/>
              <a:gd name="T29" fmla="*/ 188 h 606"/>
              <a:gd name="T30" fmla="*/ 1514 w 5516"/>
              <a:gd name="T31" fmla="*/ 436 h 606"/>
              <a:gd name="T32" fmla="*/ 1564 w 5516"/>
              <a:gd name="T33" fmla="*/ 434 h 606"/>
              <a:gd name="T34" fmla="*/ 1904 w 5516"/>
              <a:gd name="T35" fmla="*/ 184 h 606"/>
              <a:gd name="T36" fmla="*/ 1728 w 5516"/>
              <a:gd name="T37" fmla="*/ 366 h 606"/>
              <a:gd name="T38" fmla="*/ 2102 w 5516"/>
              <a:gd name="T39" fmla="*/ 192 h 606"/>
              <a:gd name="T40" fmla="*/ 1982 w 5516"/>
              <a:gd name="T41" fmla="*/ 320 h 606"/>
              <a:gd name="T42" fmla="*/ 2478 w 5516"/>
              <a:gd name="T43" fmla="*/ 242 h 606"/>
              <a:gd name="T44" fmla="*/ 2406 w 5516"/>
              <a:gd name="T45" fmla="*/ 390 h 606"/>
              <a:gd name="T46" fmla="*/ 2234 w 5516"/>
              <a:gd name="T47" fmla="*/ 192 h 606"/>
              <a:gd name="T48" fmla="*/ 2478 w 5516"/>
              <a:gd name="T49" fmla="*/ 242 h 606"/>
              <a:gd name="T50" fmla="*/ 2928 w 5516"/>
              <a:gd name="T51" fmla="*/ 448 h 606"/>
              <a:gd name="T52" fmla="*/ 2958 w 5516"/>
              <a:gd name="T53" fmla="*/ 230 h 606"/>
              <a:gd name="T54" fmla="*/ 2716 w 5516"/>
              <a:gd name="T55" fmla="*/ 54 h 606"/>
              <a:gd name="T56" fmla="*/ 2714 w 5516"/>
              <a:gd name="T57" fmla="*/ 36 h 606"/>
              <a:gd name="T58" fmla="*/ 2928 w 5516"/>
              <a:gd name="T59" fmla="*/ 448 h 606"/>
              <a:gd name="T60" fmla="*/ 3388 w 5516"/>
              <a:gd name="T61" fmla="*/ 4 h 606"/>
              <a:gd name="T62" fmla="*/ 3396 w 5516"/>
              <a:gd name="T63" fmla="*/ 366 h 606"/>
              <a:gd name="T64" fmla="*/ 3580 w 5516"/>
              <a:gd name="T65" fmla="*/ 190 h 606"/>
              <a:gd name="T66" fmla="*/ 3502 w 5516"/>
              <a:gd name="T67" fmla="*/ 432 h 606"/>
              <a:gd name="T68" fmla="*/ 4232 w 5516"/>
              <a:gd name="T69" fmla="*/ 348 h 606"/>
              <a:gd name="T70" fmla="*/ 3858 w 5516"/>
              <a:gd name="T71" fmla="*/ 176 h 606"/>
              <a:gd name="T72" fmla="*/ 3758 w 5516"/>
              <a:gd name="T73" fmla="*/ 446 h 606"/>
              <a:gd name="T74" fmla="*/ 3990 w 5516"/>
              <a:gd name="T75" fmla="*/ 282 h 606"/>
              <a:gd name="T76" fmla="*/ 4042 w 5516"/>
              <a:gd name="T77" fmla="*/ 342 h 606"/>
              <a:gd name="T78" fmla="*/ 4134 w 5516"/>
              <a:gd name="T79" fmla="*/ 448 h 606"/>
              <a:gd name="T80" fmla="*/ 4454 w 5516"/>
              <a:gd name="T81" fmla="*/ 202 h 606"/>
              <a:gd name="T82" fmla="*/ 4284 w 5516"/>
              <a:gd name="T83" fmla="*/ 174 h 606"/>
              <a:gd name="T84" fmla="*/ 4432 w 5516"/>
              <a:gd name="T85" fmla="*/ 588 h 606"/>
              <a:gd name="T86" fmla="*/ 4792 w 5516"/>
              <a:gd name="T87" fmla="*/ 382 h 606"/>
              <a:gd name="T88" fmla="*/ 5192 w 5516"/>
              <a:gd name="T89" fmla="*/ 340 h 606"/>
              <a:gd name="T90" fmla="*/ 4902 w 5516"/>
              <a:gd name="T91" fmla="*/ 186 h 606"/>
              <a:gd name="T92" fmla="*/ 4850 w 5516"/>
              <a:gd name="T93" fmla="*/ 274 h 606"/>
              <a:gd name="T94" fmla="*/ 4742 w 5516"/>
              <a:gd name="T95" fmla="*/ 194 h 606"/>
              <a:gd name="T96" fmla="*/ 4794 w 5516"/>
              <a:gd name="T97" fmla="*/ 418 h 606"/>
              <a:gd name="T98" fmla="*/ 5004 w 5516"/>
              <a:gd name="T99" fmla="*/ 338 h 606"/>
              <a:gd name="T100" fmla="*/ 5098 w 5516"/>
              <a:gd name="T101" fmla="*/ 446 h 606"/>
              <a:gd name="T102" fmla="*/ 5418 w 5516"/>
              <a:gd name="T103" fmla="*/ 192 h 606"/>
              <a:gd name="T104" fmla="*/ 5348 w 5516"/>
              <a:gd name="T105" fmla="*/ 180 h 606"/>
              <a:gd name="T106" fmla="*/ 5254 w 5516"/>
              <a:gd name="T107" fmla="*/ 606 h 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5516" h="606">
                <a:moveTo>
                  <a:pt x="366" y="448"/>
                </a:moveTo>
                <a:cubicBezTo>
                  <a:pt x="524" y="448"/>
                  <a:pt x="524" y="448"/>
                  <a:pt x="524" y="448"/>
                </a:cubicBezTo>
                <a:cubicBezTo>
                  <a:pt x="524" y="436"/>
                  <a:pt x="524" y="436"/>
                  <a:pt x="524" y="436"/>
                </a:cubicBezTo>
                <a:cubicBezTo>
                  <a:pt x="486" y="432"/>
                  <a:pt x="470" y="414"/>
                  <a:pt x="468" y="362"/>
                </a:cubicBezTo>
                <a:cubicBezTo>
                  <a:pt x="454" y="86"/>
                  <a:pt x="454" y="86"/>
                  <a:pt x="454" y="86"/>
                </a:cubicBezTo>
                <a:cubicBezTo>
                  <a:pt x="452" y="46"/>
                  <a:pt x="470" y="30"/>
                  <a:pt x="504" y="26"/>
                </a:cubicBezTo>
                <a:cubicBezTo>
                  <a:pt x="504" y="12"/>
                  <a:pt x="504" y="12"/>
                  <a:pt x="504" y="12"/>
                </a:cubicBezTo>
                <a:cubicBezTo>
                  <a:pt x="394" y="12"/>
                  <a:pt x="394" y="12"/>
                  <a:pt x="394" y="12"/>
                </a:cubicBezTo>
                <a:cubicBezTo>
                  <a:pt x="264" y="350"/>
                  <a:pt x="264" y="350"/>
                  <a:pt x="264" y="350"/>
                </a:cubicBezTo>
                <a:cubicBezTo>
                  <a:pt x="132" y="10"/>
                  <a:pt x="132" y="10"/>
                  <a:pt x="132" y="10"/>
                </a:cubicBezTo>
                <a:cubicBezTo>
                  <a:pt x="18" y="10"/>
                  <a:pt x="18" y="10"/>
                  <a:pt x="18" y="10"/>
                </a:cubicBezTo>
                <a:cubicBezTo>
                  <a:pt x="18" y="22"/>
                  <a:pt x="18" y="22"/>
                  <a:pt x="18" y="22"/>
                </a:cubicBezTo>
                <a:cubicBezTo>
                  <a:pt x="40" y="26"/>
                  <a:pt x="74" y="32"/>
                  <a:pt x="72" y="84"/>
                </a:cubicBezTo>
                <a:cubicBezTo>
                  <a:pt x="58" y="352"/>
                  <a:pt x="58" y="352"/>
                  <a:pt x="58" y="352"/>
                </a:cubicBezTo>
                <a:cubicBezTo>
                  <a:pt x="54" y="410"/>
                  <a:pt x="38" y="430"/>
                  <a:pt x="0" y="436"/>
                </a:cubicBezTo>
                <a:cubicBezTo>
                  <a:pt x="0" y="448"/>
                  <a:pt x="0" y="448"/>
                  <a:pt x="0" y="448"/>
                </a:cubicBezTo>
                <a:cubicBezTo>
                  <a:pt x="140" y="448"/>
                  <a:pt x="140" y="448"/>
                  <a:pt x="140" y="448"/>
                </a:cubicBezTo>
                <a:cubicBezTo>
                  <a:pt x="140" y="436"/>
                  <a:pt x="140" y="436"/>
                  <a:pt x="140" y="436"/>
                </a:cubicBezTo>
                <a:cubicBezTo>
                  <a:pt x="98" y="428"/>
                  <a:pt x="84" y="414"/>
                  <a:pt x="88" y="356"/>
                </a:cubicBezTo>
                <a:cubicBezTo>
                  <a:pt x="100" y="86"/>
                  <a:pt x="100" y="86"/>
                  <a:pt x="100" y="86"/>
                </a:cubicBezTo>
                <a:cubicBezTo>
                  <a:pt x="240" y="444"/>
                  <a:pt x="240" y="444"/>
                  <a:pt x="240" y="444"/>
                </a:cubicBezTo>
                <a:cubicBezTo>
                  <a:pt x="258" y="444"/>
                  <a:pt x="258" y="444"/>
                  <a:pt x="258" y="444"/>
                </a:cubicBezTo>
                <a:cubicBezTo>
                  <a:pt x="396" y="86"/>
                  <a:pt x="396" y="86"/>
                  <a:pt x="396" y="86"/>
                </a:cubicBezTo>
                <a:cubicBezTo>
                  <a:pt x="408" y="372"/>
                  <a:pt x="408" y="372"/>
                  <a:pt x="408" y="372"/>
                </a:cubicBezTo>
                <a:cubicBezTo>
                  <a:pt x="410" y="416"/>
                  <a:pt x="398" y="430"/>
                  <a:pt x="366" y="434"/>
                </a:cubicBezTo>
                <a:lnTo>
                  <a:pt x="366" y="448"/>
                </a:lnTo>
                <a:close/>
                <a:moveTo>
                  <a:pt x="670" y="456"/>
                </a:moveTo>
                <a:cubicBezTo>
                  <a:pt x="708" y="456"/>
                  <a:pt x="756" y="440"/>
                  <a:pt x="782" y="412"/>
                </a:cubicBezTo>
                <a:cubicBezTo>
                  <a:pt x="776" y="400"/>
                  <a:pt x="776" y="400"/>
                  <a:pt x="776" y="400"/>
                </a:cubicBezTo>
                <a:cubicBezTo>
                  <a:pt x="750" y="416"/>
                  <a:pt x="722" y="422"/>
                  <a:pt x="696" y="422"/>
                </a:cubicBezTo>
                <a:cubicBezTo>
                  <a:pt x="620" y="422"/>
                  <a:pt x="592" y="358"/>
                  <a:pt x="592" y="290"/>
                </a:cubicBezTo>
                <a:cubicBezTo>
                  <a:pt x="592" y="258"/>
                  <a:pt x="600" y="236"/>
                  <a:pt x="614" y="222"/>
                </a:cubicBezTo>
                <a:cubicBezTo>
                  <a:pt x="626" y="210"/>
                  <a:pt x="646" y="204"/>
                  <a:pt x="664" y="204"/>
                </a:cubicBezTo>
                <a:cubicBezTo>
                  <a:pt x="690" y="204"/>
                  <a:pt x="722" y="214"/>
                  <a:pt x="744" y="244"/>
                </a:cubicBezTo>
                <a:cubicBezTo>
                  <a:pt x="750" y="244"/>
                  <a:pt x="750" y="244"/>
                  <a:pt x="750" y="244"/>
                </a:cubicBezTo>
                <a:cubicBezTo>
                  <a:pt x="758" y="234"/>
                  <a:pt x="766" y="212"/>
                  <a:pt x="768" y="196"/>
                </a:cubicBezTo>
                <a:cubicBezTo>
                  <a:pt x="748" y="180"/>
                  <a:pt x="720" y="172"/>
                  <a:pt x="686" y="172"/>
                </a:cubicBezTo>
                <a:cubicBezTo>
                  <a:pt x="604" y="172"/>
                  <a:pt x="544" y="246"/>
                  <a:pt x="544" y="326"/>
                </a:cubicBezTo>
                <a:cubicBezTo>
                  <a:pt x="540" y="390"/>
                  <a:pt x="576" y="456"/>
                  <a:pt x="670" y="456"/>
                </a:cubicBezTo>
                <a:moveTo>
                  <a:pt x="1272" y="98"/>
                </a:moveTo>
                <a:cubicBezTo>
                  <a:pt x="1292" y="98"/>
                  <a:pt x="1308" y="82"/>
                  <a:pt x="1308" y="62"/>
                </a:cubicBezTo>
                <a:cubicBezTo>
                  <a:pt x="1308" y="42"/>
                  <a:pt x="1292" y="26"/>
                  <a:pt x="1272" y="26"/>
                </a:cubicBezTo>
                <a:cubicBezTo>
                  <a:pt x="1252" y="26"/>
                  <a:pt x="1238" y="42"/>
                  <a:pt x="1238" y="62"/>
                </a:cubicBezTo>
                <a:cubicBezTo>
                  <a:pt x="1238" y="82"/>
                  <a:pt x="1252" y="98"/>
                  <a:pt x="1272" y="98"/>
                </a:cubicBezTo>
                <a:moveTo>
                  <a:pt x="1202" y="448"/>
                </a:moveTo>
                <a:cubicBezTo>
                  <a:pt x="1346" y="448"/>
                  <a:pt x="1346" y="448"/>
                  <a:pt x="1346" y="448"/>
                </a:cubicBezTo>
                <a:cubicBezTo>
                  <a:pt x="1346" y="436"/>
                  <a:pt x="1346" y="436"/>
                  <a:pt x="1346" y="436"/>
                </a:cubicBezTo>
                <a:cubicBezTo>
                  <a:pt x="1304" y="432"/>
                  <a:pt x="1302" y="434"/>
                  <a:pt x="1302" y="338"/>
                </a:cubicBezTo>
                <a:cubicBezTo>
                  <a:pt x="1302" y="176"/>
                  <a:pt x="1302" y="176"/>
                  <a:pt x="1302" y="176"/>
                </a:cubicBezTo>
                <a:cubicBezTo>
                  <a:pt x="1200" y="176"/>
                  <a:pt x="1200" y="176"/>
                  <a:pt x="1200" y="176"/>
                </a:cubicBezTo>
                <a:cubicBezTo>
                  <a:pt x="1200" y="188"/>
                  <a:pt x="1200" y="188"/>
                  <a:pt x="1200" y="188"/>
                </a:cubicBezTo>
                <a:cubicBezTo>
                  <a:pt x="1244" y="190"/>
                  <a:pt x="1250" y="192"/>
                  <a:pt x="1250" y="268"/>
                </a:cubicBezTo>
                <a:cubicBezTo>
                  <a:pt x="1250" y="336"/>
                  <a:pt x="1250" y="336"/>
                  <a:pt x="1250" y="336"/>
                </a:cubicBezTo>
                <a:cubicBezTo>
                  <a:pt x="1250" y="432"/>
                  <a:pt x="1248" y="432"/>
                  <a:pt x="1202" y="436"/>
                </a:cubicBezTo>
                <a:cubicBezTo>
                  <a:pt x="1178" y="434"/>
                  <a:pt x="1154" y="426"/>
                  <a:pt x="1076" y="338"/>
                </a:cubicBezTo>
                <a:cubicBezTo>
                  <a:pt x="1046" y="302"/>
                  <a:pt x="996" y="244"/>
                  <a:pt x="968" y="206"/>
                </a:cubicBezTo>
                <a:cubicBezTo>
                  <a:pt x="1062" y="102"/>
                  <a:pt x="1062" y="102"/>
                  <a:pt x="1062" y="102"/>
                </a:cubicBezTo>
                <a:cubicBezTo>
                  <a:pt x="1108" y="52"/>
                  <a:pt x="1132" y="26"/>
                  <a:pt x="1176" y="24"/>
                </a:cubicBezTo>
                <a:cubicBezTo>
                  <a:pt x="1176" y="10"/>
                  <a:pt x="1176" y="10"/>
                  <a:pt x="1176" y="10"/>
                </a:cubicBezTo>
                <a:cubicBezTo>
                  <a:pt x="1030" y="10"/>
                  <a:pt x="1030" y="10"/>
                  <a:pt x="1030" y="10"/>
                </a:cubicBezTo>
                <a:cubicBezTo>
                  <a:pt x="1030" y="22"/>
                  <a:pt x="1030" y="22"/>
                  <a:pt x="1030" y="22"/>
                </a:cubicBezTo>
                <a:cubicBezTo>
                  <a:pt x="1050" y="26"/>
                  <a:pt x="1056" y="32"/>
                  <a:pt x="1056" y="46"/>
                </a:cubicBezTo>
                <a:cubicBezTo>
                  <a:pt x="1056" y="56"/>
                  <a:pt x="1054" y="72"/>
                  <a:pt x="1026" y="102"/>
                </a:cubicBezTo>
                <a:cubicBezTo>
                  <a:pt x="910" y="230"/>
                  <a:pt x="910" y="230"/>
                  <a:pt x="910" y="230"/>
                </a:cubicBezTo>
                <a:cubicBezTo>
                  <a:pt x="910" y="148"/>
                  <a:pt x="910" y="148"/>
                  <a:pt x="910" y="148"/>
                </a:cubicBezTo>
                <a:cubicBezTo>
                  <a:pt x="910" y="36"/>
                  <a:pt x="916" y="28"/>
                  <a:pt x="960" y="22"/>
                </a:cubicBezTo>
                <a:cubicBezTo>
                  <a:pt x="960" y="8"/>
                  <a:pt x="960" y="8"/>
                  <a:pt x="960" y="8"/>
                </a:cubicBezTo>
                <a:cubicBezTo>
                  <a:pt x="804" y="8"/>
                  <a:pt x="804" y="8"/>
                  <a:pt x="804" y="8"/>
                </a:cubicBezTo>
                <a:cubicBezTo>
                  <a:pt x="804" y="22"/>
                  <a:pt x="804" y="22"/>
                  <a:pt x="804" y="22"/>
                </a:cubicBezTo>
                <a:cubicBezTo>
                  <a:pt x="852" y="26"/>
                  <a:pt x="854" y="36"/>
                  <a:pt x="854" y="148"/>
                </a:cubicBezTo>
                <a:cubicBezTo>
                  <a:pt x="854" y="300"/>
                  <a:pt x="854" y="300"/>
                  <a:pt x="854" y="300"/>
                </a:cubicBezTo>
                <a:cubicBezTo>
                  <a:pt x="854" y="422"/>
                  <a:pt x="850" y="430"/>
                  <a:pt x="804" y="434"/>
                </a:cubicBezTo>
                <a:cubicBezTo>
                  <a:pt x="804" y="446"/>
                  <a:pt x="804" y="446"/>
                  <a:pt x="804" y="446"/>
                </a:cubicBezTo>
                <a:cubicBezTo>
                  <a:pt x="960" y="446"/>
                  <a:pt x="960" y="446"/>
                  <a:pt x="960" y="446"/>
                </a:cubicBezTo>
                <a:cubicBezTo>
                  <a:pt x="960" y="434"/>
                  <a:pt x="960" y="434"/>
                  <a:pt x="960" y="434"/>
                </a:cubicBezTo>
                <a:cubicBezTo>
                  <a:pt x="910" y="428"/>
                  <a:pt x="910" y="424"/>
                  <a:pt x="910" y="292"/>
                </a:cubicBezTo>
                <a:cubicBezTo>
                  <a:pt x="910" y="268"/>
                  <a:pt x="910" y="268"/>
                  <a:pt x="910" y="268"/>
                </a:cubicBezTo>
                <a:cubicBezTo>
                  <a:pt x="930" y="246"/>
                  <a:pt x="930" y="246"/>
                  <a:pt x="930" y="246"/>
                </a:cubicBezTo>
                <a:cubicBezTo>
                  <a:pt x="982" y="310"/>
                  <a:pt x="1038" y="380"/>
                  <a:pt x="1098" y="448"/>
                </a:cubicBezTo>
                <a:cubicBezTo>
                  <a:pt x="1202" y="448"/>
                  <a:pt x="1202" y="448"/>
                  <a:pt x="1202" y="448"/>
                </a:cubicBezTo>
                <a:close/>
                <a:moveTo>
                  <a:pt x="1564" y="448"/>
                </a:moveTo>
                <a:cubicBezTo>
                  <a:pt x="1706" y="448"/>
                  <a:pt x="1706" y="448"/>
                  <a:pt x="1706" y="448"/>
                </a:cubicBezTo>
                <a:cubicBezTo>
                  <a:pt x="1706" y="436"/>
                  <a:pt x="1706" y="436"/>
                  <a:pt x="1706" y="436"/>
                </a:cubicBezTo>
                <a:cubicBezTo>
                  <a:pt x="1658" y="434"/>
                  <a:pt x="1658" y="432"/>
                  <a:pt x="1658" y="342"/>
                </a:cubicBezTo>
                <a:cubicBezTo>
                  <a:pt x="1658" y="280"/>
                  <a:pt x="1658" y="280"/>
                  <a:pt x="1658" y="280"/>
                </a:cubicBezTo>
                <a:cubicBezTo>
                  <a:pt x="1658" y="198"/>
                  <a:pt x="1612" y="172"/>
                  <a:pt x="1570" y="172"/>
                </a:cubicBezTo>
                <a:cubicBezTo>
                  <a:pt x="1534" y="172"/>
                  <a:pt x="1498" y="188"/>
                  <a:pt x="1470" y="224"/>
                </a:cubicBezTo>
                <a:cubicBezTo>
                  <a:pt x="1470" y="176"/>
                  <a:pt x="1470" y="176"/>
                  <a:pt x="1470" y="176"/>
                </a:cubicBezTo>
                <a:cubicBezTo>
                  <a:pt x="1368" y="176"/>
                  <a:pt x="1368" y="176"/>
                  <a:pt x="1368" y="176"/>
                </a:cubicBezTo>
                <a:cubicBezTo>
                  <a:pt x="1368" y="188"/>
                  <a:pt x="1368" y="188"/>
                  <a:pt x="1368" y="188"/>
                </a:cubicBezTo>
                <a:cubicBezTo>
                  <a:pt x="1412" y="190"/>
                  <a:pt x="1418" y="192"/>
                  <a:pt x="1418" y="268"/>
                </a:cubicBezTo>
                <a:cubicBezTo>
                  <a:pt x="1418" y="336"/>
                  <a:pt x="1418" y="336"/>
                  <a:pt x="1418" y="336"/>
                </a:cubicBezTo>
                <a:cubicBezTo>
                  <a:pt x="1418" y="434"/>
                  <a:pt x="1418" y="434"/>
                  <a:pt x="1370" y="436"/>
                </a:cubicBezTo>
                <a:cubicBezTo>
                  <a:pt x="1370" y="448"/>
                  <a:pt x="1370" y="448"/>
                  <a:pt x="1370" y="448"/>
                </a:cubicBezTo>
                <a:cubicBezTo>
                  <a:pt x="1514" y="448"/>
                  <a:pt x="1514" y="448"/>
                  <a:pt x="1514" y="448"/>
                </a:cubicBezTo>
                <a:cubicBezTo>
                  <a:pt x="1514" y="436"/>
                  <a:pt x="1514" y="436"/>
                  <a:pt x="1514" y="436"/>
                </a:cubicBezTo>
                <a:cubicBezTo>
                  <a:pt x="1472" y="432"/>
                  <a:pt x="1470" y="434"/>
                  <a:pt x="1470" y="338"/>
                </a:cubicBezTo>
                <a:cubicBezTo>
                  <a:pt x="1470" y="262"/>
                  <a:pt x="1470" y="262"/>
                  <a:pt x="1470" y="262"/>
                </a:cubicBezTo>
                <a:cubicBezTo>
                  <a:pt x="1470" y="236"/>
                  <a:pt x="1504" y="206"/>
                  <a:pt x="1546" y="206"/>
                </a:cubicBezTo>
                <a:cubicBezTo>
                  <a:pt x="1580" y="206"/>
                  <a:pt x="1606" y="220"/>
                  <a:pt x="1606" y="286"/>
                </a:cubicBezTo>
                <a:cubicBezTo>
                  <a:pt x="1606" y="340"/>
                  <a:pt x="1606" y="340"/>
                  <a:pt x="1606" y="340"/>
                </a:cubicBezTo>
                <a:cubicBezTo>
                  <a:pt x="1606" y="432"/>
                  <a:pt x="1602" y="432"/>
                  <a:pt x="1564" y="434"/>
                </a:cubicBezTo>
                <a:lnTo>
                  <a:pt x="1564" y="448"/>
                </a:lnTo>
                <a:close/>
                <a:moveTo>
                  <a:pt x="1776" y="222"/>
                </a:moveTo>
                <a:cubicBezTo>
                  <a:pt x="1776" y="200"/>
                  <a:pt x="1796" y="188"/>
                  <a:pt x="1822" y="188"/>
                </a:cubicBezTo>
                <a:cubicBezTo>
                  <a:pt x="1874" y="188"/>
                  <a:pt x="1896" y="236"/>
                  <a:pt x="1900" y="252"/>
                </a:cubicBezTo>
                <a:cubicBezTo>
                  <a:pt x="1912" y="252"/>
                  <a:pt x="1912" y="252"/>
                  <a:pt x="1912" y="252"/>
                </a:cubicBezTo>
                <a:cubicBezTo>
                  <a:pt x="1912" y="212"/>
                  <a:pt x="1908" y="188"/>
                  <a:pt x="1904" y="184"/>
                </a:cubicBezTo>
                <a:cubicBezTo>
                  <a:pt x="1900" y="180"/>
                  <a:pt x="1862" y="170"/>
                  <a:pt x="1824" y="170"/>
                </a:cubicBezTo>
                <a:cubicBezTo>
                  <a:pt x="1768" y="170"/>
                  <a:pt x="1734" y="206"/>
                  <a:pt x="1734" y="248"/>
                </a:cubicBezTo>
                <a:cubicBezTo>
                  <a:pt x="1734" y="340"/>
                  <a:pt x="1890" y="322"/>
                  <a:pt x="1890" y="396"/>
                </a:cubicBezTo>
                <a:cubicBezTo>
                  <a:pt x="1890" y="422"/>
                  <a:pt x="1866" y="436"/>
                  <a:pt x="1826" y="436"/>
                </a:cubicBezTo>
                <a:cubicBezTo>
                  <a:pt x="1788" y="436"/>
                  <a:pt x="1754" y="416"/>
                  <a:pt x="1744" y="366"/>
                </a:cubicBezTo>
                <a:cubicBezTo>
                  <a:pt x="1728" y="366"/>
                  <a:pt x="1728" y="366"/>
                  <a:pt x="1728" y="366"/>
                </a:cubicBezTo>
                <a:cubicBezTo>
                  <a:pt x="1728" y="386"/>
                  <a:pt x="1732" y="422"/>
                  <a:pt x="1734" y="428"/>
                </a:cubicBezTo>
                <a:cubicBezTo>
                  <a:pt x="1744" y="446"/>
                  <a:pt x="1788" y="454"/>
                  <a:pt x="1824" y="454"/>
                </a:cubicBezTo>
                <a:cubicBezTo>
                  <a:pt x="1888" y="454"/>
                  <a:pt x="1928" y="416"/>
                  <a:pt x="1928" y="372"/>
                </a:cubicBezTo>
                <a:cubicBezTo>
                  <a:pt x="1932" y="270"/>
                  <a:pt x="1776" y="286"/>
                  <a:pt x="1776" y="222"/>
                </a:cubicBezTo>
                <a:moveTo>
                  <a:pt x="2030" y="270"/>
                </a:moveTo>
                <a:cubicBezTo>
                  <a:pt x="2034" y="220"/>
                  <a:pt x="2058" y="192"/>
                  <a:pt x="2102" y="192"/>
                </a:cubicBezTo>
                <a:cubicBezTo>
                  <a:pt x="2144" y="192"/>
                  <a:pt x="2170" y="220"/>
                  <a:pt x="2172" y="270"/>
                </a:cubicBezTo>
                <a:lnTo>
                  <a:pt x="2030" y="270"/>
                </a:lnTo>
                <a:close/>
                <a:moveTo>
                  <a:pt x="2030" y="290"/>
                </a:moveTo>
                <a:cubicBezTo>
                  <a:pt x="2222" y="290"/>
                  <a:pt x="2222" y="290"/>
                  <a:pt x="2222" y="290"/>
                </a:cubicBezTo>
                <a:cubicBezTo>
                  <a:pt x="2226" y="228"/>
                  <a:pt x="2192" y="168"/>
                  <a:pt x="2114" y="168"/>
                </a:cubicBezTo>
                <a:cubicBezTo>
                  <a:pt x="2034" y="168"/>
                  <a:pt x="1982" y="232"/>
                  <a:pt x="1982" y="320"/>
                </a:cubicBezTo>
                <a:cubicBezTo>
                  <a:pt x="1982" y="388"/>
                  <a:pt x="2018" y="456"/>
                  <a:pt x="2112" y="456"/>
                </a:cubicBezTo>
                <a:cubicBezTo>
                  <a:pt x="2150" y="456"/>
                  <a:pt x="2198" y="440"/>
                  <a:pt x="2224" y="412"/>
                </a:cubicBezTo>
                <a:cubicBezTo>
                  <a:pt x="2218" y="400"/>
                  <a:pt x="2218" y="400"/>
                  <a:pt x="2218" y="400"/>
                </a:cubicBezTo>
                <a:cubicBezTo>
                  <a:pt x="2192" y="416"/>
                  <a:pt x="2164" y="422"/>
                  <a:pt x="2138" y="422"/>
                </a:cubicBezTo>
                <a:cubicBezTo>
                  <a:pt x="2058" y="420"/>
                  <a:pt x="2028" y="352"/>
                  <a:pt x="2030" y="290"/>
                </a:cubicBezTo>
                <a:moveTo>
                  <a:pt x="2478" y="242"/>
                </a:moveTo>
                <a:cubicBezTo>
                  <a:pt x="2490" y="206"/>
                  <a:pt x="2510" y="192"/>
                  <a:pt x="2528" y="192"/>
                </a:cubicBezTo>
                <a:cubicBezTo>
                  <a:pt x="2528" y="180"/>
                  <a:pt x="2528" y="180"/>
                  <a:pt x="2528" y="180"/>
                </a:cubicBezTo>
                <a:cubicBezTo>
                  <a:pt x="2430" y="180"/>
                  <a:pt x="2430" y="180"/>
                  <a:pt x="2430" y="180"/>
                </a:cubicBezTo>
                <a:cubicBezTo>
                  <a:pt x="2430" y="192"/>
                  <a:pt x="2430" y="192"/>
                  <a:pt x="2430" y="192"/>
                </a:cubicBezTo>
                <a:cubicBezTo>
                  <a:pt x="2454" y="194"/>
                  <a:pt x="2466" y="206"/>
                  <a:pt x="2458" y="234"/>
                </a:cubicBezTo>
                <a:cubicBezTo>
                  <a:pt x="2406" y="390"/>
                  <a:pt x="2406" y="390"/>
                  <a:pt x="2406" y="390"/>
                </a:cubicBezTo>
                <a:cubicBezTo>
                  <a:pt x="2354" y="270"/>
                  <a:pt x="2354" y="270"/>
                  <a:pt x="2354" y="270"/>
                </a:cubicBezTo>
                <a:cubicBezTo>
                  <a:pt x="2340" y="238"/>
                  <a:pt x="2334" y="224"/>
                  <a:pt x="2334" y="212"/>
                </a:cubicBezTo>
                <a:cubicBezTo>
                  <a:pt x="2334" y="202"/>
                  <a:pt x="2340" y="196"/>
                  <a:pt x="2360" y="192"/>
                </a:cubicBezTo>
                <a:cubicBezTo>
                  <a:pt x="2360" y="180"/>
                  <a:pt x="2360" y="180"/>
                  <a:pt x="2360" y="180"/>
                </a:cubicBezTo>
                <a:cubicBezTo>
                  <a:pt x="2234" y="180"/>
                  <a:pt x="2234" y="180"/>
                  <a:pt x="2234" y="180"/>
                </a:cubicBezTo>
                <a:cubicBezTo>
                  <a:pt x="2234" y="192"/>
                  <a:pt x="2234" y="192"/>
                  <a:pt x="2234" y="192"/>
                </a:cubicBezTo>
                <a:cubicBezTo>
                  <a:pt x="2266" y="194"/>
                  <a:pt x="2268" y="198"/>
                  <a:pt x="2310" y="292"/>
                </a:cubicBezTo>
                <a:cubicBezTo>
                  <a:pt x="2382" y="450"/>
                  <a:pt x="2382" y="450"/>
                  <a:pt x="2382" y="450"/>
                </a:cubicBezTo>
                <a:cubicBezTo>
                  <a:pt x="2358" y="512"/>
                  <a:pt x="2320" y="546"/>
                  <a:pt x="2242" y="564"/>
                </a:cubicBezTo>
                <a:cubicBezTo>
                  <a:pt x="2246" y="576"/>
                  <a:pt x="2260" y="600"/>
                  <a:pt x="2268" y="606"/>
                </a:cubicBezTo>
                <a:cubicBezTo>
                  <a:pt x="2370" y="564"/>
                  <a:pt x="2390" y="498"/>
                  <a:pt x="2426" y="396"/>
                </a:cubicBezTo>
                <a:lnTo>
                  <a:pt x="2478" y="242"/>
                </a:lnTo>
                <a:close/>
                <a:moveTo>
                  <a:pt x="2844" y="394"/>
                </a:moveTo>
                <a:cubicBezTo>
                  <a:pt x="2822" y="412"/>
                  <a:pt x="2782" y="416"/>
                  <a:pt x="2750" y="416"/>
                </a:cubicBezTo>
                <a:cubicBezTo>
                  <a:pt x="2670" y="416"/>
                  <a:pt x="2606" y="360"/>
                  <a:pt x="2606" y="284"/>
                </a:cubicBezTo>
                <a:cubicBezTo>
                  <a:pt x="2606" y="236"/>
                  <a:pt x="2626" y="206"/>
                  <a:pt x="2658" y="198"/>
                </a:cubicBezTo>
                <a:cubicBezTo>
                  <a:pt x="2698" y="266"/>
                  <a:pt x="2770" y="338"/>
                  <a:pt x="2844" y="394"/>
                </a:cubicBezTo>
                <a:moveTo>
                  <a:pt x="2928" y="448"/>
                </a:moveTo>
                <a:cubicBezTo>
                  <a:pt x="3022" y="448"/>
                  <a:pt x="3022" y="448"/>
                  <a:pt x="3022" y="448"/>
                </a:cubicBezTo>
                <a:cubicBezTo>
                  <a:pt x="3022" y="436"/>
                  <a:pt x="3022" y="436"/>
                  <a:pt x="3022" y="436"/>
                </a:cubicBezTo>
                <a:cubicBezTo>
                  <a:pt x="2992" y="432"/>
                  <a:pt x="2946" y="408"/>
                  <a:pt x="2896" y="372"/>
                </a:cubicBezTo>
                <a:cubicBezTo>
                  <a:pt x="2914" y="342"/>
                  <a:pt x="2918" y="300"/>
                  <a:pt x="2922" y="270"/>
                </a:cubicBezTo>
                <a:cubicBezTo>
                  <a:pt x="2926" y="244"/>
                  <a:pt x="2946" y="244"/>
                  <a:pt x="2958" y="242"/>
                </a:cubicBezTo>
                <a:cubicBezTo>
                  <a:pt x="2958" y="230"/>
                  <a:pt x="2958" y="230"/>
                  <a:pt x="2958" y="230"/>
                </a:cubicBezTo>
                <a:cubicBezTo>
                  <a:pt x="2834" y="230"/>
                  <a:pt x="2834" y="230"/>
                  <a:pt x="2834" y="230"/>
                </a:cubicBezTo>
                <a:cubicBezTo>
                  <a:pt x="2834" y="242"/>
                  <a:pt x="2834" y="242"/>
                  <a:pt x="2834" y="242"/>
                </a:cubicBezTo>
                <a:cubicBezTo>
                  <a:pt x="2864" y="246"/>
                  <a:pt x="2892" y="250"/>
                  <a:pt x="2892" y="294"/>
                </a:cubicBezTo>
                <a:cubicBezTo>
                  <a:pt x="2892" y="318"/>
                  <a:pt x="2888" y="342"/>
                  <a:pt x="2878" y="358"/>
                </a:cubicBezTo>
                <a:cubicBezTo>
                  <a:pt x="2770" y="274"/>
                  <a:pt x="2670" y="156"/>
                  <a:pt x="2670" y="96"/>
                </a:cubicBezTo>
                <a:cubicBezTo>
                  <a:pt x="2670" y="66"/>
                  <a:pt x="2688" y="54"/>
                  <a:pt x="2716" y="54"/>
                </a:cubicBezTo>
                <a:cubicBezTo>
                  <a:pt x="2752" y="54"/>
                  <a:pt x="2784" y="78"/>
                  <a:pt x="2800" y="124"/>
                </a:cubicBezTo>
                <a:cubicBezTo>
                  <a:pt x="2812" y="124"/>
                  <a:pt x="2812" y="124"/>
                  <a:pt x="2812" y="124"/>
                </a:cubicBezTo>
                <a:cubicBezTo>
                  <a:pt x="2810" y="42"/>
                  <a:pt x="2810" y="42"/>
                  <a:pt x="2810" y="42"/>
                </a:cubicBezTo>
                <a:cubicBezTo>
                  <a:pt x="2798" y="42"/>
                  <a:pt x="2798" y="42"/>
                  <a:pt x="2798" y="42"/>
                </a:cubicBezTo>
                <a:cubicBezTo>
                  <a:pt x="2798" y="48"/>
                  <a:pt x="2792" y="52"/>
                  <a:pt x="2788" y="52"/>
                </a:cubicBezTo>
                <a:cubicBezTo>
                  <a:pt x="2772" y="52"/>
                  <a:pt x="2752" y="36"/>
                  <a:pt x="2714" y="36"/>
                </a:cubicBezTo>
                <a:cubicBezTo>
                  <a:pt x="2672" y="36"/>
                  <a:pt x="2630" y="62"/>
                  <a:pt x="2630" y="118"/>
                </a:cubicBezTo>
                <a:cubicBezTo>
                  <a:pt x="2630" y="140"/>
                  <a:pt x="2636" y="160"/>
                  <a:pt x="2648" y="182"/>
                </a:cubicBezTo>
                <a:cubicBezTo>
                  <a:pt x="2592" y="200"/>
                  <a:pt x="2562" y="248"/>
                  <a:pt x="2562" y="304"/>
                </a:cubicBezTo>
                <a:cubicBezTo>
                  <a:pt x="2562" y="406"/>
                  <a:pt x="2640" y="460"/>
                  <a:pt x="2726" y="460"/>
                </a:cubicBezTo>
                <a:cubicBezTo>
                  <a:pt x="2780" y="460"/>
                  <a:pt x="2824" y="444"/>
                  <a:pt x="2862" y="410"/>
                </a:cubicBezTo>
                <a:cubicBezTo>
                  <a:pt x="2888" y="424"/>
                  <a:pt x="2912" y="442"/>
                  <a:pt x="2928" y="448"/>
                </a:cubicBezTo>
                <a:moveTo>
                  <a:pt x="3094" y="212"/>
                </a:moveTo>
                <a:cubicBezTo>
                  <a:pt x="3094" y="88"/>
                  <a:pt x="3154" y="20"/>
                  <a:pt x="3252" y="20"/>
                </a:cubicBezTo>
                <a:cubicBezTo>
                  <a:pt x="3328" y="20"/>
                  <a:pt x="3372" y="58"/>
                  <a:pt x="3392" y="134"/>
                </a:cubicBezTo>
                <a:cubicBezTo>
                  <a:pt x="3404" y="134"/>
                  <a:pt x="3404" y="134"/>
                  <a:pt x="3404" y="134"/>
                </a:cubicBezTo>
                <a:cubicBezTo>
                  <a:pt x="3400" y="4"/>
                  <a:pt x="3400" y="4"/>
                  <a:pt x="3400" y="4"/>
                </a:cubicBezTo>
                <a:cubicBezTo>
                  <a:pt x="3388" y="4"/>
                  <a:pt x="3388" y="4"/>
                  <a:pt x="3388" y="4"/>
                </a:cubicBezTo>
                <a:cubicBezTo>
                  <a:pt x="3384" y="14"/>
                  <a:pt x="3376" y="18"/>
                  <a:pt x="3364" y="18"/>
                </a:cubicBezTo>
                <a:cubicBezTo>
                  <a:pt x="3338" y="18"/>
                  <a:pt x="3314" y="0"/>
                  <a:pt x="3248" y="0"/>
                </a:cubicBezTo>
                <a:cubicBezTo>
                  <a:pt x="3118" y="0"/>
                  <a:pt x="3030" y="102"/>
                  <a:pt x="3030" y="242"/>
                </a:cubicBezTo>
                <a:cubicBezTo>
                  <a:pt x="3030" y="376"/>
                  <a:pt x="3110" y="460"/>
                  <a:pt x="3238" y="460"/>
                </a:cubicBezTo>
                <a:cubicBezTo>
                  <a:pt x="3320" y="460"/>
                  <a:pt x="3384" y="420"/>
                  <a:pt x="3408" y="380"/>
                </a:cubicBezTo>
                <a:cubicBezTo>
                  <a:pt x="3396" y="366"/>
                  <a:pt x="3396" y="366"/>
                  <a:pt x="3396" y="366"/>
                </a:cubicBezTo>
                <a:cubicBezTo>
                  <a:pt x="3370" y="402"/>
                  <a:pt x="3314" y="426"/>
                  <a:pt x="3256" y="426"/>
                </a:cubicBezTo>
                <a:cubicBezTo>
                  <a:pt x="3156" y="426"/>
                  <a:pt x="3094" y="340"/>
                  <a:pt x="3094" y="212"/>
                </a:cubicBezTo>
                <a:moveTo>
                  <a:pt x="3678" y="328"/>
                </a:moveTo>
                <a:cubicBezTo>
                  <a:pt x="3678" y="392"/>
                  <a:pt x="3650" y="430"/>
                  <a:pt x="3592" y="430"/>
                </a:cubicBezTo>
                <a:cubicBezTo>
                  <a:pt x="3542" y="430"/>
                  <a:pt x="3496" y="384"/>
                  <a:pt x="3496" y="292"/>
                </a:cubicBezTo>
                <a:cubicBezTo>
                  <a:pt x="3496" y="226"/>
                  <a:pt x="3528" y="190"/>
                  <a:pt x="3580" y="190"/>
                </a:cubicBezTo>
                <a:cubicBezTo>
                  <a:pt x="3628" y="192"/>
                  <a:pt x="3678" y="238"/>
                  <a:pt x="3678" y="328"/>
                </a:cubicBezTo>
                <a:moveTo>
                  <a:pt x="3732" y="312"/>
                </a:moveTo>
                <a:cubicBezTo>
                  <a:pt x="3732" y="260"/>
                  <a:pt x="3710" y="214"/>
                  <a:pt x="3672" y="190"/>
                </a:cubicBezTo>
                <a:cubicBezTo>
                  <a:pt x="3650" y="176"/>
                  <a:pt x="3620" y="168"/>
                  <a:pt x="3588" y="168"/>
                </a:cubicBezTo>
                <a:cubicBezTo>
                  <a:pt x="3502" y="168"/>
                  <a:pt x="3442" y="230"/>
                  <a:pt x="3442" y="310"/>
                </a:cubicBezTo>
                <a:cubicBezTo>
                  <a:pt x="3442" y="364"/>
                  <a:pt x="3464" y="408"/>
                  <a:pt x="3502" y="432"/>
                </a:cubicBezTo>
                <a:cubicBezTo>
                  <a:pt x="3524" y="446"/>
                  <a:pt x="3554" y="452"/>
                  <a:pt x="3586" y="452"/>
                </a:cubicBezTo>
                <a:cubicBezTo>
                  <a:pt x="3672" y="454"/>
                  <a:pt x="3732" y="394"/>
                  <a:pt x="3732" y="312"/>
                </a:cubicBezTo>
                <a:moveTo>
                  <a:pt x="4136" y="448"/>
                </a:moveTo>
                <a:cubicBezTo>
                  <a:pt x="4280" y="448"/>
                  <a:pt x="4280" y="448"/>
                  <a:pt x="4280" y="448"/>
                </a:cubicBezTo>
                <a:cubicBezTo>
                  <a:pt x="4280" y="436"/>
                  <a:pt x="4280" y="436"/>
                  <a:pt x="4280" y="436"/>
                </a:cubicBezTo>
                <a:cubicBezTo>
                  <a:pt x="4230" y="434"/>
                  <a:pt x="4232" y="426"/>
                  <a:pt x="4232" y="348"/>
                </a:cubicBezTo>
                <a:cubicBezTo>
                  <a:pt x="4232" y="276"/>
                  <a:pt x="4232" y="276"/>
                  <a:pt x="4232" y="276"/>
                </a:cubicBezTo>
                <a:cubicBezTo>
                  <a:pt x="4232" y="200"/>
                  <a:pt x="4190" y="172"/>
                  <a:pt x="4142" y="172"/>
                </a:cubicBezTo>
                <a:cubicBezTo>
                  <a:pt x="4098" y="172"/>
                  <a:pt x="4064" y="196"/>
                  <a:pt x="4038" y="232"/>
                </a:cubicBezTo>
                <a:cubicBezTo>
                  <a:pt x="4028" y="194"/>
                  <a:pt x="4000" y="172"/>
                  <a:pt x="3954" y="172"/>
                </a:cubicBezTo>
                <a:cubicBezTo>
                  <a:pt x="3916" y="172"/>
                  <a:pt x="3880" y="196"/>
                  <a:pt x="3858" y="224"/>
                </a:cubicBezTo>
                <a:cubicBezTo>
                  <a:pt x="3858" y="176"/>
                  <a:pt x="3858" y="176"/>
                  <a:pt x="3858" y="176"/>
                </a:cubicBezTo>
                <a:cubicBezTo>
                  <a:pt x="3756" y="176"/>
                  <a:pt x="3756" y="176"/>
                  <a:pt x="3756" y="176"/>
                </a:cubicBezTo>
                <a:cubicBezTo>
                  <a:pt x="3756" y="188"/>
                  <a:pt x="3756" y="188"/>
                  <a:pt x="3756" y="188"/>
                </a:cubicBezTo>
                <a:cubicBezTo>
                  <a:pt x="3800" y="190"/>
                  <a:pt x="3806" y="192"/>
                  <a:pt x="3806" y="268"/>
                </a:cubicBezTo>
                <a:cubicBezTo>
                  <a:pt x="3806" y="346"/>
                  <a:pt x="3806" y="346"/>
                  <a:pt x="3806" y="346"/>
                </a:cubicBezTo>
                <a:cubicBezTo>
                  <a:pt x="3806" y="434"/>
                  <a:pt x="3804" y="434"/>
                  <a:pt x="3758" y="434"/>
                </a:cubicBezTo>
                <a:cubicBezTo>
                  <a:pt x="3758" y="446"/>
                  <a:pt x="3758" y="446"/>
                  <a:pt x="3758" y="446"/>
                </a:cubicBezTo>
                <a:cubicBezTo>
                  <a:pt x="3902" y="446"/>
                  <a:pt x="3902" y="446"/>
                  <a:pt x="3902" y="446"/>
                </a:cubicBezTo>
                <a:cubicBezTo>
                  <a:pt x="3902" y="434"/>
                  <a:pt x="3902" y="434"/>
                  <a:pt x="3902" y="434"/>
                </a:cubicBezTo>
                <a:cubicBezTo>
                  <a:pt x="3862" y="430"/>
                  <a:pt x="3858" y="430"/>
                  <a:pt x="3858" y="342"/>
                </a:cubicBezTo>
                <a:cubicBezTo>
                  <a:pt x="3858" y="262"/>
                  <a:pt x="3858" y="262"/>
                  <a:pt x="3858" y="262"/>
                </a:cubicBezTo>
                <a:cubicBezTo>
                  <a:pt x="3858" y="234"/>
                  <a:pt x="3894" y="204"/>
                  <a:pt x="3932" y="204"/>
                </a:cubicBezTo>
                <a:cubicBezTo>
                  <a:pt x="3974" y="204"/>
                  <a:pt x="3990" y="226"/>
                  <a:pt x="3990" y="282"/>
                </a:cubicBezTo>
                <a:cubicBezTo>
                  <a:pt x="3990" y="338"/>
                  <a:pt x="3990" y="338"/>
                  <a:pt x="3990" y="338"/>
                </a:cubicBezTo>
                <a:cubicBezTo>
                  <a:pt x="3990" y="428"/>
                  <a:pt x="3988" y="432"/>
                  <a:pt x="3950" y="436"/>
                </a:cubicBezTo>
                <a:cubicBezTo>
                  <a:pt x="3950" y="448"/>
                  <a:pt x="3950" y="448"/>
                  <a:pt x="3950" y="448"/>
                </a:cubicBezTo>
                <a:cubicBezTo>
                  <a:pt x="4086" y="448"/>
                  <a:pt x="4086" y="448"/>
                  <a:pt x="4086" y="448"/>
                </a:cubicBezTo>
                <a:cubicBezTo>
                  <a:pt x="4086" y="436"/>
                  <a:pt x="4086" y="436"/>
                  <a:pt x="4086" y="436"/>
                </a:cubicBezTo>
                <a:cubicBezTo>
                  <a:pt x="4040" y="432"/>
                  <a:pt x="4042" y="428"/>
                  <a:pt x="4042" y="342"/>
                </a:cubicBezTo>
                <a:cubicBezTo>
                  <a:pt x="4042" y="264"/>
                  <a:pt x="4042" y="264"/>
                  <a:pt x="4042" y="264"/>
                </a:cubicBezTo>
                <a:cubicBezTo>
                  <a:pt x="4042" y="236"/>
                  <a:pt x="4078" y="206"/>
                  <a:pt x="4118" y="206"/>
                </a:cubicBezTo>
                <a:cubicBezTo>
                  <a:pt x="4152" y="206"/>
                  <a:pt x="4174" y="226"/>
                  <a:pt x="4174" y="284"/>
                </a:cubicBezTo>
                <a:cubicBezTo>
                  <a:pt x="4174" y="346"/>
                  <a:pt x="4174" y="346"/>
                  <a:pt x="4174" y="346"/>
                </a:cubicBezTo>
                <a:cubicBezTo>
                  <a:pt x="4174" y="428"/>
                  <a:pt x="4174" y="432"/>
                  <a:pt x="4134" y="436"/>
                </a:cubicBezTo>
                <a:cubicBezTo>
                  <a:pt x="4134" y="448"/>
                  <a:pt x="4134" y="448"/>
                  <a:pt x="4134" y="448"/>
                </a:cubicBezTo>
                <a:lnTo>
                  <a:pt x="4136" y="448"/>
                </a:lnTo>
                <a:close/>
                <a:moveTo>
                  <a:pt x="4546" y="316"/>
                </a:moveTo>
                <a:cubicBezTo>
                  <a:pt x="4546" y="388"/>
                  <a:pt x="4516" y="432"/>
                  <a:pt x="4460" y="432"/>
                </a:cubicBezTo>
                <a:cubicBezTo>
                  <a:pt x="4424" y="432"/>
                  <a:pt x="4384" y="412"/>
                  <a:pt x="4384" y="384"/>
                </a:cubicBezTo>
                <a:cubicBezTo>
                  <a:pt x="4384" y="248"/>
                  <a:pt x="4384" y="248"/>
                  <a:pt x="4384" y="248"/>
                </a:cubicBezTo>
                <a:cubicBezTo>
                  <a:pt x="4384" y="226"/>
                  <a:pt x="4416" y="202"/>
                  <a:pt x="4454" y="202"/>
                </a:cubicBezTo>
                <a:cubicBezTo>
                  <a:pt x="4510" y="206"/>
                  <a:pt x="4546" y="248"/>
                  <a:pt x="4546" y="316"/>
                </a:cubicBezTo>
                <a:moveTo>
                  <a:pt x="4600" y="310"/>
                </a:moveTo>
                <a:cubicBezTo>
                  <a:pt x="4600" y="230"/>
                  <a:pt x="4548" y="170"/>
                  <a:pt x="4478" y="170"/>
                </a:cubicBezTo>
                <a:cubicBezTo>
                  <a:pt x="4438" y="170"/>
                  <a:pt x="4406" y="188"/>
                  <a:pt x="4384" y="214"/>
                </a:cubicBezTo>
                <a:cubicBezTo>
                  <a:pt x="4384" y="174"/>
                  <a:pt x="4384" y="174"/>
                  <a:pt x="4384" y="174"/>
                </a:cubicBezTo>
                <a:cubicBezTo>
                  <a:pt x="4284" y="174"/>
                  <a:pt x="4284" y="174"/>
                  <a:pt x="4284" y="174"/>
                </a:cubicBezTo>
                <a:cubicBezTo>
                  <a:pt x="4284" y="186"/>
                  <a:pt x="4284" y="186"/>
                  <a:pt x="4284" y="186"/>
                </a:cubicBezTo>
                <a:cubicBezTo>
                  <a:pt x="4326" y="188"/>
                  <a:pt x="4332" y="190"/>
                  <a:pt x="4332" y="280"/>
                </a:cubicBezTo>
                <a:cubicBezTo>
                  <a:pt x="4332" y="466"/>
                  <a:pt x="4332" y="466"/>
                  <a:pt x="4332" y="466"/>
                </a:cubicBezTo>
                <a:cubicBezTo>
                  <a:pt x="4332" y="564"/>
                  <a:pt x="4334" y="570"/>
                  <a:pt x="4286" y="574"/>
                </a:cubicBezTo>
                <a:cubicBezTo>
                  <a:pt x="4286" y="588"/>
                  <a:pt x="4286" y="588"/>
                  <a:pt x="4286" y="588"/>
                </a:cubicBezTo>
                <a:cubicBezTo>
                  <a:pt x="4432" y="588"/>
                  <a:pt x="4432" y="588"/>
                  <a:pt x="4432" y="588"/>
                </a:cubicBezTo>
                <a:cubicBezTo>
                  <a:pt x="4432" y="574"/>
                  <a:pt x="4432" y="574"/>
                  <a:pt x="4432" y="574"/>
                </a:cubicBezTo>
                <a:cubicBezTo>
                  <a:pt x="4380" y="572"/>
                  <a:pt x="4384" y="564"/>
                  <a:pt x="4384" y="462"/>
                </a:cubicBezTo>
                <a:cubicBezTo>
                  <a:pt x="4384" y="424"/>
                  <a:pt x="4384" y="424"/>
                  <a:pt x="4384" y="424"/>
                </a:cubicBezTo>
                <a:cubicBezTo>
                  <a:pt x="4404" y="444"/>
                  <a:pt x="4436" y="454"/>
                  <a:pt x="4466" y="454"/>
                </a:cubicBezTo>
                <a:cubicBezTo>
                  <a:pt x="4548" y="454"/>
                  <a:pt x="4600" y="392"/>
                  <a:pt x="4600" y="310"/>
                </a:cubicBezTo>
                <a:moveTo>
                  <a:pt x="4792" y="382"/>
                </a:moveTo>
                <a:cubicBezTo>
                  <a:pt x="4792" y="404"/>
                  <a:pt x="4762" y="424"/>
                  <a:pt x="4736" y="424"/>
                </a:cubicBezTo>
                <a:cubicBezTo>
                  <a:pt x="4712" y="424"/>
                  <a:pt x="4694" y="410"/>
                  <a:pt x="4694" y="378"/>
                </a:cubicBezTo>
                <a:cubicBezTo>
                  <a:pt x="4694" y="322"/>
                  <a:pt x="4752" y="328"/>
                  <a:pt x="4792" y="306"/>
                </a:cubicBezTo>
                <a:cubicBezTo>
                  <a:pt x="4792" y="382"/>
                  <a:pt x="4792" y="382"/>
                  <a:pt x="4792" y="382"/>
                </a:cubicBezTo>
                <a:close/>
                <a:moveTo>
                  <a:pt x="5240" y="434"/>
                </a:moveTo>
                <a:cubicBezTo>
                  <a:pt x="5192" y="432"/>
                  <a:pt x="5192" y="430"/>
                  <a:pt x="5192" y="340"/>
                </a:cubicBezTo>
                <a:cubicBezTo>
                  <a:pt x="5192" y="278"/>
                  <a:pt x="5192" y="278"/>
                  <a:pt x="5192" y="278"/>
                </a:cubicBezTo>
                <a:cubicBezTo>
                  <a:pt x="5192" y="196"/>
                  <a:pt x="5146" y="170"/>
                  <a:pt x="5104" y="170"/>
                </a:cubicBezTo>
                <a:cubicBezTo>
                  <a:pt x="5068" y="170"/>
                  <a:pt x="5032" y="186"/>
                  <a:pt x="5004" y="222"/>
                </a:cubicBezTo>
                <a:cubicBezTo>
                  <a:pt x="5004" y="174"/>
                  <a:pt x="5004" y="174"/>
                  <a:pt x="5004" y="174"/>
                </a:cubicBezTo>
                <a:cubicBezTo>
                  <a:pt x="4902" y="174"/>
                  <a:pt x="4902" y="174"/>
                  <a:pt x="4902" y="174"/>
                </a:cubicBezTo>
                <a:cubicBezTo>
                  <a:pt x="4902" y="186"/>
                  <a:pt x="4902" y="186"/>
                  <a:pt x="4902" y="186"/>
                </a:cubicBezTo>
                <a:cubicBezTo>
                  <a:pt x="4946" y="188"/>
                  <a:pt x="4952" y="190"/>
                  <a:pt x="4952" y="266"/>
                </a:cubicBezTo>
                <a:cubicBezTo>
                  <a:pt x="4952" y="334"/>
                  <a:pt x="4952" y="334"/>
                  <a:pt x="4952" y="334"/>
                </a:cubicBezTo>
                <a:cubicBezTo>
                  <a:pt x="4952" y="430"/>
                  <a:pt x="4952" y="432"/>
                  <a:pt x="4904" y="434"/>
                </a:cubicBezTo>
                <a:cubicBezTo>
                  <a:pt x="4892" y="434"/>
                  <a:pt x="4892" y="434"/>
                  <a:pt x="4892" y="434"/>
                </a:cubicBezTo>
                <a:cubicBezTo>
                  <a:pt x="4854" y="434"/>
                  <a:pt x="4850" y="422"/>
                  <a:pt x="4850" y="366"/>
                </a:cubicBezTo>
                <a:cubicBezTo>
                  <a:pt x="4850" y="274"/>
                  <a:pt x="4850" y="274"/>
                  <a:pt x="4850" y="274"/>
                </a:cubicBezTo>
                <a:cubicBezTo>
                  <a:pt x="4850" y="256"/>
                  <a:pt x="4848" y="240"/>
                  <a:pt x="4844" y="228"/>
                </a:cubicBezTo>
                <a:cubicBezTo>
                  <a:pt x="4830" y="186"/>
                  <a:pt x="4796" y="170"/>
                  <a:pt x="4748" y="170"/>
                </a:cubicBezTo>
                <a:cubicBezTo>
                  <a:pt x="4718" y="170"/>
                  <a:pt x="4674" y="180"/>
                  <a:pt x="4650" y="202"/>
                </a:cubicBezTo>
                <a:cubicBezTo>
                  <a:pt x="4652" y="214"/>
                  <a:pt x="4664" y="240"/>
                  <a:pt x="4670" y="248"/>
                </a:cubicBezTo>
                <a:cubicBezTo>
                  <a:pt x="4676" y="246"/>
                  <a:pt x="4676" y="246"/>
                  <a:pt x="4676" y="246"/>
                </a:cubicBezTo>
                <a:cubicBezTo>
                  <a:pt x="4688" y="216"/>
                  <a:pt x="4708" y="194"/>
                  <a:pt x="4742" y="194"/>
                </a:cubicBezTo>
                <a:cubicBezTo>
                  <a:pt x="4778" y="194"/>
                  <a:pt x="4794" y="220"/>
                  <a:pt x="4794" y="250"/>
                </a:cubicBezTo>
                <a:cubicBezTo>
                  <a:pt x="4794" y="282"/>
                  <a:pt x="4794" y="282"/>
                  <a:pt x="4794" y="282"/>
                </a:cubicBezTo>
                <a:cubicBezTo>
                  <a:pt x="4794" y="302"/>
                  <a:pt x="4702" y="306"/>
                  <a:pt x="4664" y="338"/>
                </a:cubicBezTo>
                <a:cubicBezTo>
                  <a:pt x="4652" y="350"/>
                  <a:pt x="4642" y="364"/>
                  <a:pt x="4642" y="384"/>
                </a:cubicBezTo>
                <a:cubicBezTo>
                  <a:pt x="4642" y="426"/>
                  <a:pt x="4672" y="456"/>
                  <a:pt x="4716" y="456"/>
                </a:cubicBezTo>
                <a:cubicBezTo>
                  <a:pt x="4744" y="456"/>
                  <a:pt x="4768" y="446"/>
                  <a:pt x="4794" y="418"/>
                </a:cubicBezTo>
                <a:cubicBezTo>
                  <a:pt x="4798" y="438"/>
                  <a:pt x="4814" y="448"/>
                  <a:pt x="4842" y="448"/>
                </a:cubicBezTo>
                <a:cubicBezTo>
                  <a:pt x="4906" y="448"/>
                  <a:pt x="4906" y="448"/>
                  <a:pt x="4906" y="448"/>
                </a:cubicBezTo>
                <a:cubicBezTo>
                  <a:pt x="4906" y="448"/>
                  <a:pt x="4906" y="448"/>
                  <a:pt x="4906" y="448"/>
                </a:cubicBezTo>
                <a:cubicBezTo>
                  <a:pt x="5048" y="448"/>
                  <a:pt x="5048" y="448"/>
                  <a:pt x="5048" y="448"/>
                </a:cubicBezTo>
                <a:cubicBezTo>
                  <a:pt x="5048" y="436"/>
                  <a:pt x="5048" y="436"/>
                  <a:pt x="5048" y="436"/>
                </a:cubicBezTo>
                <a:cubicBezTo>
                  <a:pt x="5006" y="432"/>
                  <a:pt x="5004" y="434"/>
                  <a:pt x="5004" y="338"/>
                </a:cubicBezTo>
                <a:cubicBezTo>
                  <a:pt x="5004" y="262"/>
                  <a:pt x="5004" y="262"/>
                  <a:pt x="5004" y="262"/>
                </a:cubicBezTo>
                <a:cubicBezTo>
                  <a:pt x="5004" y="236"/>
                  <a:pt x="5038" y="206"/>
                  <a:pt x="5080" y="206"/>
                </a:cubicBezTo>
                <a:cubicBezTo>
                  <a:pt x="5114" y="206"/>
                  <a:pt x="5140" y="220"/>
                  <a:pt x="5140" y="286"/>
                </a:cubicBezTo>
                <a:cubicBezTo>
                  <a:pt x="5140" y="340"/>
                  <a:pt x="5140" y="340"/>
                  <a:pt x="5140" y="340"/>
                </a:cubicBezTo>
                <a:cubicBezTo>
                  <a:pt x="5140" y="432"/>
                  <a:pt x="5136" y="432"/>
                  <a:pt x="5098" y="434"/>
                </a:cubicBezTo>
                <a:cubicBezTo>
                  <a:pt x="5098" y="446"/>
                  <a:pt x="5098" y="446"/>
                  <a:pt x="5098" y="446"/>
                </a:cubicBezTo>
                <a:cubicBezTo>
                  <a:pt x="5240" y="446"/>
                  <a:pt x="5240" y="446"/>
                  <a:pt x="5240" y="446"/>
                </a:cubicBezTo>
                <a:lnTo>
                  <a:pt x="5240" y="434"/>
                </a:lnTo>
                <a:close/>
                <a:moveTo>
                  <a:pt x="5516" y="192"/>
                </a:moveTo>
                <a:cubicBezTo>
                  <a:pt x="5516" y="180"/>
                  <a:pt x="5516" y="180"/>
                  <a:pt x="5516" y="180"/>
                </a:cubicBezTo>
                <a:cubicBezTo>
                  <a:pt x="5418" y="180"/>
                  <a:pt x="5418" y="180"/>
                  <a:pt x="5418" y="180"/>
                </a:cubicBezTo>
                <a:cubicBezTo>
                  <a:pt x="5418" y="192"/>
                  <a:pt x="5418" y="192"/>
                  <a:pt x="5418" y="192"/>
                </a:cubicBezTo>
                <a:cubicBezTo>
                  <a:pt x="5442" y="194"/>
                  <a:pt x="5454" y="206"/>
                  <a:pt x="5446" y="234"/>
                </a:cubicBezTo>
                <a:cubicBezTo>
                  <a:pt x="5394" y="390"/>
                  <a:pt x="5394" y="390"/>
                  <a:pt x="5394" y="390"/>
                </a:cubicBezTo>
                <a:cubicBezTo>
                  <a:pt x="5342" y="270"/>
                  <a:pt x="5342" y="270"/>
                  <a:pt x="5342" y="270"/>
                </a:cubicBezTo>
                <a:cubicBezTo>
                  <a:pt x="5328" y="238"/>
                  <a:pt x="5322" y="224"/>
                  <a:pt x="5322" y="212"/>
                </a:cubicBezTo>
                <a:cubicBezTo>
                  <a:pt x="5322" y="202"/>
                  <a:pt x="5328" y="196"/>
                  <a:pt x="5348" y="192"/>
                </a:cubicBezTo>
                <a:cubicBezTo>
                  <a:pt x="5348" y="180"/>
                  <a:pt x="5348" y="180"/>
                  <a:pt x="5348" y="180"/>
                </a:cubicBezTo>
                <a:cubicBezTo>
                  <a:pt x="5220" y="180"/>
                  <a:pt x="5220" y="180"/>
                  <a:pt x="5220" y="180"/>
                </a:cubicBezTo>
                <a:cubicBezTo>
                  <a:pt x="5220" y="192"/>
                  <a:pt x="5220" y="192"/>
                  <a:pt x="5220" y="192"/>
                </a:cubicBezTo>
                <a:cubicBezTo>
                  <a:pt x="5252" y="194"/>
                  <a:pt x="5254" y="198"/>
                  <a:pt x="5296" y="292"/>
                </a:cubicBezTo>
                <a:cubicBezTo>
                  <a:pt x="5368" y="450"/>
                  <a:pt x="5368" y="450"/>
                  <a:pt x="5368" y="450"/>
                </a:cubicBezTo>
                <a:cubicBezTo>
                  <a:pt x="5344" y="512"/>
                  <a:pt x="5306" y="546"/>
                  <a:pt x="5228" y="564"/>
                </a:cubicBezTo>
                <a:cubicBezTo>
                  <a:pt x="5232" y="576"/>
                  <a:pt x="5246" y="600"/>
                  <a:pt x="5254" y="606"/>
                </a:cubicBezTo>
                <a:cubicBezTo>
                  <a:pt x="5356" y="564"/>
                  <a:pt x="5376" y="498"/>
                  <a:pt x="5412" y="396"/>
                </a:cubicBezTo>
                <a:cubicBezTo>
                  <a:pt x="5466" y="242"/>
                  <a:pt x="5466" y="242"/>
                  <a:pt x="5466" y="242"/>
                </a:cubicBezTo>
                <a:cubicBezTo>
                  <a:pt x="5478" y="206"/>
                  <a:pt x="5498" y="192"/>
                  <a:pt x="5516" y="192"/>
                </a:cubicBezTo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3297" tIns="46649" rIns="93297" bIns="46649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en-US" sz="1632" baseline="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6" name="Disclaimer-English (United States)" hidden="1"/>
          <p:cNvSpPr>
            <a:spLocks noChangeArrowheads="1"/>
          </p:cNvSpPr>
          <p:nvPr userDrawn="1"/>
        </p:nvSpPr>
        <p:spPr bwMode="black">
          <a:xfrm>
            <a:off x="3085967" y="6540989"/>
            <a:ext cx="4822214" cy="251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/>
          <a:p>
            <a:pPr defTabSz="821202" eaLnBrk="0" hangingPunct="0"/>
            <a:r>
              <a:rPr lang="en-US" sz="816" baseline="0" dirty="0">
                <a:solidFill>
                  <a:srgbClr val="FFFFFF"/>
                </a:solidFill>
                <a:latin typeface="+mn-lt"/>
              </a:rPr>
              <a:t>CONFIDENTIAL AND PROPRIETARY</a:t>
            </a:r>
          </a:p>
          <a:p>
            <a:pPr defTabSz="821202" eaLnBrk="0" hangingPunct="0"/>
            <a:r>
              <a:rPr lang="en-US" sz="816" baseline="0" dirty="0">
                <a:solidFill>
                  <a:srgbClr val="FFFFFF"/>
                </a:solidFill>
                <a:latin typeface="+mn-lt"/>
              </a:rPr>
              <a:t>Any use of this material without specific permission of McKinsey &amp; Company is strictly prohibited</a:t>
            </a:r>
          </a:p>
        </p:txBody>
      </p:sp>
    </p:spTree>
    <p:extLst>
      <p:ext uri="{BB962C8B-B14F-4D97-AF65-F5344CB8AC3E}">
        <p14:creationId xmlns:p14="http://schemas.microsoft.com/office/powerpoint/2010/main" val="13886078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031703"/>
              </p:ext>
            </p:extLst>
          </p:nvPr>
        </p:nvGraphicFramePr>
        <p:xfrm>
          <a:off x="2161" y="1621"/>
          <a:ext cx="215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1" y="1621"/>
                        <a:ext cx="215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/>
          <p:cNvSpPr txBox="1">
            <a:spLocks/>
          </p:cNvSpPr>
          <p:nvPr userDrawn="1"/>
        </p:nvSpPr>
        <p:spPr bwMode="auto">
          <a:xfrm>
            <a:off x="11652053" y="6640499"/>
            <a:ext cx="128240" cy="12554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1000" baseline="0">
                <a:latin typeface="+mn-lt"/>
              </a:defRPr>
            </a:lvl1pPr>
          </a:lstStyle>
          <a:p>
            <a:fld id="{42C328C1-A84F-4A39-A664-DBA00541A8C6}" type="slidenum">
              <a:rPr lang="en-US" sz="816" baseline="0" smtClean="0">
                <a:solidFill>
                  <a:srgbClr val="808080"/>
                </a:solidFill>
                <a:latin typeface="+mn-lt"/>
              </a:rPr>
              <a:pPr/>
              <a:t>‹#›</a:t>
            </a:fld>
            <a:endParaRPr lang="en-US" sz="816" baseline="0" dirty="0">
              <a:solidFill>
                <a:srgbClr val="808080"/>
              </a:solidFill>
              <a:latin typeface="+mn-lt"/>
            </a:endParaRPr>
          </a:p>
        </p:txBody>
      </p:sp>
      <p:sp>
        <p:nvSpPr>
          <p:cNvPr id="9" name="SlideLogoText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10485994" y="6640499"/>
            <a:ext cx="1029128" cy="125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r" defTabSz="913526"/>
            <a:r>
              <a:rPr lang="en-US" sz="816" baseline="0" dirty="0">
                <a:solidFill>
                  <a:srgbClr val="808080"/>
                </a:solidFill>
                <a:latin typeface="+mn-lt"/>
              </a:rPr>
              <a:t>McKinsey &amp; Company</a:t>
            </a:r>
          </a:p>
        </p:txBody>
      </p:sp>
      <p:sp>
        <p:nvSpPr>
          <p:cNvPr id="5" name="doc id" hidden="1"/>
          <p:cNvSpPr>
            <a:spLocks noChangeArrowheads="1"/>
          </p:cNvSpPr>
          <p:nvPr userDrawn="1"/>
        </p:nvSpPr>
        <p:spPr bwMode="auto">
          <a:xfrm>
            <a:off x="10995478" y="51833"/>
            <a:ext cx="894152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913526"/>
            <a:endParaRPr lang="en-US" sz="816" baseline="0" dirty="0">
              <a:solidFill>
                <a:srgbClr val="80808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39107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05">
          <p15:clr>
            <a:srgbClr val="F26B43"/>
          </p15:clr>
        </p15:guide>
        <p15:guide id="2" pos="74">
          <p15:clr>
            <a:srgbClr val="F26B43"/>
          </p15:clr>
        </p15:guide>
        <p15:guide id="3" orient="horz" pos="571">
          <p15:clr>
            <a:srgbClr val="F26B43"/>
          </p15:clr>
        </p15:guide>
        <p15:guide id="4" orient="horz" pos="3911">
          <p15:clr>
            <a:srgbClr val="F26B43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36656075"/>
              </p:ext>
            </p:extLst>
          </p:nvPr>
        </p:nvGraphicFramePr>
        <p:xfrm>
          <a:off x="2161" y="1621"/>
          <a:ext cx="215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1" y="1621"/>
                        <a:ext cx="215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"/>
          <p:cNvSpPr txBox="1">
            <a:spLocks/>
          </p:cNvSpPr>
          <p:nvPr userDrawn="1"/>
        </p:nvSpPr>
        <p:spPr>
          <a:xfrm>
            <a:off x="11652053" y="6640499"/>
            <a:ext cx="128240" cy="12554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1000" baseline="0">
                <a:latin typeface="+mn-lt"/>
              </a:defRPr>
            </a:lvl1pPr>
          </a:lstStyle>
          <a:p>
            <a:fld id="{42C328C1-A84F-4A39-A664-DBA00541A8C6}" type="slidenum">
              <a:rPr lang="en-US" sz="816" baseline="0" smtClean="0">
                <a:solidFill>
                  <a:srgbClr val="FFFFFF"/>
                </a:solidFill>
                <a:latin typeface="+mn-lt"/>
              </a:rPr>
              <a:pPr/>
              <a:t>‹#›</a:t>
            </a:fld>
            <a:endParaRPr lang="en-US" sz="816" baseline="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6" name="SlideLogoText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10485994" y="6640499"/>
            <a:ext cx="1029128" cy="125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r" defTabSz="913526"/>
            <a:r>
              <a:rPr lang="en-US" sz="816" baseline="0" dirty="0">
                <a:solidFill>
                  <a:srgbClr val="FFFFFF"/>
                </a:solidFill>
                <a:latin typeface="+mn-lt"/>
              </a:rPr>
              <a:t>McKinsey &amp; Company</a:t>
            </a:r>
          </a:p>
        </p:txBody>
      </p:sp>
      <p:sp>
        <p:nvSpPr>
          <p:cNvPr id="5" name="doc id" hidden="1"/>
          <p:cNvSpPr>
            <a:spLocks noChangeArrowheads="1"/>
          </p:cNvSpPr>
          <p:nvPr userDrawn="1"/>
        </p:nvSpPr>
        <p:spPr bwMode="auto">
          <a:xfrm>
            <a:off x="10995478" y="51833"/>
            <a:ext cx="894152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913526"/>
            <a:endParaRPr lang="en-US" sz="816" baseline="0" dirty="0">
              <a:solidFill>
                <a:srgbClr val="80808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55749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8">
          <p15:clr>
            <a:srgbClr val="000000"/>
          </p15:clr>
        </p15:guide>
        <p15:guide id="2" orient="horz" pos="570">
          <p15:clr>
            <a:srgbClr val="000000"/>
          </p15:clr>
        </p15:guide>
        <p15:guide id="3" orient="horz" pos="3912">
          <p15:clr>
            <a:srgbClr val="000000"/>
          </p15:clr>
        </p15:guide>
        <p15:guide id="4" pos="72">
          <p15:clr>
            <a:srgbClr val="00000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76066028"/>
              </p:ext>
            </p:extLst>
          </p:nvPr>
        </p:nvGraphicFramePr>
        <p:xfrm>
          <a:off x="1489" y="1117"/>
          <a:ext cx="1488" cy="1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89" y="1117"/>
                        <a:ext cx="1488" cy="1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2. Slide Title"/>
          <p:cNvSpPr>
            <a:spLocks noGrp="1"/>
          </p:cNvSpPr>
          <p:nvPr>
            <p:ph type="title"/>
          </p:nvPr>
        </p:nvSpPr>
        <p:spPr bwMode="auto">
          <a:xfrm>
            <a:off x="425649" y="398488"/>
            <a:ext cx="11340704" cy="302967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US" sz="1968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55832177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1344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tags" Target="../tags/tag12.xml"/><Relationship Id="rId21" Type="http://schemas.openxmlformats.org/officeDocument/2006/relationships/tags" Target="../tags/tag7.xml"/><Relationship Id="rId42" Type="http://schemas.openxmlformats.org/officeDocument/2006/relationships/tags" Target="../tags/tag28.xml"/><Relationship Id="rId47" Type="http://schemas.openxmlformats.org/officeDocument/2006/relationships/tags" Target="../tags/tag33.xml"/><Relationship Id="rId63" Type="http://schemas.openxmlformats.org/officeDocument/2006/relationships/tags" Target="../tags/tag49.xml"/><Relationship Id="rId68" Type="http://schemas.openxmlformats.org/officeDocument/2006/relationships/tags" Target="../tags/tag54.xml"/><Relationship Id="rId84" Type="http://schemas.openxmlformats.org/officeDocument/2006/relationships/image" Target="../media/image10.svg"/><Relationship Id="rId16" Type="http://schemas.openxmlformats.org/officeDocument/2006/relationships/tags" Target="../tags/tag2.xml"/><Relationship Id="rId11" Type="http://schemas.openxmlformats.org/officeDocument/2006/relationships/slideLayout" Target="../slideLayouts/slideLayout11.xml"/><Relationship Id="rId32" Type="http://schemas.openxmlformats.org/officeDocument/2006/relationships/tags" Target="../tags/tag18.xml"/><Relationship Id="rId37" Type="http://schemas.openxmlformats.org/officeDocument/2006/relationships/tags" Target="../tags/tag23.xml"/><Relationship Id="rId53" Type="http://schemas.openxmlformats.org/officeDocument/2006/relationships/tags" Target="../tags/tag39.xml"/><Relationship Id="rId58" Type="http://schemas.openxmlformats.org/officeDocument/2006/relationships/tags" Target="../tags/tag44.xml"/><Relationship Id="rId74" Type="http://schemas.openxmlformats.org/officeDocument/2006/relationships/oleObject" Target="../embeddings/oleObject1.bin"/><Relationship Id="rId79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47.xml"/><Relationship Id="rId82" Type="http://schemas.openxmlformats.org/officeDocument/2006/relationships/image" Target="../media/image8.svg"/><Relationship Id="rId19" Type="http://schemas.openxmlformats.org/officeDocument/2006/relationships/tags" Target="../tags/tag5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8.xml"/><Relationship Id="rId27" Type="http://schemas.openxmlformats.org/officeDocument/2006/relationships/tags" Target="../tags/tag13.xml"/><Relationship Id="rId30" Type="http://schemas.openxmlformats.org/officeDocument/2006/relationships/tags" Target="../tags/tag16.xml"/><Relationship Id="rId35" Type="http://schemas.openxmlformats.org/officeDocument/2006/relationships/tags" Target="../tags/tag21.xml"/><Relationship Id="rId43" Type="http://schemas.openxmlformats.org/officeDocument/2006/relationships/tags" Target="../tags/tag29.xml"/><Relationship Id="rId48" Type="http://schemas.openxmlformats.org/officeDocument/2006/relationships/tags" Target="../tags/tag34.xml"/><Relationship Id="rId56" Type="http://schemas.openxmlformats.org/officeDocument/2006/relationships/tags" Target="../tags/tag42.xml"/><Relationship Id="rId64" Type="http://schemas.openxmlformats.org/officeDocument/2006/relationships/tags" Target="../tags/tag50.xml"/><Relationship Id="rId69" Type="http://schemas.openxmlformats.org/officeDocument/2006/relationships/tags" Target="../tags/tag55.xml"/><Relationship Id="rId77" Type="http://schemas.openxmlformats.org/officeDocument/2006/relationships/image" Target="../media/image3.png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37.xml"/><Relationship Id="rId72" Type="http://schemas.openxmlformats.org/officeDocument/2006/relationships/tags" Target="../tags/tag58.xml"/><Relationship Id="rId80" Type="http://schemas.openxmlformats.org/officeDocument/2006/relationships/image" Target="../media/image6.sv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3.xml"/><Relationship Id="rId25" Type="http://schemas.openxmlformats.org/officeDocument/2006/relationships/tags" Target="../tags/tag11.xml"/><Relationship Id="rId33" Type="http://schemas.openxmlformats.org/officeDocument/2006/relationships/tags" Target="../tags/tag19.xml"/><Relationship Id="rId38" Type="http://schemas.openxmlformats.org/officeDocument/2006/relationships/tags" Target="../tags/tag24.xml"/><Relationship Id="rId46" Type="http://schemas.openxmlformats.org/officeDocument/2006/relationships/tags" Target="../tags/tag32.xml"/><Relationship Id="rId59" Type="http://schemas.openxmlformats.org/officeDocument/2006/relationships/tags" Target="../tags/tag45.xml"/><Relationship Id="rId67" Type="http://schemas.openxmlformats.org/officeDocument/2006/relationships/tags" Target="../tags/tag53.xml"/><Relationship Id="rId20" Type="http://schemas.openxmlformats.org/officeDocument/2006/relationships/tags" Target="../tags/tag6.xml"/><Relationship Id="rId41" Type="http://schemas.openxmlformats.org/officeDocument/2006/relationships/tags" Target="../tags/tag27.xml"/><Relationship Id="rId54" Type="http://schemas.openxmlformats.org/officeDocument/2006/relationships/tags" Target="../tags/tag40.xml"/><Relationship Id="rId62" Type="http://schemas.openxmlformats.org/officeDocument/2006/relationships/tags" Target="../tags/tag48.xml"/><Relationship Id="rId70" Type="http://schemas.openxmlformats.org/officeDocument/2006/relationships/tags" Target="../tags/tag56.xml"/><Relationship Id="rId75" Type="http://schemas.openxmlformats.org/officeDocument/2006/relationships/image" Target="../media/image1.emf"/><Relationship Id="rId83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theme" Target="../theme/theme1.xml"/><Relationship Id="rId23" Type="http://schemas.openxmlformats.org/officeDocument/2006/relationships/tags" Target="../tags/tag9.xml"/><Relationship Id="rId28" Type="http://schemas.openxmlformats.org/officeDocument/2006/relationships/tags" Target="../tags/tag14.xml"/><Relationship Id="rId36" Type="http://schemas.openxmlformats.org/officeDocument/2006/relationships/tags" Target="../tags/tag22.xml"/><Relationship Id="rId49" Type="http://schemas.openxmlformats.org/officeDocument/2006/relationships/tags" Target="../tags/tag35.xml"/><Relationship Id="rId57" Type="http://schemas.openxmlformats.org/officeDocument/2006/relationships/tags" Target="../tags/tag43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17.xml"/><Relationship Id="rId44" Type="http://schemas.openxmlformats.org/officeDocument/2006/relationships/tags" Target="../tags/tag30.xml"/><Relationship Id="rId52" Type="http://schemas.openxmlformats.org/officeDocument/2006/relationships/tags" Target="../tags/tag38.xml"/><Relationship Id="rId60" Type="http://schemas.openxmlformats.org/officeDocument/2006/relationships/tags" Target="../tags/tag46.xml"/><Relationship Id="rId65" Type="http://schemas.openxmlformats.org/officeDocument/2006/relationships/tags" Target="../tags/tag51.xml"/><Relationship Id="rId73" Type="http://schemas.openxmlformats.org/officeDocument/2006/relationships/tags" Target="../tags/tag59.xml"/><Relationship Id="rId78" Type="http://schemas.openxmlformats.org/officeDocument/2006/relationships/image" Target="../media/image4.svg"/><Relationship Id="rId81" Type="http://schemas.openxmlformats.org/officeDocument/2006/relationships/image" Target="../media/image7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4.xml"/><Relationship Id="rId39" Type="http://schemas.openxmlformats.org/officeDocument/2006/relationships/tags" Target="../tags/tag25.xml"/><Relationship Id="rId34" Type="http://schemas.openxmlformats.org/officeDocument/2006/relationships/tags" Target="../tags/tag20.xml"/><Relationship Id="rId50" Type="http://schemas.openxmlformats.org/officeDocument/2006/relationships/tags" Target="../tags/tag36.xml"/><Relationship Id="rId55" Type="http://schemas.openxmlformats.org/officeDocument/2006/relationships/tags" Target="../tags/tag41.xml"/><Relationship Id="rId76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57.xml"/><Relationship Id="rId2" Type="http://schemas.openxmlformats.org/officeDocument/2006/relationships/slideLayout" Target="../slideLayouts/slideLayout2.xml"/><Relationship Id="rId29" Type="http://schemas.openxmlformats.org/officeDocument/2006/relationships/tags" Target="../tags/tag15.xml"/><Relationship Id="rId24" Type="http://schemas.openxmlformats.org/officeDocument/2006/relationships/tags" Target="../tags/tag10.xml"/><Relationship Id="rId40" Type="http://schemas.openxmlformats.org/officeDocument/2006/relationships/tags" Target="../tags/tag26.xml"/><Relationship Id="rId45" Type="http://schemas.openxmlformats.org/officeDocument/2006/relationships/tags" Target="../tags/tag31.xml"/><Relationship Id="rId66" Type="http://schemas.openxmlformats.org/officeDocument/2006/relationships/tags" Target="../tags/tag5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160.xml"/><Relationship Id="rId13" Type="http://schemas.openxmlformats.org/officeDocument/2006/relationships/tags" Target="../tags/tag165.xml"/><Relationship Id="rId18" Type="http://schemas.openxmlformats.org/officeDocument/2006/relationships/tags" Target="../tags/tag170.xml"/><Relationship Id="rId3" Type="http://schemas.openxmlformats.org/officeDocument/2006/relationships/slideLayout" Target="../slideLayouts/slideLayout17.xml"/><Relationship Id="rId21" Type="http://schemas.openxmlformats.org/officeDocument/2006/relationships/tags" Target="../tags/tag173.xml"/><Relationship Id="rId7" Type="http://schemas.openxmlformats.org/officeDocument/2006/relationships/tags" Target="../tags/tag159.xml"/><Relationship Id="rId12" Type="http://schemas.openxmlformats.org/officeDocument/2006/relationships/tags" Target="../tags/tag164.xml"/><Relationship Id="rId17" Type="http://schemas.openxmlformats.org/officeDocument/2006/relationships/tags" Target="../tags/tag169.xml"/><Relationship Id="rId25" Type="http://schemas.openxmlformats.org/officeDocument/2006/relationships/image" Target="../media/image17.emf"/><Relationship Id="rId2" Type="http://schemas.openxmlformats.org/officeDocument/2006/relationships/slideLayout" Target="../slideLayouts/slideLayout16.xml"/><Relationship Id="rId16" Type="http://schemas.openxmlformats.org/officeDocument/2006/relationships/tags" Target="../tags/tag168.xml"/><Relationship Id="rId20" Type="http://schemas.openxmlformats.org/officeDocument/2006/relationships/tags" Target="../tags/tag172.xml"/><Relationship Id="rId1" Type="http://schemas.openxmlformats.org/officeDocument/2006/relationships/slideLayout" Target="../slideLayouts/slideLayout15.xml"/><Relationship Id="rId6" Type="http://schemas.openxmlformats.org/officeDocument/2006/relationships/theme" Target="../theme/theme2.xml"/><Relationship Id="rId11" Type="http://schemas.openxmlformats.org/officeDocument/2006/relationships/tags" Target="../tags/tag163.xml"/><Relationship Id="rId24" Type="http://schemas.openxmlformats.org/officeDocument/2006/relationships/oleObject" Target="../embeddings/oleObject16.bin"/><Relationship Id="rId5" Type="http://schemas.openxmlformats.org/officeDocument/2006/relationships/slideLayout" Target="../slideLayouts/slideLayout19.xml"/><Relationship Id="rId15" Type="http://schemas.openxmlformats.org/officeDocument/2006/relationships/tags" Target="../tags/tag167.xml"/><Relationship Id="rId23" Type="http://schemas.openxmlformats.org/officeDocument/2006/relationships/tags" Target="../tags/tag175.xml"/><Relationship Id="rId10" Type="http://schemas.openxmlformats.org/officeDocument/2006/relationships/tags" Target="../tags/tag162.xml"/><Relationship Id="rId19" Type="http://schemas.openxmlformats.org/officeDocument/2006/relationships/tags" Target="../tags/tag171.xml"/><Relationship Id="rId4" Type="http://schemas.openxmlformats.org/officeDocument/2006/relationships/slideLayout" Target="../slideLayouts/slideLayout18.xml"/><Relationship Id="rId9" Type="http://schemas.openxmlformats.org/officeDocument/2006/relationships/tags" Target="../tags/tag161.xml"/><Relationship Id="rId14" Type="http://schemas.openxmlformats.org/officeDocument/2006/relationships/tags" Target="../tags/tag166.xml"/><Relationship Id="rId22" Type="http://schemas.openxmlformats.org/officeDocument/2006/relationships/tags" Target="../tags/tag17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6700893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4" imgW="413" imgH="416" progId="TCLayout.ActiveDocument.1">
                  <p:embed/>
                </p:oleObj>
              </mc:Choice>
              <mc:Fallback>
                <p:oleObj name="think-cell Slide" r:id="rId74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" name="Rectangle 190">
            <a:extLst>
              <a:ext uri="{FF2B5EF4-FFF2-40B4-BE49-F238E27FC236}">
                <a16:creationId xmlns:a16="http://schemas.microsoft.com/office/drawing/2014/main" id="{1C81C2BC-A44A-4526-B5B7-7D5162C5A35D}"/>
              </a:ext>
            </a:extLst>
          </p:cNvPr>
          <p:cNvSpPr/>
          <p:nvPr userDrawn="1">
            <p:custDataLst>
              <p:tags r:id="rId17"/>
            </p:custDataLst>
          </p:nvPr>
        </p:nvSpPr>
        <p:spPr bwMode="ltGray">
          <a:xfrm rot="16200000">
            <a:off x="5756936" y="422929"/>
            <a:ext cx="678140" cy="12191999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>
            <a:spLocks/>
          </p:cNvSpPr>
          <p:nvPr userDrawn="1">
            <p:custDataLst>
              <p:tags r:id="rId18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latin typeface="+mn-lt"/>
                <a:ea typeface="+mn-ea"/>
                <a:cs typeface="+mn-cs"/>
                <a:sym typeface="+mn-lt"/>
              </a:rPr>
              <a:t>Footnotes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554736" y="226624"/>
            <a:ext cx="11082528" cy="677108"/>
          </a:xfrm>
          <a:prstGeom prst="rect">
            <a:avLst/>
          </a:prstGeom>
        </p:spPr>
        <p:txBody>
          <a:bodyPr vert="horz" wrap="square" lIns="0" tIns="0" rIns="792000" bIns="0" rtlCol="0" anchor="b" anchorCtr="0">
            <a:noAutofit/>
          </a:bodyPr>
          <a:lstStyle/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ru-RU" dirty="0"/>
          </a:p>
        </p:txBody>
      </p: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10557264" y="41597"/>
            <a:ext cx="1080000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0"/>
            </p:custDataLst>
          </p:nvPr>
        </p:nvSpPr>
        <p:spPr>
          <a:xfrm>
            <a:off x="3754105" y="21717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+mn-lt"/>
                <a:ea typeface="+mn-ea"/>
                <a:cs typeface="+mn-cs"/>
                <a:sym typeface="+mn-lt"/>
              </a:rPr>
              <a:t>Above Chart Exhibit Title</a:t>
            </a:r>
            <a:br>
              <a:rPr lang="en-US" dirty="0">
                <a:latin typeface="+mn-lt"/>
                <a:ea typeface="+mn-ea"/>
                <a:cs typeface="+mn-cs"/>
                <a:sym typeface="+mn-lt"/>
              </a:rPr>
            </a:br>
            <a:r>
              <a:rPr lang="en-US" b="0" dirty="0">
                <a:latin typeface="+mn-lt"/>
                <a:ea typeface="+mn-ea"/>
                <a:cs typeface="+mn-cs"/>
                <a:sym typeface="+mn-lt"/>
              </a:rPr>
              <a:t>Units of measure</a:t>
            </a:r>
            <a:endParaRPr lang="ru-RU" b="0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856297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 dirty="0"/>
          </a:p>
        </p:txBody>
      </p:sp>
      <p:sp>
        <p:nvSpPr>
          <p:cNvPr id="150" name="5. Source" hidden="1">
            <a:extLst>
              <a:ext uri="{FF2B5EF4-FFF2-40B4-BE49-F238E27FC236}">
                <a16:creationId xmlns:a16="http://schemas.microsoft.com/office/drawing/2014/main" id="{1B5DE5A7-2D1D-4A40-BE7D-BB40C3D416B3}"/>
              </a:ext>
            </a:extLst>
          </p:cNvPr>
          <p:cNvSpPr txBox="1">
            <a:spLocks/>
          </p:cNvSpPr>
          <p:nvPr userDrawn="1">
            <p:custDataLst>
              <p:tags r:id="rId21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latin typeface="+mn-lt"/>
                <a:ea typeface="+mn-ea"/>
                <a:cs typeface="+mn-cs"/>
                <a:sym typeface="+mn-lt"/>
              </a:rPr>
              <a:t>Источник: …</a:t>
            </a:r>
          </a:p>
        </p:txBody>
      </p:sp>
      <p:grpSp>
        <p:nvGrpSpPr>
          <p:cNvPr id="6" name="Grid" hidden="1">
            <a:extLst>
              <a:ext uri="{FF2B5EF4-FFF2-40B4-BE49-F238E27FC236}">
                <a16:creationId xmlns:a16="http://schemas.microsoft.com/office/drawing/2014/main" id="{861F1414-E69A-4B93-B791-A09EC410AACA}"/>
              </a:ext>
            </a:extLst>
          </p:cNvPr>
          <p:cNvGrpSpPr/>
          <p:nvPr userDrawn="1"/>
        </p:nvGrpSpPr>
        <p:grpSpPr>
          <a:xfrm>
            <a:off x="-497642" y="-463534"/>
            <a:ext cx="12134906" cy="6527826"/>
            <a:chOff x="-497642" y="-463534"/>
            <a:chExt cx="12134906" cy="6527826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64F6561-1469-4E8F-B8EF-9027513963D5}"/>
                </a:ext>
              </a:extLst>
            </p:cNvPr>
            <p:cNvSpPr>
              <a:spLocks/>
            </p:cNvSpPr>
            <p:nvPr/>
          </p:nvSpPr>
          <p:spPr>
            <a:xfrm>
              <a:off x="554736" y="-463534"/>
              <a:ext cx="11082528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Work area v.2</a:t>
              </a:r>
              <a:endParaRPr lang="ru-RU" sz="1600" b="1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7E9DA43-116B-4B2B-8EB5-2A43A4A8B8E2}"/>
                </a:ext>
              </a:extLst>
            </p:cNvPr>
            <p:cNvSpPr>
              <a:spLocks/>
            </p:cNvSpPr>
            <p:nvPr/>
          </p:nvSpPr>
          <p:spPr>
            <a:xfrm>
              <a:off x="3758184" y="-463534"/>
              <a:ext cx="7879080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1/4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D48FD89-D6E0-4A2A-8413-890E0FFF94C9}"/>
                </a:ext>
              </a:extLst>
            </p:cNvPr>
            <p:cNvSpPr>
              <a:spLocks/>
            </p:cNvSpPr>
            <p:nvPr/>
          </p:nvSpPr>
          <p:spPr>
            <a:xfrm>
              <a:off x="4709160" y="-463534"/>
              <a:ext cx="6928104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1/3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02EB4D0-076F-4C43-84BC-7DD02D78A8D9}"/>
                </a:ext>
              </a:extLst>
            </p:cNvPr>
            <p:cNvSpPr>
              <a:spLocks/>
            </p:cNvSpPr>
            <p:nvPr/>
          </p:nvSpPr>
          <p:spPr>
            <a:xfrm>
              <a:off x="6437376" y="-463534"/>
              <a:ext cx="5199888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1/2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D152B6B-9FE9-4878-83CF-35C1380ACB0B}"/>
                </a:ext>
              </a:extLst>
            </p:cNvPr>
            <p:cNvSpPr>
              <a:spLocks/>
            </p:cNvSpPr>
            <p:nvPr/>
          </p:nvSpPr>
          <p:spPr>
            <a:xfrm>
              <a:off x="8174736" y="-463534"/>
              <a:ext cx="3462528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2/3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9287DF8-521C-4F6A-A39E-232AD36355B6}"/>
                </a:ext>
              </a:extLst>
            </p:cNvPr>
            <p:cNvSpPr>
              <a:spLocks/>
            </p:cNvSpPr>
            <p:nvPr/>
          </p:nvSpPr>
          <p:spPr>
            <a:xfrm>
              <a:off x="9125840" y="-463534"/>
              <a:ext cx="2511424" cy="318924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3/4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C53879D-A9B4-48E4-88DE-6B149C00047B}"/>
                </a:ext>
              </a:extLst>
            </p:cNvPr>
            <p:cNvCxnSpPr>
              <a:cxnSpLocks/>
            </p:cNvCxnSpPr>
            <p:nvPr/>
          </p:nvCxnSpPr>
          <p:spPr>
            <a:xfrm>
              <a:off x="3758184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0E362AF-AE68-4195-BB03-567C8E157906}"/>
                </a:ext>
              </a:extLst>
            </p:cNvPr>
            <p:cNvCxnSpPr>
              <a:cxnSpLocks/>
            </p:cNvCxnSpPr>
            <p:nvPr/>
          </p:nvCxnSpPr>
          <p:spPr>
            <a:xfrm>
              <a:off x="4709160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E4D6098-4986-48C4-83FD-08CD00E943DD}"/>
                </a:ext>
              </a:extLst>
            </p:cNvPr>
            <p:cNvCxnSpPr>
              <a:cxnSpLocks/>
            </p:cNvCxnSpPr>
            <p:nvPr/>
          </p:nvCxnSpPr>
          <p:spPr>
            <a:xfrm>
              <a:off x="6437376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B194799-10B3-4D39-BD33-C1A616ED9D3D}"/>
                </a:ext>
              </a:extLst>
            </p:cNvPr>
            <p:cNvCxnSpPr>
              <a:cxnSpLocks/>
            </p:cNvCxnSpPr>
            <p:nvPr/>
          </p:nvCxnSpPr>
          <p:spPr>
            <a:xfrm>
              <a:off x="8174736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2F8D9E-4B15-4CE7-80E0-444A6580B411}"/>
                </a:ext>
              </a:extLst>
            </p:cNvPr>
            <p:cNvCxnSpPr>
              <a:cxnSpLocks/>
            </p:cNvCxnSpPr>
            <p:nvPr/>
          </p:nvCxnSpPr>
          <p:spPr>
            <a:xfrm>
              <a:off x="9125840" y="-463534"/>
              <a:ext cx="0" cy="318924"/>
            </a:xfrm>
            <a:prstGeom prst="line">
              <a:avLst/>
            </a:prstGeom>
            <a:ln w="1270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D03324C-C4D6-4D8E-8CB9-DCCF952BF70C}"/>
                </a:ext>
              </a:extLst>
            </p:cNvPr>
            <p:cNvSpPr>
              <a:spLocks/>
            </p:cNvSpPr>
            <p:nvPr/>
          </p:nvSpPr>
          <p:spPr>
            <a:xfrm>
              <a:off x="-497642" y="1373675"/>
              <a:ext cx="364936" cy="4690617"/>
            </a:xfrm>
            <a:prstGeom prst="rect">
              <a:avLst/>
            </a:prstGeom>
            <a:solidFill>
              <a:srgbClr val="C9272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Work area</a:t>
              </a:r>
              <a:endParaRPr lang="ru-RU" sz="1600" b="1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A7F425E-D0E1-478C-8946-0E478C0DC7A6}"/>
              </a:ext>
            </a:extLst>
          </p:cNvPr>
          <p:cNvCxnSpPr>
            <a:cxnSpLocks/>
          </p:cNvCxnSpPr>
          <p:nvPr userDrawn="1"/>
        </p:nvCxnSpPr>
        <p:spPr>
          <a:xfrm>
            <a:off x="0" y="1258106"/>
            <a:ext cx="12192000" cy="0"/>
          </a:xfrm>
          <a:prstGeom prst="line">
            <a:avLst/>
          </a:prstGeom>
          <a:ln w="6350" cap="sq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3" name="Google Shape;14;p2" descr="Google Shape;14;p2">
            <a:extLst>
              <a:ext uri="{FF2B5EF4-FFF2-40B4-BE49-F238E27FC236}">
                <a16:creationId xmlns:a16="http://schemas.microsoft.com/office/drawing/2014/main" id="{F969C0EA-A9B4-4338-A8E1-164D51B8B0EE}"/>
              </a:ext>
            </a:extLst>
          </p:cNvPr>
          <p:cNvPicPr>
            <a:picLocks noChangeAspect="1"/>
          </p:cNvPicPr>
          <p:nvPr userDrawn="1"/>
        </p:nvPicPr>
        <p:blipFill>
          <a:blip r:embed="rId76"/>
          <a:stretch>
            <a:fillRect/>
          </a:stretch>
        </p:blipFill>
        <p:spPr>
          <a:xfrm>
            <a:off x="10841897" y="764072"/>
            <a:ext cx="795367" cy="13966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4" name="EqualSignWhite" hidden="1">
            <a:extLst>
              <a:ext uri="{FF2B5EF4-FFF2-40B4-BE49-F238E27FC236}">
                <a16:creationId xmlns:a16="http://schemas.microsoft.com/office/drawing/2014/main" id="{6F134EB7-3345-4CE8-9098-F9AF787DEA82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1765645"/>
            <a:ext cx="396228" cy="396228"/>
            <a:chOff x="5628456" y="6080974"/>
            <a:chExt cx="252000" cy="252000"/>
          </a:xfrm>
        </p:grpSpPr>
        <p:sp>
          <p:nvSpPr>
            <p:cNvPr id="196" name="Oval 43">
              <a:extLst>
                <a:ext uri="{FF2B5EF4-FFF2-40B4-BE49-F238E27FC236}">
                  <a16:creationId xmlns:a16="http://schemas.microsoft.com/office/drawing/2014/main" id="{8DC74F05-815E-4EE8-9CF5-562E9E261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8456" y="6080974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ru-RU" sz="160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A8C6472A-D330-4FE0-BAA2-C4CDC5107D77}"/>
                </a:ext>
              </a:extLst>
            </p:cNvPr>
            <p:cNvGrpSpPr/>
            <p:nvPr/>
          </p:nvGrpSpPr>
          <p:grpSpPr>
            <a:xfrm>
              <a:off x="5703820" y="6185869"/>
              <a:ext cx="101272" cy="42211"/>
              <a:chOff x="5703820" y="6164764"/>
              <a:chExt cx="101272" cy="42211"/>
            </a:xfrm>
          </p:grpSpPr>
          <p:sp>
            <p:nvSpPr>
              <p:cNvPr id="200" name="Line 44">
                <a:extLst>
                  <a:ext uri="{FF2B5EF4-FFF2-40B4-BE49-F238E27FC236}">
                    <a16:creationId xmlns:a16="http://schemas.microsoft.com/office/drawing/2014/main" id="{9C6633DB-F8EA-485D-8136-541C19554D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206975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201" name="Line 44">
                <a:extLst>
                  <a:ext uri="{FF2B5EF4-FFF2-40B4-BE49-F238E27FC236}">
                    <a16:creationId xmlns:a16="http://schemas.microsoft.com/office/drawing/2014/main" id="{E94EB394-8F51-4841-93DF-B495A96002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164764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438" name="QuotationMarksWhite" hidden="1">
            <a:extLst>
              <a:ext uri="{FF2B5EF4-FFF2-40B4-BE49-F238E27FC236}">
                <a16:creationId xmlns:a16="http://schemas.microsoft.com/office/drawing/2014/main" id="{0AA18171-3664-43C8-85D9-26DC5539AC74}"/>
              </a:ext>
            </a:extLst>
          </p:cNvPr>
          <p:cNvGrpSpPr>
            <a:grpSpLocks/>
          </p:cNvGrpSpPr>
          <p:nvPr userDrawn="1"/>
        </p:nvGrpSpPr>
        <p:grpSpPr>
          <a:xfrm>
            <a:off x="5100142" y="3525112"/>
            <a:ext cx="396228" cy="396228"/>
            <a:chOff x="5318049" y="5268554"/>
            <a:chExt cx="252000" cy="252000"/>
          </a:xfrm>
        </p:grpSpPr>
        <p:sp>
          <p:nvSpPr>
            <p:cNvPr id="439" name="Oval 43">
              <a:extLst>
                <a:ext uri="{FF2B5EF4-FFF2-40B4-BE49-F238E27FC236}">
                  <a16:creationId xmlns:a16="http://schemas.microsoft.com/office/drawing/2014/main" id="{090703B2-4AAB-476A-B640-5AA748B307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8049" y="5268554"/>
              <a:ext cx="252000" cy="252000"/>
            </a:xfrm>
            <a:prstGeom prst="ellips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440" name="Freeform 115">
              <a:extLst>
                <a:ext uri="{FF2B5EF4-FFF2-40B4-BE49-F238E27FC236}">
                  <a16:creationId xmlns:a16="http://schemas.microsoft.com/office/drawing/2014/main" id="{68CE81C0-7402-4E9C-9662-6AC76BDF03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4284" y="5356702"/>
              <a:ext cx="139530" cy="99518"/>
            </a:xfrm>
            <a:custGeom>
              <a:avLst/>
              <a:gdLst>
                <a:gd name="T0" fmla="*/ 291 w 544"/>
                <a:gd name="T1" fmla="*/ 0 h 388"/>
                <a:gd name="T2" fmla="*/ 544 w 544"/>
                <a:gd name="T3" fmla="*/ 0 h 388"/>
                <a:gd name="T4" fmla="*/ 544 w 544"/>
                <a:gd name="T5" fmla="*/ 224 h 388"/>
                <a:gd name="T6" fmla="*/ 418 w 544"/>
                <a:gd name="T7" fmla="*/ 388 h 388"/>
                <a:gd name="T8" fmla="*/ 418 w 544"/>
                <a:gd name="T9" fmla="*/ 240 h 388"/>
                <a:gd name="T10" fmla="*/ 291 w 544"/>
                <a:gd name="T11" fmla="*/ 240 h 388"/>
                <a:gd name="T12" fmla="*/ 291 w 544"/>
                <a:gd name="T13" fmla="*/ 0 h 388"/>
                <a:gd name="T14" fmla="*/ 291 w 544"/>
                <a:gd name="T15" fmla="*/ 0 h 388"/>
                <a:gd name="T16" fmla="*/ 0 w 544"/>
                <a:gd name="T17" fmla="*/ 0 h 388"/>
                <a:gd name="T18" fmla="*/ 252 w 544"/>
                <a:gd name="T19" fmla="*/ 0 h 388"/>
                <a:gd name="T20" fmla="*/ 252 w 544"/>
                <a:gd name="T21" fmla="*/ 224 h 388"/>
                <a:gd name="T22" fmla="*/ 126 w 544"/>
                <a:gd name="T23" fmla="*/ 388 h 388"/>
                <a:gd name="T24" fmla="*/ 126 w 544"/>
                <a:gd name="T25" fmla="*/ 240 h 388"/>
                <a:gd name="T26" fmla="*/ 0 w 544"/>
                <a:gd name="T27" fmla="*/ 240 h 388"/>
                <a:gd name="T28" fmla="*/ 0 w 544"/>
                <a:gd name="T29" fmla="*/ 0 h 388"/>
                <a:gd name="T30" fmla="*/ 0 w 544"/>
                <a:gd name="T31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44" h="388">
                  <a:moveTo>
                    <a:pt x="291" y="0"/>
                  </a:moveTo>
                  <a:lnTo>
                    <a:pt x="544" y="0"/>
                  </a:lnTo>
                  <a:lnTo>
                    <a:pt x="544" y="224"/>
                  </a:lnTo>
                  <a:lnTo>
                    <a:pt x="418" y="388"/>
                  </a:lnTo>
                  <a:lnTo>
                    <a:pt x="418" y="240"/>
                  </a:lnTo>
                  <a:lnTo>
                    <a:pt x="291" y="240"/>
                  </a:lnTo>
                  <a:lnTo>
                    <a:pt x="291" y="0"/>
                  </a:lnTo>
                  <a:lnTo>
                    <a:pt x="291" y="0"/>
                  </a:lnTo>
                  <a:close/>
                  <a:moveTo>
                    <a:pt x="0" y="0"/>
                  </a:moveTo>
                  <a:lnTo>
                    <a:pt x="252" y="0"/>
                  </a:lnTo>
                  <a:lnTo>
                    <a:pt x="252" y="224"/>
                  </a:lnTo>
                  <a:lnTo>
                    <a:pt x="126" y="388"/>
                  </a:lnTo>
                  <a:lnTo>
                    <a:pt x="126" y="240"/>
                  </a:lnTo>
                  <a:lnTo>
                    <a:pt x="0" y="24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2723"/>
            </a:solidFill>
            <a:ln w="3175" cap="sq">
              <a:solidFill>
                <a:schemeClr val="bg1"/>
              </a:solidFill>
              <a:beve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02" name="MinusSignWhite" hidden="1">
            <a:extLst>
              <a:ext uri="{FF2B5EF4-FFF2-40B4-BE49-F238E27FC236}">
                <a16:creationId xmlns:a16="http://schemas.microsoft.com/office/drawing/2014/main" id="{94FC29BD-47DD-4988-84DA-DC8356974149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3525112"/>
            <a:ext cx="396228" cy="396228"/>
            <a:chOff x="5774102" y="5004016"/>
            <a:chExt cx="205180" cy="205180"/>
          </a:xfrm>
        </p:grpSpPr>
        <p:sp>
          <p:nvSpPr>
            <p:cNvPr id="203" name="Oval 43">
              <a:extLst>
                <a:ext uri="{FF2B5EF4-FFF2-40B4-BE49-F238E27FC236}">
                  <a16:creationId xmlns:a16="http://schemas.microsoft.com/office/drawing/2014/main" id="{4395DE7A-3237-456D-A40E-3562CC732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004016"/>
              <a:ext cx="205180" cy="20518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ru-RU" sz="160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04" name="Line 44">
              <a:extLst>
                <a:ext uri="{FF2B5EF4-FFF2-40B4-BE49-F238E27FC236}">
                  <a16:creationId xmlns:a16="http://schemas.microsoft.com/office/drawing/2014/main" id="{8CFD64A5-BD7F-427E-959D-F20EEA0EB6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35464" y="5106606"/>
              <a:ext cx="82456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05" name="MoonEmpty" hidden="1">
            <a:extLst>
              <a:ext uri="{FF2B5EF4-FFF2-40B4-BE49-F238E27FC236}">
                <a16:creationId xmlns:a16="http://schemas.microsoft.com/office/drawing/2014/main" id="{EEF7756D-7698-4345-BE5B-09369505E931}"/>
              </a:ext>
            </a:extLst>
          </p:cNvPr>
          <p:cNvGrpSpPr>
            <a:grpSpLocks/>
          </p:cNvGrpSpPr>
          <p:nvPr userDrawn="1">
            <p:custDataLst>
              <p:tags r:id="rId22"/>
            </p:custDataLst>
          </p:nvPr>
        </p:nvGrpSpPr>
        <p:grpSpPr>
          <a:xfrm>
            <a:off x="204701" y="4207156"/>
            <a:ext cx="252000" cy="252000"/>
            <a:chOff x="762000" y="1270000"/>
            <a:chExt cx="254000" cy="254000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4A042EF1-480E-4867-B6CC-C7EC7AF5F6A8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07" name="Arc 206">
              <a:extLst>
                <a:ext uri="{FF2B5EF4-FFF2-40B4-BE49-F238E27FC236}">
                  <a16:creationId xmlns:a16="http://schemas.microsoft.com/office/drawing/2014/main" id="{1EE54E7C-B827-49A9-BD75-5FF308CF073F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08" name="MoonQuater" hidden="1">
            <a:extLst>
              <a:ext uri="{FF2B5EF4-FFF2-40B4-BE49-F238E27FC236}">
                <a16:creationId xmlns:a16="http://schemas.microsoft.com/office/drawing/2014/main" id="{6ECF7A3B-3A86-45CA-B7FE-A42281667D24}"/>
              </a:ext>
            </a:extLst>
          </p:cNvPr>
          <p:cNvGrpSpPr>
            <a:grpSpLocks/>
          </p:cNvGrpSpPr>
          <p:nvPr userDrawn="1">
            <p:custDataLst>
              <p:tags r:id="rId23"/>
            </p:custDataLst>
          </p:nvPr>
        </p:nvGrpSpPr>
        <p:grpSpPr>
          <a:xfrm>
            <a:off x="607132" y="4207156"/>
            <a:ext cx="252000" cy="252000"/>
            <a:chOff x="762000" y="1270000"/>
            <a:chExt cx="254000" cy="254000"/>
          </a:xfrm>
        </p:grpSpPr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EEA095DF-95C6-46F9-9E10-6D3EA37AA350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0" name="Arc 209">
              <a:extLst>
                <a:ext uri="{FF2B5EF4-FFF2-40B4-BE49-F238E27FC236}">
                  <a16:creationId xmlns:a16="http://schemas.microsoft.com/office/drawing/2014/main" id="{AD6E5FBA-23CA-455D-B7A1-E97A79D0BF16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11" name="MoonHalf" hidden="1">
            <a:extLst>
              <a:ext uri="{FF2B5EF4-FFF2-40B4-BE49-F238E27FC236}">
                <a16:creationId xmlns:a16="http://schemas.microsoft.com/office/drawing/2014/main" id="{7E1AEBED-8969-4F7B-8CFF-2512F7CBDDB5}"/>
              </a:ext>
            </a:extLst>
          </p:cNvPr>
          <p:cNvGrpSpPr>
            <a:grpSpLocks/>
          </p:cNvGrpSpPr>
          <p:nvPr userDrawn="1">
            <p:custDataLst>
              <p:tags r:id="rId24"/>
            </p:custDataLst>
          </p:nvPr>
        </p:nvGrpSpPr>
        <p:grpSpPr>
          <a:xfrm>
            <a:off x="1009563" y="4207156"/>
            <a:ext cx="252000" cy="252000"/>
            <a:chOff x="762000" y="1270000"/>
            <a:chExt cx="254000" cy="254000"/>
          </a:xfrm>
        </p:grpSpPr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610DB031-24D8-4A1B-A78D-4208B7B8B538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3" name="Arc 212">
              <a:extLst>
                <a:ext uri="{FF2B5EF4-FFF2-40B4-BE49-F238E27FC236}">
                  <a16:creationId xmlns:a16="http://schemas.microsoft.com/office/drawing/2014/main" id="{A1692404-6522-487B-B0B9-F11787E0686F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14" name="Moon3Quater" hidden="1">
            <a:extLst>
              <a:ext uri="{FF2B5EF4-FFF2-40B4-BE49-F238E27FC236}">
                <a16:creationId xmlns:a16="http://schemas.microsoft.com/office/drawing/2014/main" id="{0DB17D5B-30D9-45A1-8268-1202410D5417}"/>
              </a:ext>
            </a:extLst>
          </p:cNvPr>
          <p:cNvGrpSpPr>
            <a:grpSpLocks/>
          </p:cNvGrpSpPr>
          <p:nvPr userDrawn="1">
            <p:custDataLst>
              <p:tags r:id="rId25"/>
            </p:custDataLst>
          </p:nvPr>
        </p:nvGrpSpPr>
        <p:grpSpPr>
          <a:xfrm>
            <a:off x="1411994" y="4207156"/>
            <a:ext cx="252000" cy="252000"/>
            <a:chOff x="762000" y="1270000"/>
            <a:chExt cx="254000" cy="254000"/>
          </a:xfrm>
        </p:grpSpPr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42946760-653D-4E1E-9D8D-DCA44931B626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6" name="Arc 215">
              <a:extLst>
                <a:ext uri="{FF2B5EF4-FFF2-40B4-BE49-F238E27FC236}">
                  <a16:creationId xmlns:a16="http://schemas.microsoft.com/office/drawing/2014/main" id="{48F45C20-3DC7-4643-AE88-FFC3520AEDCF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08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17" name="MoonFull" hidden="1">
            <a:extLst>
              <a:ext uri="{FF2B5EF4-FFF2-40B4-BE49-F238E27FC236}">
                <a16:creationId xmlns:a16="http://schemas.microsoft.com/office/drawing/2014/main" id="{C891D058-93C3-44FC-AE50-A19969EC1A87}"/>
              </a:ext>
            </a:extLst>
          </p:cNvPr>
          <p:cNvGrpSpPr>
            <a:grpSpLocks/>
          </p:cNvGrpSpPr>
          <p:nvPr userDrawn="1">
            <p:custDataLst>
              <p:tags r:id="rId26"/>
            </p:custDataLst>
          </p:nvPr>
        </p:nvGrpSpPr>
        <p:grpSpPr>
          <a:xfrm>
            <a:off x="1814426" y="4207156"/>
            <a:ext cx="252000" cy="252001"/>
            <a:chOff x="762000" y="1270000"/>
            <a:chExt cx="254000" cy="254001"/>
          </a:xfrm>
          <a:solidFill>
            <a:schemeClr val="accent5"/>
          </a:solidFill>
        </p:grpSpPr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D40FDCF7-CB9C-4279-86EB-2BE8D562BBB9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1"/>
            </a:solidFill>
            <a:ln w="6350" cap="sq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19" name="Arc 218">
              <a:extLst>
                <a:ext uri="{FF2B5EF4-FFF2-40B4-BE49-F238E27FC236}">
                  <a16:creationId xmlns:a16="http://schemas.microsoft.com/office/drawing/2014/main" id="{EFCFED24-D2BE-46A5-A61D-C21AD627D43D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762000" y="1270001"/>
              <a:ext cx="254000" cy="25400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B2B2B2"/>
            </a:solidFill>
            <a:ln w="6350" cap="sq" cmpd="sng" algn="ctr">
              <a:solidFill>
                <a:schemeClr val="accent1"/>
              </a:solidFill>
              <a:prstDash val="solid"/>
              <a:miter lim="800000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lvl="0" algn="ctr"/>
              <a:endParaRPr lang="en-US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20" name="StatusGauge" hidden="1">
            <a:extLst>
              <a:ext uri="{FF2B5EF4-FFF2-40B4-BE49-F238E27FC236}">
                <a16:creationId xmlns:a16="http://schemas.microsoft.com/office/drawing/2014/main" id="{D6C3821B-CB53-414B-946C-9CA1BC9CD29C}"/>
              </a:ext>
            </a:extLst>
          </p:cNvPr>
          <p:cNvGrpSpPr/>
          <p:nvPr userDrawn="1"/>
        </p:nvGrpSpPr>
        <p:grpSpPr>
          <a:xfrm>
            <a:off x="1477695" y="1331086"/>
            <a:ext cx="181450" cy="184330"/>
            <a:chOff x="1105451" y="3317419"/>
            <a:chExt cx="181450" cy="184330"/>
          </a:xfrm>
          <a:noFill/>
        </p:grpSpPr>
        <p:sp>
          <p:nvSpPr>
            <p:cNvPr id="221" name="Freeform 46">
              <a:extLst>
                <a:ext uri="{FF2B5EF4-FFF2-40B4-BE49-F238E27FC236}">
                  <a16:creationId xmlns:a16="http://schemas.microsoft.com/office/drawing/2014/main" id="{0735B865-E6CF-4B03-83CF-7C90321C9C64}"/>
                </a:ext>
              </a:extLst>
            </p:cNvPr>
            <p:cNvSpPr>
              <a:spLocks/>
            </p:cNvSpPr>
            <p:nvPr userDrawn="1"/>
          </p:nvSpPr>
          <p:spPr bwMode="auto">
            <a:xfrm rot="18900000" flipV="1">
              <a:off x="1130288" y="3317419"/>
              <a:ext cx="137013" cy="137013"/>
            </a:xfrm>
            <a:custGeom>
              <a:avLst/>
              <a:gdLst>
                <a:gd name="T0" fmla="*/ 0 w 37"/>
                <a:gd name="T1" fmla="*/ 37 h 37"/>
                <a:gd name="T2" fmla="*/ 37 w 37"/>
                <a:gd name="T3" fmla="*/ 37 h 37"/>
                <a:gd name="T4" fmla="*/ 37 w 37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7">
                  <a:moveTo>
                    <a:pt x="0" y="37"/>
                  </a:moveTo>
                  <a:lnTo>
                    <a:pt x="37" y="37"/>
                  </a:lnTo>
                  <a:lnTo>
                    <a:pt x="37" y="0"/>
                  </a:lnTo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2" name="Line 47">
              <a:extLst>
                <a:ext uri="{FF2B5EF4-FFF2-40B4-BE49-F238E27FC236}">
                  <a16:creationId xmlns:a16="http://schemas.microsoft.com/office/drawing/2014/main" id="{E4E53E59-2F0C-430F-AC54-AFEDF860E5F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8900000" flipH="1">
              <a:off x="1105451" y="3327704"/>
              <a:ext cx="181450" cy="174045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23" name="StatusGaugeWhite" hidden="1">
            <a:extLst>
              <a:ext uri="{FF2B5EF4-FFF2-40B4-BE49-F238E27FC236}">
                <a16:creationId xmlns:a16="http://schemas.microsoft.com/office/drawing/2014/main" id="{4F6F40B4-572D-4300-8535-A9C100147F90}"/>
              </a:ext>
            </a:extLst>
          </p:cNvPr>
          <p:cNvGrpSpPr/>
          <p:nvPr userDrawn="1"/>
        </p:nvGrpSpPr>
        <p:grpSpPr>
          <a:xfrm>
            <a:off x="1370306" y="1765645"/>
            <a:ext cx="396228" cy="396228"/>
            <a:chOff x="1003300" y="3670300"/>
            <a:chExt cx="396228" cy="396228"/>
          </a:xfrm>
        </p:grpSpPr>
        <p:sp>
          <p:nvSpPr>
            <p:cNvPr id="224" name="Oval 45">
              <a:extLst>
                <a:ext uri="{FF2B5EF4-FFF2-40B4-BE49-F238E27FC236}">
                  <a16:creationId xmlns:a16="http://schemas.microsoft.com/office/drawing/2014/main" id="{EA83F7E9-FBB4-4DCF-B297-DF5181FAF9B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900000" flipV="1">
              <a:off x="1003300" y="36703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5" name="Freeform 46">
              <a:extLst>
                <a:ext uri="{FF2B5EF4-FFF2-40B4-BE49-F238E27FC236}">
                  <a16:creationId xmlns:a16="http://schemas.microsoft.com/office/drawing/2014/main" id="{37329834-7E67-4AC0-8682-F913A3238038}"/>
                </a:ext>
              </a:extLst>
            </p:cNvPr>
            <p:cNvSpPr>
              <a:spLocks/>
            </p:cNvSpPr>
            <p:nvPr/>
          </p:nvSpPr>
          <p:spPr bwMode="auto">
            <a:xfrm rot="18900000" flipV="1">
              <a:off x="1130288" y="3776344"/>
              <a:ext cx="137013" cy="137013"/>
            </a:xfrm>
            <a:custGeom>
              <a:avLst/>
              <a:gdLst>
                <a:gd name="T0" fmla="*/ 0 w 37"/>
                <a:gd name="T1" fmla="*/ 37 h 37"/>
                <a:gd name="T2" fmla="*/ 37 w 37"/>
                <a:gd name="T3" fmla="*/ 37 h 37"/>
                <a:gd name="T4" fmla="*/ 37 w 37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7">
                  <a:moveTo>
                    <a:pt x="0" y="37"/>
                  </a:moveTo>
                  <a:lnTo>
                    <a:pt x="37" y="37"/>
                  </a:lnTo>
                  <a:lnTo>
                    <a:pt x="37" y="0"/>
                  </a:lnTo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6" name="Line 47">
              <a:extLst>
                <a:ext uri="{FF2B5EF4-FFF2-40B4-BE49-F238E27FC236}">
                  <a16:creationId xmlns:a16="http://schemas.microsoft.com/office/drawing/2014/main" id="{D3817716-8417-4E63-9B81-AF65BCFC76F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H="1">
              <a:off x="1105451" y="3786629"/>
              <a:ext cx="181450" cy="174045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27" name="StatusGaugeBlue" hidden="1">
            <a:extLst>
              <a:ext uri="{FF2B5EF4-FFF2-40B4-BE49-F238E27FC236}">
                <a16:creationId xmlns:a16="http://schemas.microsoft.com/office/drawing/2014/main" id="{CC5AF1AB-6491-4EF4-A9F0-51C53DD47848}"/>
              </a:ext>
            </a:extLst>
          </p:cNvPr>
          <p:cNvGrpSpPr/>
          <p:nvPr userDrawn="1"/>
        </p:nvGrpSpPr>
        <p:grpSpPr>
          <a:xfrm>
            <a:off x="1370306" y="2352134"/>
            <a:ext cx="396228" cy="396228"/>
            <a:chOff x="1003300" y="4305300"/>
            <a:chExt cx="396228" cy="396228"/>
          </a:xfrm>
        </p:grpSpPr>
        <p:sp>
          <p:nvSpPr>
            <p:cNvPr id="228" name="Oval 45">
              <a:extLst>
                <a:ext uri="{FF2B5EF4-FFF2-40B4-BE49-F238E27FC236}">
                  <a16:creationId xmlns:a16="http://schemas.microsoft.com/office/drawing/2014/main" id="{7E9C4886-4B5A-49E8-B0F9-6AF47D9C14C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900000" flipV="1">
              <a:off x="1003300" y="43053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6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29" name="Freeform 46">
              <a:extLst>
                <a:ext uri="{FF2B5EF4-FFF2-40B4-BE49-F238E27FC236}">
                  <a16:creationId xmlns:a16="http://schemas.microsoft.com/office/drawing/2014/main" id="{495BA935-7FE9-4A15-B62C-7FC14FA7D82E}"/>
                </a:ext>
              </a:extLst>
            </p:cNvPr>
            <p:cNvSpPr>
              <a:spLocks/>
            </p:cNvSpPr>
            <p:nvPr/>
          </p:nvSpPr>
          <p:spPr bwMode="auto">
            <a:xfrm rot="18900000" flipV="1">
              <a:off x="1130288" y="4411344"/>
              <a:ext cx="137013" cy="137013"/>
            </a:xfrm>
            <a:custGeom>
              <a:avLst/>
              <a:gdLst>
                <a:gd name="T0" fmla="*/ 0 w 37"/>
                <a:gd name="T1" fmla="*/ 37 h 37"/>
                <a:gd name="T2" fmla="*/ 37 w 37"/>
                <a:gd name="T3" fmla="*/ 37 h 37"/>
                <a:gd name="T4" fmla="*/ 37 w 37"/>
                <a:gd name="T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37">
                  <a:moveTo>
                    <a:pt x="0" y="37"/>
                  </a:moveTo>
                  <a:lnTo>
                    <a:pt x="37" y="37"/>
                  </a:lnTo>
                  <a:lnTo>
                    <a:pt x="37" y="0"/>
                  </a:lnTo>
                </a:path>
              </a:pathLst>
            </a:cu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30" name="Line 47">
              <a:extLst>
                <a:ext uri="{FF2B5EF4-FFF2-40B4-BE49-F238E27FC236}">
                  <a16:creationId xmlns:a16="http://schemas.microsoft.com/office/drawing/2014/main" id="{9DAD3AED-C6D1-4FDB-AD4A-CD46DC58910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H="1">
              <a:off x="1105451" y="4421629"/>
              <a:ext cx="181450" cy="174045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31" name="TrackerAlphaWhite" hidden="1">
            <a:extLst>
              <a:ext uri="{FF2B5EF4-FFF2-40B4-BE49-F238E27FC236}">
                <a16:creationId xmlns:a16="http://schemas.microsoft.com/office/drawing/2014/main" id="{6CEE5541-1892-4C27-9395-A8D2B87603D7}"/>
              </a:ext>
            </a:extLst>
          </p:cNvPr>
          <p:cNvSpPr/>
          <p:nvPr userDrawn="1">
            <p:custDataLst>
              <p:tags r:id="rId27"/>
            </p:custDataLst>
          </p:nvPr>
        </p:nvSpPr>
        <p:spPr>
          <a:xfrm>
            <a:off x="554735" y="1283581"/>
            <a:ext cx="279340" cy="27934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A</a:t>
            </a:r>
          </a:p>
        </p:txBody>
      </p:sp>
      <p:sp>
        <p:nvSpPr>
          <p:cNvPr id="232" name="TrackerAlphaBlue" hidden="1">
            <a:extLst>
              <a:ext uri="{FF2B5EF4-FFF2-40B4-BE49-F238E27FC236}">
                <a16:creationId xmlns:a16="http://schemas.microsoft.com/office/drawing/2014/main" id="{2822AEFC-7960-41E4-9E9A-D32EA225D8CA}"/>
              </a:ext>
            </a:extLst>
          </p:cNvPr>
          <p:cNvSpPr/>
          <p:nvPr userDrawn="1">
            <p:custDataLst>
              <p:tags r:id="rId28"/>
            </p:custDataLst>
          </p:nvPr>
        </p:nvSpPr>
        <p:spPr>
          <a:xfrm>
            <a:off x="554735" y="1824089"/>
            <a:ext cx="279340" cy="279340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b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</a:t>
            </a:r>
            <a:endParaRPr lang="en-US" sz="1400" b="1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33" name="TrackerNumWhite" hidden="1">
            <a:extLst>
              <a:ext uri="{FF2B5EF4-FFF2-40B4-BE49-F238E27FC236}">
                <a16:creationId xmlns:a16="http://schemas.microsoft.com/office/drawing/2014/main" id="{43F1F8C1-5E2F-49AB-896D-55AEF295DEEE}"/>
              </a:ext>
            </a:extLst>
          </p:cNvPr>
          <p:cNvSpPr/>
          <p:nvPr userDrawn="1">
            <p:custDataLst>
              <p:tags r:id="rId29"/>
            </p:custDataLst>
          </p:nvPr>
        </p:nvSpPr>
        <p:spPr>
          <a:xfrm>
            <a:off x="554735" y="2352134"/>
            <a:ext cx="279340" cy="279340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b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1</a:t>
            </a:r>
            <a:endParaRPr lang="en-US" sz="1400" b="1" dirty="0" err="1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34" name="TrackerNumBlue" hidden="1">
            <a:extLst>
              <a:ext uri="{FF2B5EF4-FFF2-40B4-BE49-F238E27FC236}">
                <a16:creationId xmlns:a16="http://schemas.microsoft.com/office/drawing/2014/main" id="{14748B87-7156-44A6-9000-D2C52291FE74}"/>
              </a:ext>
            </a:extLst>
          </p:cNvPr>
          <p:cNvSpPr/>
          <p:nvPr userDrawn="1">
            <p:custDataLst>
              <p:tags r:id="rId30"/>
            </p:custDataLst>
          </p:nvPr>
        </p:nvSpPr>
        <p:spPr>
          <a:xfrm>
            <a:off x="554735" y="2997067"/>
            <a:ext cx="279340" cy="279340"/>
          </a:xfrm>
          <a:prstGeom prst="ellipse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b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1</a:t>
            </a:r>
            <a:endParaRPr lang="en-US" sz="1400" b="1" dirty="0" err="1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35" name="X" hidden="1">
            <a:extLst>
              <a:ext uri="{FF2B5EF4-FFF2-40B4-BE49-F238E27FC236}">
                <a16:creationId xmlns:a16="http://schemas.microsoft.com/office/drawing/2014/main" id="{6C1E3FEF-BF7E-4B36-B296-C46366C805A4}"/>
              </a:ext>
            </a:extLst>
          </p:cNvPr>
          <p:cNvSpPr>
            <a:spLocks noChangeAspect="1"/>
          </p:cNvSpPr>
          <p:nvPr userDrawn="1">
            <p:custDataLst>
              <p:tags r:id="rId31"/>
            </p:custDataLst>
          </p:nvPr>
        </p:nvSpPr>
        <p:spPr>
          <a:xfrm>
            <a:off x="2408978" y="4804430"/>
            <a:ext cx="183803" cy="183548"/>
          </a:xfrm>
          <a:custGeom>
            <a:avLst/>
            <a:gdLst/>
            <a:ahLst/>
            <a:cxnLst/>
            <a:rect l="0" t="0" r="0" b="0"/>
            <a:pathLst>
              <a:path w="183805" h="183550">
                <a:moveTo>
                  <a:pt x="182094" y="175600"/>
                </a:moveTo>
                <a:lnTo>
                  <a:pt x="182094" y="175600"/>
                </a:lnTo>
                <a:lnTo>
                  <a:pt x="183804" y="177411"/>
                </a:lnTo>
                <a:lnTo>
                  <a:pt x="183804" y="180429"/>
                </a:lnTo>
                <a:lnTo>
                  <a:pt x="182094" y="182240"/>
                </a:lnTo>
                <a:lnTo>
                  <a:pt x="181189" y="183146"/>
                </a:lnTo>
                <a:lnTo>
                  <a:pt x="179982" y="183549"/>
                </a:lnTo>
                <a:lnTo>
                  <a:pt x="178776" y="183549"/>
                </a:lnTo>
                <a:lnTo>
                  <a:pt x="177569" y="183549"/>
                </a:lnTo>
                <a:lnTo>
                  <a:pt x="176362" y="183146"/>
                </a:lnTo>
                <a:lnTo>
                  <a:pt x="175457" y="182240"/>
                </a:lnTo>
                <a:lnTo>
                  <a:pt x="91903" y="98517"/>
                </a:lnTo>
                <a:lnTo>
                  <a:pt x="91903" y="98517"/>
                </a:lnTo>
                <a:lnTo>
                  <a:pt x="91903" y="98517"/>
                </a:lnTo>
                <a:lnTo>
                  <a:pt x="8345" y="182240"/>
                </a:lnTo>
                <a:lnTo>
                  <a:pt x="8345" y="182240"/>
                </a:lnTo>
                <a:lnTo>
                  <a:pt x="8345" y="182240"/>
                </a:lnTo>
                <a:lnTo>
                  <a:pt x="7441" y="183146"/>
                </a:lnTo>
                <a:lnTo>
                  <a:pt x="6235" y="183549"/>
                </a:lnTo>
                <a:lnTo>
                  <a:pt x="5027" y="183549"/>
                </a:lnTo>
                <a:lnTo>
                  <a:pt x="3822" y="183549"/>
                </a:lnTo>
                <a:lnTo>
                  <a:pt x="2614" y="183146"/>
                </a:lnTo>
                <a:lnTo>
                  <a:pt x="1708" y="182240"/>
                </a:lnTo>
                <a:lnTo>
                  <a:pt x="0" y="180429"/>
                </a:lnTo>
                <a:lnTo>
                  <a:pt x="0" y="177411"/>
                </a:lnTo>
                <a:lnTo>
                  <a:pt x="1708" y="175600"/>
                </a:lnTo>
                <a:lnTo>
                  <a:pt x="85366" y="91976"/>
                </a:lnTo>
                <a:lnTo>
                  <a:pt x="85366" y="91976"/>
                </a:lnTo>
                <a:lnTo>
                  <a:pt x="85366" y="91976"/>
                </a:lnTo>
                <a:lnTo>
                  <a:pt x="1708" y="8353"/>
                </a:lnTo>
                <a:lnTo>
                  <a:pt x="1708" y="8353"/>
                </a:lnTo>
                <a:lnTo>
                  <a:pt x="1708" y="8353"/>
                </a:lnTo>
                <a:lnTo>
                  <a:pt x="0" y="6542"/>
                </a:lnTo>
                <a:lnTo>
                  <a:pt x="0" y="3523"/>
                </a:lnTo>
                <a:lnTo>
                  <a:pt x="1708" y="1713"/>
                </a:lnTo>
                <a:lnTo>
                  <a:pt x="3520" y="0"/>
                </a:lnTo>
                <a:lnTo>
                  <a:pt x="6536" y="0"/>
                </a:lnTo>
                <a:lnTo>
                  <a:pt x="8345" y="1713"/>
                </a:lnTo>
                <a:lnTo>
                  <a:pt x="91903" y="85435"/>
                </a:lnTo>
                <a:lnTo>
                  <a:pt x="91903" y="85435"/>
                </a:lnTo>
                <a:lnTo>
                  <a:pt x="91903" y="85435"/>
                </a:lnTo>
                <a:lnTo>
                  <a:pt x="175457" y="1713"/>
                </a:lnTo>
                <a:lnTo>
                  <a:pt x="175457" y="1713"/>
                </a:lnTo>
                <a:lnTo>
                  <a:pt x="175457" y="1713"/>
                </a:lnTo>
                <a:lnTo>
                  <a:pt x="177267" y="0"/>
                </a:lnTo>
                <a:lnTo>
                  <a:pt x="180284" y="0"/>
                </a:lnTo>
                <a:lnTo>
                  <a:pt x="182094" y="1713"/>
                </a:lnTo>
                <a:lnTo>
                  <a:pt x="183804" y="3523"/>
                </a:lnTo>
                <a:lnTo>
                  <a:pt x="183804" y="6542"/>
                </a:lnTo>
                <a:lnTo>
                  <a:pt x="182094" y="8353"/>
                </a:lnTo>
                <a:lnTo>
                  <a:pt x="98437" y="91976"/>
                </a:lnTo>
                <a:lnTo>
                  <a:pt x="98437" y="91976"/>
                </a:lnTo>
                <a:lnTo>
                  <a:pt x="98437" y="91976"/>
                </a:lnTo>
                <a:close/>
              </a:path>
            </a:pathLst>
          </a:custGeom>
          <a:solidFill>
            <a:schemeClr val="tx2"/>
          </a:solidFill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 err="1"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243" name="CheckmarkDash" hidden="1">
            <a:extLst>
              <a:ext uri="{FF2B5EF4-FFF2-40B4-BE49-F238E27FC236}">
                <a16:creationId xmlns:a16="http://schemas.microsoft.com/office/drawing/2014/main" id="{6D197BD0-E4F8-43E3-85F0-BDAC6EFBEE38}"/>
              </a:ext>
            </a:extLst>
          </p:cNvPr>
          <p:cNvPicPr>
            <a:picLocks noChangeAspect="1"/>
          </p:cNvPicPr>
          <p:nvPr userDrawn="1">
            <p:custDataLst>
              <p:tags r:id="rId32"/>
            </p:custDataLst>
          </p:nvPr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2310379" y="2946237"/>
            <a:ext cx="381000" cy="381000"/>
          </a:xfrm>
          <a:prstGeom prst="rect">
            <a:avLst/>
          </a:prstGeom>
        </p:spPr>
      </p:pic>
      <p:grpSp>
        <p:nvGrpSpPr>
          <p:cNvPr id="244" name="CheckmarkDashWhite" hidden="1">
            <a:extLst>
              <a:ext uri="{FF2B5EF4-FFF2-40B4-BE49-F238E27FC236}">
                <a16:creationId xmlns:a16="http://schemas.microsoft.com/office/drawing/2014/main" id="{DDD76515-4E98-4C0E-97A3-09077FB620C4}"/>
              </a:ext>
            </a:extLst>
          </p:cNvPr>
          <p:cNvGrpSpPr>
            <a:grpSpLocks noChangeAspect="1"/>
          </p:cNvGrpSpPr>
          <p:nvPr userDrawn="1">
            <p:custDataLst>
              <p:tags r:id="rId33"/>
            </p:custDataLst>
          </p:nvPr>
        </p:nvGrpSpPr>
        <p:grpSpPr>
          <a:xfrm>
            <a:off x="2302765" y="3525112"/>
            <a:ext cx="396228" cy="396228"/>
            <a:chOff x="1016000" y="1016000"/>
            <a:chExt cx="396228" cy="396228"/>
          </a:xfrm>
        </p:grpSpPr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BFE44F03-5DDF-406A-9704-79A91E404649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60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46" name="Graphic 245">
              <a:extLst>
                <a:ext uri="{FF2B5EF4-FFF2-40B4-BE49-F238E27FC236}">
                  <a16:creationId xmlns:a16="http://schemas.microsoft.com/office/drawing/2014/main" id="{FEBCFA72-4815-4B9B-A22F-5AB2EF789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>
              <a:extLst>
                <a:ext uri="{96DAC541-7B7A-43D3-8B79-37D633B846F1}">
                  <asvg:svgBlip xmlns:asvg="http://schemas.microsoft.com/office/drawing/2016/SVG/main" r:embed="rId78"/>
                </a:ext>
              </a:extLst>
            </a:blip>
            <a:stretch>
              <a:fillRect/>
            </a:stretch>
          </p:blipFill>
          <p:spPr>
            <a:xfrm>
              <a:off x="1023614" y="1023614"/>
              <a:ext cx="381000" cy="381000"/>
            </a:xfrm>
            <a:prstGeom prst="rect">
              <a:avLst/>
            </a:prstGeom>
          </p:spPr>
        </p:pic>
      </p:grpSp>
      <p:grpSp>
        <p:nvGrpSpPr>
          <p:cNvPr id="247" name="CheckmarkDashBlue" hidden="1">
            <a:extLst>
              <a:ext uri="{FF2B5EF4-FFF2-40B4-BE49-F238E27FC236}">
                <a16:creationId xmlns:a16="http://schemas.microsoft.com/office/drawing/2014/main" id="{81F9EE34-1BCC-42F0-90D7-FC9EE70CCE02}"/>
              </a:ext>
            </a:extLst>
          </p:cNvPr>
          <p:cNvGrpSpPr>
            <a:grpSpLocks noChangeAspect="1"/>
          </p:cNvGrpSpPr>
          <p:nvPr userDrawn="1">
            <p:custDataLst>
              <p:tags r:id="rId34"/>
            </p:custDataLst>
          </p:nvPr>
        </p:nvGrpSpPr>
        <p:grpSpPr>
          <a:xfrm>
            <a:off x="2302765" y="4111601"/>
            <a:ext cx="396228" cy="396228"/>
            <a:chOff x="1016000" y="1016000"/>
            <a:chExt cx="396228" cy="396228"/>
          </a:xfrm>
        </p:grpSpPr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4EA313F9-6D48-4D01-830A-3A81EF57563F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49" name="Graphic 248">
              <a:extLst>
                <a:ext uri="{FF2B5EF4-FFF2-40B4-BE49-F238E27FC236}">
                  <a16:creationId xmlns:a16="http://schemas.microsoft.com/office/drawing/2014/main" id="{231422F3-779A-4B21-ABE4-39219EAA8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>
              <a:extLst>
                <a:ext uri="{96DAC541-7B7A-43D3-8B79-37D633B846F1}">
                  <asvg:svgBlip xmlns:asvg="http://schemas.microsoft.com/office/drawing/2016/SVG/main" r:embed="rId80"/>
                </a:ext>
              </a:extLst>
            </a:blip>
            <a:stretch>
              <a:fillRect/>
            </a:stretch>
          </p:blipFill>
          <p:spPr>
            <a:xfrm>
              <a:off x="1023614" y="1023614"/>
              <a:ext cx="381000" cy="381000"/>
            </a:xfrm>
            <a:prstGeom prst="rect">
              <a:avLst/>
            </a:prstGeom>
          </p:spPr>
        </p:pic>
      </p:grpSp>
      <p:grpSp>
        <p:nvGrpSpPr>
          <p:cNvPr id="250" name="LineArrowBlue" hidden="1">
            <a:extLst>
              <a:ext uri="{FF2B5EF4-FFF2-40B4-BE49-F238E27FC236}">
                <a16:creationId xmlns:a16="http://schemas.microsoft.com/office/drawing/2014/main" id="{1D863E20-B32C-48FF-949F-E00FD4DB1D94}"/>
              </a:ext>
            </a:extLst>
          </p:cNvPr>
          <p:cNvGrpSpPr>
            <a:grpSpLocks/>
          </p:cNvGrpSpPr>
          <p:nvPr userDrawn="1">
            <p:custDataLst>
              <p:tags r:id="rId35"/>
            </p:custDataLst>
          </p:nvPr>
        </p:nvGrpSpPr>
        <p:grpSpPr>
          <a:xfrm>
            <a:off x="3235224" y="5856330"/>
            <a:ext cx="396228" cy="396228"/>
            <a:chOff x="1016000" y="1016000"/>
            <a:chExt cx="396228" cy="396228"/>
          </a:xfrm>
        </p:grpSpPr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816B6DF1-1FD4-4988-B3B3-84F3DBEED176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en-US" sz="16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B9787BF0-88E0-4B6A-92AD-2CD419B312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0497" y="1118503"/>
              <a:ext cx="270062" cy="191369"/>
            </a:xfrm>
            <a:custGeom>
              <a:avLst/>
              <a:gdLst/>
              <a:ahLst/>
              <a:cxnLst/>
              <a:rect l="0" t="0" r="0" b="0"/>
              <a:pathLst>
                <a:path w="270576" h="191733">
                  <a:moveTo>
                    <a:pt x="268764" y="99351"/>
                  </a:moveTo>
                  <a:lnTo>
                    <a:pt x="177792" y="190362"/>
                  </a:lnTo>
                  <a:lnTo>
                    <a:pt x="176904" y="191249"/>
                  </a:lnTo>
                  <a:lnTo>
                    <a:pt x="175697" y="191732"/>
                  </a:lnTo>
                  <a:lnTo>
                    <a:pt x="174528" y="191732"/>
                  </a:lnTo>
                  <a:lnTo>
                    <a:pt x="173360" y="191732"/>
                  </a:lnTo>
                  <a:lnTo>
                    <a:pt x="172151" y="191289"/>
                  </a:lnTo>
                  <a:lnTo>
                    <a:pt x="171264" y="190362"/>
                  </a:lnTo>
                  <a:lnTo>
                    <a:pt x="169452" y="188549"/>
                  </a:lnTo>
                  <a:lnTo>
                    <a:pt x="169452" y="185608"/>
                  </a:lnTo>
                  <a:lnTo>
                    <a:pt x="171264" y="183794"/>
                  </a:lnTo>
                  <a:lnTo>
                    <a:pt x="254098" y="100923"/>
                  </a:lnTo>
                  <a:lnTo>
                    <a:pt x="4633" y="100923"/>
                  </a:lnTo>
                  <a:lnTo>
                    <a:pt x="2053" y="100923"/>
                  </a:lnTo>
                  <a:lnTo>
                    <a:pt x="0" y="98868"/>
                  </a:lnTo>
                  <a:lnTo>
                    <a:pt x="0" y="96289"/>
                  </a:lnTo>
                  <a:lnTo>
                    <a:pt x="0" y="93711"/>
                  </a:lnTo>
                  <a:lnTo>
                    <a:pt x="2053" y="91656"/>
                  </a:lnTo>
                  <a:lnTo>
                    <a:pt x="4633" y="91656"/>
                  </a:lnTo>
                  <a:lnTo>
                    <a:pt x="254502" y="91656"/>
                  </a:lnTo>
                  <a:lnTo>
                    <a:pt x="171225" y="8381"/>
                  </a:lnTo>
                  <a:lnTo>
                    <a:pt x="169411" y="6568"/>
                  </a:lnTo>
                  <a:lnTo>
                    <a:pt x="169411" y="3626"/>
                  </a:lnTo>
                  <a:lnTo>
                    <a:pt x="171225" y="1812"/>
                  </a:lnTo>
                  <a:lnTo>
                    <a:pt x="173038" y="0"/>
                  </a:lnTo>
                  <a:lnTo>
                    <a:pt x="175979" y="0"/>
                  </a:lnTo>
                  <a:lnTo>
                    <a:pt x="177792" y="1812"/>
                  </a:lnTo>
                  <a:lnTo>
                    <a:pt x="268764" y="92784"/>
                  </a:lnTo>
                  <a:lnTo>
                    <a:pt x="270575" y="94638"/>
                  </a:lnTo>
                  <a:lnTo>
                    <a:pt x="270575" y="97539"/>
                  </a:lnTo>
                  <a:close/>
                </a:path>
              </a:pathLst>
            </a:cu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pic>
        <p:nvPicPr>
          <p:cNvPr id="253" name="DoubleArrow" hidden="1">
            <a:extLst>
              <a:ext uri="{FF2B5EF4-FFF2-40B4-BE49-F238E27FC236}">
                <a16:creationId xmlns:a16="http://schemas.microsoft.com/office/drawing/2014/main" id="{E532A4E3-9D74-496E-AD75-84739A28E59C}"/>
              </a:ext>
            </a:extLst>
          </p:cNvPr>
          <p:cNvPicPr>
            <a:picLocks noChangeAspect="1"/>
          </p:cNvPicPr>
          <p:nvPr userDrawn="1">
            <p:custDataLst>
              <p:tags r:id="rId36"/>
            </p:custDataLst>
          </p:nvPr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4200697" y="1258151"/>
            <a:ext cx="330200" cy="330200"/>
          </a:xfrm>
          <a:prstGeom prst="rect">
            <a:avLst/>
          </a:prstGeom>
        </p:spPr>
      </p:pic>
      <p:sp>
        <p:nvSpPr>
          <p:cNvPr id="254" name="Filter" hidden="1">
            <a:extLst>
              <a:ext uri="{FF2B5EF4-FFF2-40B4-BE49-F238E27FC236}">
                <a16:creationId xmlns:a16="http://schemas.microsoft.com/office/drawing/2014/main" id="{0EED5966-93D2-41E2-B722-0851E65ABFAF}"/>
              </a:ext>
            </a:extLst>
          </p:cNvPr>
          <p:cNvSpPr>
            <a:spLocks noChangeAspect="1"/>
          </p:cNvSpPr>
          <p:nvPr userDrawn="1">
            <p:custDataLst>
              <p:tags r:id="rId37"/>
            </p:custDataLst>
          </p:nvPr>
        </p:nvSpPr>
        <p:spPr>
          <a:xfrm>
            <a:off x="3310075" y="1290724"/>
            <a:ext cx="246526" cy="265054"/>
          </a:xfrm>
          <a:custGeom>
            <a:avLst/>
            <a:gdLst/>
            <a:ahLst/>
            <a:cxnLst/>
            <a:rect l="0" t="0" r="0" b="0"/>
            <a:pathLst>
              <a:path w="202746" h="217984">
                <a:moveTo>
                  <a:pt x="83954" y="217983"/>
                </a:moveTo>
                <a:lnTo>
                  <a:pt x="83184" y="217983"/>
                </a:lnTo>
                <a:lnTo>
                  <a:pt x="82411" y="217799"/>
                </a:lnTo>
                <a:lnTo>
                  <a:pt x="81705" y="217428"/>
                </a:lnTo>
                <a:lnTo>
                  <a:pt x="80116" y="216592"/>
                </a:lnTo>
                <a:lnTo>
                  <a:pt x="79123" y="214945"/>
                </a:lnTo>
                <a:lnTo>
                  <a:pt x="79123" y="213149"/>
                </a:lnTo>
                <a:lnTo>
                  <a:pt x="79123" y="120879"/>
                </a:lnTo>
                <a:lnTo>
                  <a:pt x="1131" y="7575"/>
                </a:lnTo>
                <a:lnTo>
                  <a:pt x="114" y="6095"/>
                </a:lnTo>
                <a:lnTo>
                  <a:pt x="0" y="4175"/>
                </a:lnTo>
                <a:lnTo>
                  <a:pt x="832" y="2587"/>
                </a:lnTo>
                <a:lnTo>
                  <a:pt x="1665" y="996"/>
                </a:lnTo>
                <a:lnTo>
                  <a:pt x="3317" y="0"/>
                </a:lnTo>
                <a:lnTo>
                  <a:pt x="5112" y="0"/>
                </a:lnTo>
                <a:lnTo>
                  <a:pt x="197645" y="0"/>
                </a:lnTo>
                <a:lnTo>
                  <a:pt x="199424" y="0"/>
                </a:lnTo>
                <a:lnTo>
                  <a:pt x="201058" y="976"/>
                </a:lnTo>
                <a:lnTo>
                  <a:pt x="201899" y="2539"/>
                </a:lnTo>
                <a:lnTo>
                  <a:pt x="202745" y="4103"/>
                </a:lnTo>
                <a:lnTo>
                  <a:pt x="202661" y="6006"/>
                </a:lnTo>
                <a:lnTo>
                  <a:pt x="201680" y="7491"/>
                </a:lnTo>
                <a:lnTo>
                  <a:pt x="127109" y="120826"/>
                </a:lnTo>
                <a:lnTo>
                  <a:pt x="127109" y="186825"/>
                </a:lnTo>
                <a:lnTo>
                  <a:pt x="127109" y="188418"/>
                </a:lnTo>
                <a:lnTo>
                  <a:pt x="126323" y="189906"/>
                </a:lnTo>
                <a:lnTo>
                  <a:pt x="125012" y="190809"/>
                </a:lnTo>
                <a:lnTo>
                  <a:pt x="86690" y="217134"/>
                </a:lnTo>
                <a:lnTo>
                  <a:pt x="85870" y="217698"/>
                </a:lnTo>
                <a:lnTo>
                  <a:pt x="84917" y="217983"/>
                </a:lnTo>
                <a:lnTo>
                  <a:pt x="83954" y="217983"/>
                </a:lnTo>
                <a:lnTo>
                  <a:pt x="14310" y="9669"/>
                </a:lnTo>
                <a:lnTo>
                  <a:pt x="87939" y="116639"/>
                </a:lnTo>
                <a:lnTo>
                  <a:pt x="88494" y="117447"/>
                </a:lnTo>
                <a:lnTo>
                  <a:pt x="88792" y="118400"/>
                </a:lnTo>
                <a:lnTo>
                  <a:pt x="88792" y="119379"/>
                </a:lnTo>
                <a:lnTo>
                  <a:pt x="88792" y="203964"/>
                </a:lnTo>
                <a:lnTo>
                  <a:pt x="117445" y="184281"/>
                </a:lnTo>
                <a:lnTo>
                  <a:pt x="117445" y="119379"/>
                </a:lnTo>
                <a:lnTo>
                  <a:pt x="117445" y="118433"/>
                </a:lnTo>
                <a:lnTo>
                  <a:pt x="117722" y="117512"/>
                </a:lnTo>
                <a:lnTo>
                  <a:pt x="118240" y="116723"/>
                </a:lnTo>
                <a:lnTo>
                  <a:pt x="188678" y="9669"/>
                </a:lnTo>
                <a:lnTo>
                  <a:pt x="14310" y="9669"/>
                </a:lnTo>
              </a:path>
            </a:pathLst>
          </a:custGeom>
          <a:solidFill>
            <a:schemeClr val="tx2"/>
          </a:solidFill>
          <a:ln w="6350" cap="sq" cmpd="sng" algn="ctr">
            <a:noFill/>
            <a:prstDash val="solid"/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55" name="FilterWhite" hidden="1">
            <a:extLst>
              <a:ext uri="{FF2B5EF4-FFF2-40B4-BE49-F238E27FC236}">
                <a16:creationId xmlns:a16="http://schemas.microsoft.com/office/drawing/2014/main" id="{6D68FF4A-05D9-4B19-B476-2F6C525E0E88}"/>
              </a:ext>
            </a:extLst>
          </p:cNvPr>
          <p:cNvGrpSpPr>
            <a:grpSpLocks noChangeAspect="1"/>
          </p:cNvGrpSpPr>
          <p:nvPr userDrawn="1">
            <p:custDataLst>
              <p:tags r:id="rId38"/>
            </p:custDataLst>
          </p:nvPr>
        </p:nvGrpSpPr>
        <p:grpSpPr>
          <a:xfrm>
            <a:off x="3235224" y="1765645"/>
            <a:ext cx="396228" cy="396228"/>
            <a:chOff x="1016000" y="1016000"/>
            <a:chExt cx="396228" cy="396228"/>
          </a:xfrm>
        </p:grpSpPr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9ADD0F7E-3AF7-46C9-A3E1-F62C41D03D83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88278604-48C5-4C6A-8888-2E3569EE06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397" y="1116494"/>
              <a:ext cx="203316" cy="218597"/>
            </a:xfrm>
            <a:custGeom>
              <a:avLst/>
              <a:gdLst/>
              <a:ahLst/>
              <a:cxnLst/>
              <a:rect l="0" t="0" r="0" b="0"/>
              <a:pathLst>
                <a:path w="202746" h="217984">
                  <a:moveTo>
                    <a:pt x="83954" y="217983"/>
                  </a:moveTo>
                  <a:lnTo>
                    <a:pt x="83184" y="217983"/>
                  </a:lnTo>
                  <a:lnTo>
                    <a:pt x="82411" y="217799"/>
                  </a:lnTo>
                  <a:lnTo>
                    <a:pt x="81705" y="217428"/>
                  </a:lnTo>
                  <a:lnTo>
                    <a:pt x="80116" y="216592"/>
                  </a:lnTo>
                  <a:lnTo>
                    <a:pt x="79123" y="214945"/>
                  </a:lnTo>
                  <a:lnTo>
                    <a:pt x="79123" y="213149"/>
                  </a:lnTo>
                  <a:lnTo>
                    <a:pt x="79123" y="120879"/>
                  </a:lnTo>
                  <a:lnTo>
                    <a:pt x="1131" y="7575"/>
                  </a:lnTo>
                  <a:lnTo>
                    <a:pt x="114" y="6095"/>
                  </a:lnTo>
                  <a:lnTo>
                    <a:pt x="0" y="4175"/>
                  </a:lnTo>
                  <a:lnTo>
                    <a:pt x="832" y="2587"/>
                  </a:lnTo>
                  <a:lnTo>
                    <a:pt x="1665" y="996"/>
                  </a:lnTo>
                  <a:lnTo>
                    <a:pt x="3317" y="0"/>
                  </a:lnTo>
                  <a:lnTo>
                    <a:pt x="5112" y="0"/>
                  </a:lnTo>
                  <a:lnTo>
                    <a:pt x="197645" y="0"/>
                  </a:lnTo>
                  <a:lnTo>
                    <a:pt x="199424" y="0"/>
                  </a:lnTo>
                  <a:lnTo>
                    <a:pt x="201058" y="976"/>
                  </a:lnTo>
                  <a:lnTo>
                    <a:pt x="201899" y="2539"/>
                  </a:lnTo>
                  <a:lnTo>
                    <a:pt x="202745" y="4103"/>
                  </a:lnTo>
                  <a:lnTo>
                    <a:pt x="202661" y="6006"/>
                  </a:lnTo>
                  <a:lnTo>
                    <a:pt x="201680" y="7491"/>
                  </a:lnTo>
                  <a:lnTo>
                    <a:pt x="127109" y="120826"/>
                  </a:lnTo>
                  <a:lnTo>
                    <a:pt x="127109" y="186825"/>
                  </a:lnTo>
                  <a:lnTo>
                    <a:pt x="127109" y="188418"/>
                  </a:lnTo>
                  <a:lnTo>
                    <a:pt x="126323" y="189906"/>
                  </a:lnTo>
                  <a:lnTo>
                    <a:pt x="125012" y="190809"/>
                  </a:lnTo>
                  <a:lnTo>
                    <a:pt x="86690" y="217134"/>
                  </a:lnTo>
                  <a:lnTo>
                    <a:pt x="85870" y="217698"/>
                  </a:lnTo>
                  <a:lnTo>
                    <a:pt x="84917" y="217983"/>
                  </a:lnTo>
                  <a:lnTo>
                    <a:pt x="83954" y="217983"/>
                  </a:lnTo>
                  <a:lnTo>
                    <a:pt x="14310" y="9669"/>
                  </a:lnTo>
                  <a:lnTo>
                    <a:pt x="87939" y="116639"/>
                  </a:lnTo>
                  <a:lnTo>
                    <a:pt x="88494" y="117447"/>
                  </a:lnTo>
                  <a:lnTo>
                    <a:pt x="88792" y="118400"/>
                  </a:lnTo>
                  <a:lnTo>
                    <a:pt x="88792" y="119379"/>
                  </a:lnTo>
                  <a:lnTo>
                    <a:pt x="88792" y="203964"/>
                  </a:lnTo>
                  <a:lnTo>
                    <a:pt x="117445" y="184281"/>
                  </a:lnTo>
                  <a:lnTo>
                    <a:pt x="117445" y="119379"/>
                  </a:lnTo>
                  <a:lnTo>
                    <a:pt x="117445" y="118433"/>
                  </a:lnTo>
                  <a:lnTo>
                    <a:pt x="117722" y="117512"/>
                  </a:lnTo>
                  <a:lnTo>
                    <a:pt x="118240" y="116723"/>
                  </a:lnTo>
                  <a:lnTo>
                    <a:pt x="188678" y="9669"/>
                  </a:lnTo>
                  <a:lnTo>
                    <a:pt x="14310" y="9669"/>
                  </a:lnTo>
                </a:path>
              </a:pathLst>
            </a:cu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58" name="FilterBlue" hidden="1">
            <a:extLst>
              <a:ext uri="{FF2B5EF4-FFF2-40B4-BE49-F238E27FC236}">
                <a16:creationId xmlns:a16="http://schemas.microsoft.com/office/drawing/2014/main" id="{5474AF20-0987-4FD5-979C-1A682194A66D}"/>
              </a:ext>
            </a:extLst>
          </p:cNvPr>
          <p:cNvGrpSpPr>
            <a:grpSpLocks noChangeAspect="1"/>
          </p:cNvGrpSpPr>
          <p:nvPr userDrawn="1">
            <p:custDataLst>
              <p:tags r:id="rId39"/>
            </p:custDataLst>
          </p:nvPr>
        </p:nvGrpSpPr>
        <p:grpSpPr>
          <a:xfrm>
            <a:off x="3235224" y="2352134"/>
            <a:ext cx="396228" cy="396228"/>
            <a:chOff x="1016000" y="1016000"/>
            <a:chExt cx="396228" cy="396228"/>
          </a:xfrm>
        </p:grpSpPr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0F5BA81D-1848-48A6-A26B-B7E5DC3B0E16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CACBB1FC-9DD2-400D-AFAC-8333BC5279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397" y="1116494"/>
              <a:ext cx="203316" cy="218597"/>
            </a:xfrm>
            <a:custGeom>
              <a:avLst/>
              <a:gdLst/>
              <a:ahLst/>
              <a:cxnLst/>
              <a:rect l="0" t="0" r="0" b="0"/>
              <a:pathLst>
                <a:path w="202746" h="217984">
                  <a:moveTo>
                    <a:pt x="83954" y="217983"/>
                  </a:moveTo>
                  <a:lnTo>
                    <a:pt x="83184" y="217983"/>
                  </a:lnTo>
                  <a:lnTo>
                    <a:pt x="82411" y="217799"/>
                  </a:lnTo>
                  <a:lnTo>
                    <a:pt x="81705" y="217428"/>
                  </a:lnTo>
                  <a:lnTo>
                    <a:pt x="80116" y="216592"/>
                  </a:lnTo>
                  <a:lnTo>
                    <a:pt x="79123" y="214945"/>
                  </a:lnTo>
                  <a:lnTo>
                    <a:pt x="79123" y="213149"/>
                  </a:lnTo>
                  <a:lnTo>
                    <a:pt x="79123" y="120879"/>
                  </a:lnTo>
                  <a:lnTo>
                    <a:pt x="1131" y="7575"/>
                  </a:lnTo>
                  <a:lnTo>
                    <a:pt x="114" y="6095"/>
                  </a:lnTo>
                  <a:lnTo>
                    <a:pt x="0" y="4175"/>
                  </a:lnTo>
                  <a:lnTo>
                    <a:pt x="832" y="2587"/>
                  </a:lnTo>
                  <a:lnTo>
                    <a:pt x="1665" y="996"/>
                  </a:lnTo>
                  <a:lnTo>
                    <a:pt x="3317" y="0"/>
                  </a:lnTo>
                  <a:lnTo>
                    <a:pt x="5112" y="0"/>
                  </a:lnTo>
                  <a:lnTo>
                    <a:pt x="197645" y="0"/>
                  </a:lnTo>
                  <a:lnTo>
                    <a:pt x="199424" y="0"/>
                  </a:lnTo>
                  <a:lnTo>
                    <a:pt x="201058" y="976"/>
                  </a:lnTo>
                  <a:lnTo>
                    <a:pt x="201899" y="2539"/>
                  </a:lnTo>
                  <a:lnTo>
                    <a:pt x="202745" y="4103"/>
                  </a:lnTo>
                  <a:lnTo>
                    <a:pt x="202661" y="6006"/>
                  </a:lnTo>
                  <a:lnTo>
                    <a:pt x="201680" y="7491"/>
                  </a:lnTo>
                  <a:lnTo>
                    <a:pt x="127109" y="120826"/>
                  </a:lnTo>
                  <a:lnTo>
                    <a:pt x="127109" y="186825"/>
                  </a:lnTo>
                  <a:lnTo>
                    <a:pt x="127109" y="188418"/>
                  </a:lnTo>
                  <a:lnTo>
                    <a:pt x="126323" y="189906"/>
                  </a:lnTo>
                  <a:lnTo>
                    <a:pt x="125012" y="190809"/>
                  </a:lnTo>
                  <a:lnTo>
                    <a:pt x="86690" y="217134"/>
                  </a:lnTo>
                  <a:lnTo>
                    <a:pt x="85870" y="217698"/>
                  </a:lnTo>
                  <a:lnTo>
                    <a:pt x="84917" y="217983"/>
                  </a:lnTo>
                  <a:lnTo>
                    <a:pt x="83954" y="217983"/>
                  </a:lnTo>
                  <a:lnTo>
                    <a:pt x="14310" y="9669"/>
                  </a:lnTo>
                  <a:lnTo>
                    <a:pt x="87939" y="116639"/>
                  </a:lnTo>
                  <a:lnTo>
                    <a:pt x="88494" y="117447"/>
                  </a:lnTo>
                  <a:lnTo>
                    <a:pt x="88792" y="118400"/>
                  </a:lnTo>
                  <a:lnTo>
                    <a:pt x="88792" y="119379"/>
                  </a:lnTo>
                  <a:lnTo>
                    <a:pt x="88792" y="203964"/>
                  </a:lnTo>
                  <a:lnTo>
                    <a:pt x="117445" y="184281"/>
                  </a:lnTo>
                  <a:lnTo>
                    <a:pt x="117445" y="119379"/>
                  </a:lnTo>
                  <a:lnTo>
                    <a:pt x="117445" y="118433"/>
                  </a:lnTo>
                  <a:lnTo>
                    <a:pt x="117722" y="117512"/>
                  </a:lnTo>
                  <a:lnTo>
                    <a:pt x="118240" y="116723"/>
                  </a:lnTo>
                  <a:lnTo>
                    <a:pt x="188678" y="9669"/>
                  </a:lnTo>
                  <a:lnTo>
                    <a:pt x="14310" y="9669"/>
                  </a:lnTo>
                </a:path>
              </a:pathLst>
            </a:custGeom>
            <a:solidFill>
              <a:schemeClr val="bg1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61" name="Chevron" hidden="1">
            <a:extLst>
              <a:ext uri="{FF2B5EF4-FFF2-40B4-BE49-F238E27FC236}">
                <a16:creationId xmlns:a16="http://schemas.microsoft.com/office/drawing/2014/main" id="{DC75E446-1A7C-407A-B89E-82DA8F0E1490}"/>
              </a:ext>
            </a:extLst>
          </p:cNvPr>
          <p:cNvSpPr>
            <a:spLocks noChangeAspect="1"/>
          </p:cNvSpPr>
          <p:nvPr userDrawn="1">
            <p:custDataLst>
              <p:tags r:id="rId40"/>
            </p:custDataLst>
          </p:nvPr>
        </p:nvSpPr>
        <p:spPr>
          <a:xfrm>
            <a:off x="3370045" y="3017414"/>
            <a:ext cx="126587" cy="238646"/>
          </a:xfrm>
          <a:custGeom>
            <a:avLst/>
            <a:gdLst/>
            <a:ahLst/>
            <a:cxnLst/>
            <a:rect l="0" t="0" r="0" b="0"/>
            <a:pathLst>
              <a:path w="103601" h="195312">
                <a:moveTo>
                  <a:pt x="9358" y="193790"/>
                </a:moveTo>
                <a:lnTo>
                  <a:pt x="101575" y="101574"/>
                </a:lnTo>
                <a:lnTo>
                  <a:pt x="103600" y="99549"/>
                </a:lnTo>
                <a:lnTo>
                  <a:pt x="103600" y="96266"/>
                </a:lnTo>
                <a:lnTo>
                  <a:pt x="101575" y="94241"/>
                </a:lnTo>
                <a:lnTo>
                  <a:pt x="9358" y="2025"/>
                </a:lnTo>
                <a:lnTo>
                  <a:pt x="7332" y="0"/>
                </a:lnTo>
                <a:lnTo>
                  <a:pt x="4049" y="0"/>
                </a:lnTo>
                <a:lnTo>
                  <a:pt x="2026" y="2025"/>
                </a:lnTo>
                <a:lnTo>
                  <a:pt x="0" y="4048"/>
                </a:lnTo>
                <a:lnTo>
                  <a:pt x="0" y="7331"/>
                </a:lnTo>
                <a:lnTo>
                  <a:pt x="2026" y="9357"/>
                </a:lnTo>
                <a:lnTo>
                  <a:pt x="90576" y="97907"/>
                </a:lnTo>
                <a:lnTo>
                  <a:pt x="2026" y="186459"/>
                </a:lnTo>
                <a:lnTo>
                  <a:pt x="0" y="188483"/>
                </a:lnTo>
                <a:lnTo>
                  <a:pt x="0" y="191766"/>
                </a:lnTo>
                <a:lnTo>
                  <a:pt x="2026" y="193790"/>
                </a:lnTo>
                <a:lnTo>
                  <a:pt x="3040" y="194805"/>
                </a:lnTo>
                <a:lnTo>
                  <a:pt x="4366" y="195311"/>
                </a:lnTo>
                <a:lnTo>
                  <a:pt x="5692" y="195311"/>
                </a:lnTo>
                <a:lnTo>
                  <a:pt x="7017" y="195311"/>
                </a:lnTo>
                <a:lnTo>
                  <a:pt x="8348" y="194805"/>
                </a:lnTo>
                <a:close/>
              </a:path>
            </a:pathLst>
          </a:custGeom>
          <a:solidFill>
            <a:schemeClr val="tx2"/>
          </a:solidFill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 err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62" name="ChevronWhite" hidden="1">
            <a:extLst>
              <a:ext uri="{FF2B5EF4-FFF2-40B4-BE49-F238E27FC236}">
                <a16:creationId xmlns:a16="http://schemas.microsoft.com/office/drawing/2014/main" id="{52A0B6F0-DEFB-4E69-9C31-32A377FC0BEC}"/>
              </a:ext>
            </a:extLst>
          </p:cNvPr>
          <p:cNvGrpSpPr>
            <a:grpSpLocks noChangeAspect="1"/>
          </p:cNvGrpSpPr>
          <p:nvPr userDrawn="1">
            <p:custDataLst>
              <p:tags r:id="rId41"/>
            </p:custDataLst>
          </p:nvPr>
        </p:nvGrpSpPr>
        <p:grpSpPr>
          <a:xfrm>
            <a:off x="3235224" y="3563463"/>
            <a:ext cx="396228" cy="396228"/>
            <a:chOff x="1016000" y="1016000"/>
            <a:chExt cx="396228" cy="396228"/>
          </a:xfrm>
        </p:grpSpPr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1A76E20B-0207-48C1-87E7-C87D7609C81E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60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FEC039-7EAB-4585-8E9B-B03FD77115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67567" y="1118521"/>
              <a:ext cx="103571" cy="195256"/>
            </a:xfrm>
            <a:custGeom>
              <a:avLst/>
              <a:gdLst/>
              <a:ahLst/>
              <a:cxnLst/>
              <a:rect l="0" t="0" r="0" b="0"/>
              <a:pathLst>
                <a:path w="103601" h="195312">
                  <a:moveTo>
                    <a:pt x="9358" y="193790"/>
                  </a:moveTo>
                  <a:lnTo>
                    <a:pt x="101575" y="101574"/>
                  </a:lnTo>
                  <a:lnTo>
                    <a:pt x="103600" y="99549"/>
                  </a:lnTo>
                  <a:lnTo>
                    <a:pt x="103600" y="96266"/>
                  </a:lnTo>
                  <a:lnTo>
                    <a:pt x="101575" y="94241"/>
                  </a:lnTo>
                  <a:lnTo>
                    <a:pt x="9358" y="2025"/>
                  </a:lnTo>
                  <a:lnTo>
                    <a:pt x="7332" y="0"/>
                  </a:lnTo>
                  <a:lnTo>
                    <a:pt x="4049" y="0"/>
                  </a:lnTo>
                  <a:lnTo>
                    <a:pt x="2026" y="2025"/>
                  </a:lnTo>
                  <a:lnTo>
                    <a:pt x="0" y="4048"/>
                  </a:lnTo>
                  <a:lnTo>
                    <a:pt x="0" y="7331"/>
                  </a:lnTo>
                  <a:lnTo>
                    <a:pt x="2026" y="9357"/>
                  </a:lnTo>
                  <a:lnTo>
                    <a:pt x="90576" y="97907"/>
                  </a:lnTo>
                  <a:lnTo>
                    <a:pt x="2026" y="186459"/>
                  </a:lnTo>
                  <a:lnTo>
                    <a:pt x="0" y="188483"/>
                  </a:lnTo>
                  <a:lnTo>
                    <a:pt x="0" y="191766"/>
                  </a:lnTo>
                  <a:lnTo>
                    <a:pt x="2026" y="193790"/>
                  </a:lnTo>
                  <a:lnTo>
                    <a:pt x="3040" y="194805"/>
                  </a:lnTo>
                  <a:lnTo>
                    <a:pt x="4366" y="195311"/>
                  </a:lnTo>
                  <a:lnTo>
                    <a:pt x="5692" y="195311"/>
                  </a:lnTo>
                  <a:lnTo>
                    <a:pt x="7017" y="195311"/>
                  </a:lnTo>
                  <a:lnTo>
                    <a:pt x="8348" y="194805"/>
                  </a:lnTo>
                  <a:close/>
                </a:path>
              </a:pathLst>
            </a:custGeom>
            <a:solidFill>
              <a:schemeClr val="tx2"/>
            </a:solidFill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 err="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65" name="ChevronBlue" hidden="1">
            <a:extLst>
              <a:ext uri="{FF2B5EF4-FFF2-40B4-BE49-F238E27FC236}">
                <a16:creationId xmlns:a16="http://schemas.microsoft.com/office/drawing/2014/main" id="{27EA86D3-85EB-486E-924F-CC30C668AD6D}"/>
              </a:ext>
            </a:extLst>
          </p:cNvPr>
          <p:cNvGrpSpPr>
            <a:grpSpLocks noChangeAspect="1"/>
          </p:cNvGrpSpPr>
          <p:nvPr userDrawn="1">
            <p:custDataLst>
              <p:tags r:id="rId42"/>
            </p:custDataLst>
          </p:nvPr>
        </p:nvGrpSpPr>
        <p:grpSpPr>
          <a:xfrm>
            <a:off x="3235224" y="4142332"/>
            <a:ext cx="396228" cy="396228"/>
            <a:chOff x="1016000" y="1016000"/>
            <a:chExt cx="396228" cy="396228"/>
          </a:xfrm>
        </p:grpSpPr>
        <p:sp>
          <p:nvSpPr>
            <p:cNvPr id="266" name="Oval">
              <a:extLst>
                <a:ext uri="{FF2B5EF4-FFF2-40B4-BE49-F238E27FC236}">
                  <a16:creationId xmlns:a16="http://schemas.microsoft.com/office/drawing/2014/main" id="{D5542968-FFCC-4FCD-A7E1-C8B93F7CDD7A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67" name="Freeform: Shape">
              <a:extLst>
                <a:ext uri="{FF2B5EF4-FFF2-40B4-BE49-F238E27FC236}">
                  <a16:creationId xmlns:a16="http://schemas.microsoft.com/office/drawing/2014/main" id="{8DB4446B-0FAE-4768-BFD8-6201B5E208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67567" y="1118521"/>
              <a:ext cx="103571" cy="195256"/>
            </a:xfrm>
            <a:custGeom>
              <a:avLst/>
              <a:gdLst/>
              <a:ahLst/>
              <a:cxnLst/>
              <a:rect l="0" t="0" r="0" b="0"/>
              <a:pathLst>
                <a:path w="103601" h="195312">
                  <a:moveTo>
                    <a:pt x="9358" y="193790"/>
                  </a:moveTo>
                  <a:lnTo>
                    <a:pt x="101575" y="101574"/>
                  </a:lnTo>
                  <a:lnTo>
                    <a:pt x="103600" y="99549"/>
                  </a:lnTo>
                  <a:lnTo>
                    <a:pt x="103600" y="96266"/>
                  </a:lnTo>
                  <a:lnTo>
                    <a:pt x="101575" y="94241"/>
                  </a:lnTo>
                  <a:lnTo>
                    <a:pt x="9358" y="2025"/>
                  </a:lnTo>
                  <a:lnTo>
                    <a:pt x="7332" y="0"/>
                  </a:lnTo>
                  <a:lnTo>
                    <a:pt x="4049" y="0"/>
                  </a:lnTo>
                  <a:lnTo>
                    <a:pt x="2026" y="2025"/>
                  </a:lnTo>
                  <a:lnTo>
                    <a:pt x="0" y="4048"/>
                  </a:lnTo>
                  <a:lnTo>
                    <a:pt x="0" y="7331"/>
                  </a:lnTo>
                  <a:lnTo>
                    <a:pt x="2026" y="9357"/>
                  </a:lnTo>
                  <a:lnTo>
                    <a:pt x="90576" y="97907"/>
                  </a:lnTo>
                  <a:lnTo>
                    <a:pt x="2026" y="186459"/>
                  </a:lnTo>
                  <a:lnTo>
                    <a:pt x="0" y="188483"/>
                  </a:lnTo>
                  <a:lnTo>
                    <a:pt x="0" y="191766"/>
                  </a:lnTo>
                  <a:lnTo>
                    <a:pt x="2026" y="193790"/>
                  </a:lnTo>
                  <a:lnTo>
                    <a:pt x="3040" y="194805"/>
                  </a:lnTo>
                  <a:lnTo>
                    <a:pt x="4366" y="195311"/>
                  </a:lnTo>
                  <a:lnTo>
                    <a:pt x="5692" y="195311"/>
                  </a:lnTo>
                  <a:lnTo>
                    <a:pt x="7017" y="195311"/>
                  </a:lnTo>
                  <a:lnTo>
                    <a:pt x="8348" y="194805"/>
                  </a:ln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 err="1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68" name="LineArrowWhite" hidden="1">
            <a:extLst>
              <a:ext uri="{FF2B5EF4-FFF2-40B4-BE49-F238E27FC236}">
                <a16:creationId xmlns:a16="http://schemas.microsoft.com/office/drawing/2014/main" id="{7E4FE895-A694-4CD7-B7FC-D28EA0FAA7B3}"/>
              </a:ext>
            </a:extLst>
          </p:cNvPr>
          <p:cNvGrpSpPr>
            <a:grpSpLocks noChangeAspect="1"/>
          </p:cNvGrpSpPr>
          <p:nvPr userDrawn="1">
            <p:custDataLst>
              <p:tags r:id="rId43"/>
            </p:custDataLst>
          </p:nvPr>
        </p:nvGrpSpPr>
        <p:grpSpPr>
          <a:xfrm>
            <a:off x="3235224" y="5269841"/>
            <a:ext cx="396228" cy="396228"/>
            <a:chOff x="1016000" y="1016000"/>
            <a:chExt cx="396228" cy="396228"/>
          </a:xfrm>
        </p:grpSpPr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CA052EDA-5979-495F-94F8-2F27975E375A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60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3D3C9B4B-20FD-4C22-95B1-554FDC078F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0497" y="1118503"/>
              <a:ext cx="270062" cy="191369"/>
            </a:xfrm>
            <a:custGeom>
              <a:avLst/>
              <a:gdLst/>
              <a:ahLst/>
              <a:cxnLst/>
              <a:rect l="0" t="0" r="0" b="0"/>
              <a:pathLst>
                <a:path w="270576" h="191733">
                  <a:moveTo>
                    <a:pt x="268764" y="99351"/>
                  </a:moveTo>
                  <a:lnTo>
                    <a:pt x="177792" y="190362"/>
                  </a:lnTo>
                  <a:lnTo>
                    <a:pt x="176904" y="191249"/>
                  </a:lnTo>
                  <a:lnTo>
                    <a:pt x="175697" y="191732"/>
                  </a:lnTo>
                  <a:lnTo>
                    <a:pt x="174528" y="191732"/>
                  </a:lnTo>
                  <a:lnTo>
                    <a:pt x="173360" y="191732"/>
                  </a:lnTo>
                  <a:lnTo>
                    <a:pt x="172151" y="191289"/>
                  </a:lnTo>
                  <a:lnTo>
                    <a:pt x="171264" y="190362"/>
                  </a:lnTo>
                  <a:lnTo>
                    <a:pt x="169452" y="188549"/>
                  </a:lnTo>
                  <a:lnTo>
                    <a:pt x="169452" y="185608"/>
                  </a:lnTo>
                  <a:lnTo>
                    <a:pt x="171264" y="183794"/>
                  </a:lnTo>
                  <a:lnTo>
                    <a:pt x="254098" y="100923"/>
                  </a:lnTo>
                  <a:lnTo>
                    <a:pt x="4633" y="100923"/>
                  </a:lnTo>
                  <a:lnTo>
                    <a:pt x="2053" y="100923"/>
                  </a:lnTo>
                  <a:lnTo>
                    <a:pt x="0" y="98868"/>
                  </a:lnTo>
                  <a:lnTo>
                    <a:pt x="0" y="96289"/>
                  </a:lnTo>
                  <a:lnTo>
                    <a:pt x="0" y="93711"/>
                  </a:lnTo>
                  <a:lnTo>
                    <a:pt x="2053" y="91656"/>
                  </a:lnTo>
                  <a:lnTo>
                    <a:pt x="4633" y="91656"/>
                  </a:lnTo>
                  <a:lnTo>
                    <a:pt x="254502" y="91656"/>
                  </a:lnTo>
                  <a:lnTo>
                    <a:pt x="171225" y="8381"/>
                  </a:lnTo>
                  <a:lnTo>
                    <a:pt x="169411" y="6568"/>
                  </a:lnTo>
                  <a:lnTo>
                    <a:pt x="169411" y="3626"/>
                  </a:lnTo>
                  <a:lnTo>
                    <a:pt x="171225" y="1812"/>
                  </a:lnTo>
                  <a:lnTo>
                    <a:pt x="173038" y="0"/>
                  </a:lnTo>
                  <a:lnTo>
                    <a:pt x="175979" y="0"/>
                  </a:lnTo>
                  <a:lnTo>
                    <a:pt x="177792" y="1812"/>
                  </a:lnTo>
                  <a:lnTo>
                    <a:pt x="268764" y="92784"/>
                  </a:lnTo>
                  <a:lnTo>
                    <a:pt x="270575" y="94638"/>
                  </a:lnTo>
                  <a:lnTo>
                    <a:pt x="270575" y="97539"/>
                  </a:lnTo>
                  <a:close/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71" name="Asterisk" hidden="1">
            <a:extLst>
              <a:ext uri="{FF2B5EF4-FFF2-40B4-BE49-F238E27FC236}">
                <a16:creationId xmlns:a16="http://schemas.microsoft.com/office/drawing/2014/main" id="{E7A5E89F-7760-4485-8B60-6187E58D3169}"/>
              </a:ext>
            </a:extLst>
          </p:cNvPr>
          <p:cNvSpPr>
            <a:spLocks noChangeAspect="1"/>
          </p:cNvSpPr>
          <p:nvPr userDrawn="1">
            <p:custDataLst>
              <p:tags r:id="rId44"/>
            </p:custDataLst>
          </p:nvPr>
        </p:nvSpPr>
        <p:spPr>
          <a:xfrm>
            <a:off x="4245411" y="4775817"/>
            <a:ext cx="240772" cy="240773"/>
          </a:xfrm>
          <a:custGeom>
            <a:avLst/>
            <a:gdLst/>
            <a:ahLst/>
            <a:cxnLst/>
            <a:rect l="0" t="0" r="0" b="0"/>
            <a:pathLst>
              <a:path w="240773" h="240774">
                <a:moveTo>
                  <a:pt x="236149" y="115764"/>
                </a:moveTo>
                <a:lnTo>
                  <a:pt x="131560" y="115764"/>
                </a:lnTo>
                <a:lnTo>
                  <a:pt x="210505" y="36820"/>
                </a:lnTo>
                <a:lnTo>
                  <a:pt x="212313" y="35010"/>
                </a:lnTo>
                <a:lnTo>
                  <a:pt x="212313" y="32076"/>
                </a:lnTo>
                <a:lnTo>
                  <a:pt x="210505" y="30268"/>
                </a:lnTo>
                <a:lnTo>
                  <a:pt x="208695" y="28458"/>
                </a:lnTo>
                <a:lnTo>
                  <a:pt x="205761" y="28458"/>
                </a:lnTo>
                <a:lnTo>
                  <a:pt x="203951" y="30268"/>
                </a:lnTo>
                <a:lnTo>
                  <a:pt x="125008" y="109212"/>
                </a:lnTo>
                <a:lnTo>
                  <a:pt x="125008" y="4623"/>
                </a:lnTo>
                <a:lnTo>
                  <a:pt x="125008" y="2049"/>
                </a:lnTo>
                <a:lnTo>
                  <a:pt x="122959" y="0"/>
                </a:lnTo>
                <a:lnTo>
                  <a:pt x="120384" y="0"/>
                </a:lnTo>
                <a:lnTo>
                  <a:pt x="117812" y="0"/>
                </a:lnTo>
                <a:lnTo>
                  <a:pt x="115763" y="2049"/>
                </a:lnTo>
                <a:lnTo>
                  <a:pt x="115763" y="4623"/>
                </a:lnTo>
                <a:lnTo>
                  <a:pt x="115763" y="109212"/>
                </a:lnTo>
                <a:lnTo>
                  <a:pt x="36818" y="30268"/>
                </a:lnTo>
                <a:lnTo>
                  <a:pt x="35009" y="28458"/>
                </a:lnTo>
                <a:lnTo>
                  <a:pt x="32075" y="28458"/>
                </a:lnTo>
                <a:lnTo>
                  <a:pt x="30266" y="30268"/>
                </a:lnTo>
                <a:lnTo>
                  <a:pt x="28457" y="32076"/>
                </a:lnTo>
                <a:lnTo>
                  <a:pt x="28457" y="35010"/>
                </a:lnTo>
                <a:lnTo>
                  <a:pt x="30266" y="36820"/>
                </a:lnTo>
                <a:lnTo>
                  <a:pt x="109211" y="115764"/>
                </a:lnTo>
                <a:lnTo>
                  <a:pt x="4621" y="115764"/>
                </a:lnTo>
                <a:lnTo>
                  <a:pt x="2049" y="115764"/>
                </a:lnTo>
                <a:lnTo>
                  <a:pt x="0" y="117814"/>
                </a:lnTo>
                <a:lnTo>
                  <a:pt x="0" y="120385"/>
                </a:lnTo>
                <a:lnTo>
                  <a:pt x="0" y="122959"/>
                </a:lnTo>
                <a:lnTo>
                  <a:pt x="2049" y="125010"/>
                </a:lnTo>
                <a:lnTo>
                  <a:pt x="4621" y="125010"/>
                </a:lnTo>
                <a:lnTo>
                  <a:pt x="109211" y="125010"/>
                </a:lnTo>
                <a:lnTo>
                  <a:pt x="30266" y="203953"/>
                </a:lnTo>
                <a:lnTo>
                  <a:pt x="28457" y="205763"/>
                </a:lnTo>
                <a:lnTo>
                  <a:pt x="28457" y="208696"/>
                </a:lnTo>
                <a:lnTo>
                  <a:pt x="30266" y="210505"/>
                </a:lnTo>
                <a:lnTo>
                  <a:pt x="31150" y="211390"/>
                </a:lnTo>
                <a:lnTo>
                  <a:pt x="32357" y="211872"/>
                </a:lnTo>
                <a:lnTo>
                  <a:pt x="33521" y="211872"/>
                </a:lnTo>
                <a:lnTo>
                  <a:pt x="34689" y="211872"/>
                </a:lnTo>
                <a:lnTo>
                  <a:pt x="35893" y="211430"/>
                </a:lnTo>
                <a:lnTo>
                  <a:pt x="36778" y="210505"/>
                </a:lnTo>
                <a:lnTo>
                  <a:pt x="115722" y="131561"/>
                </a:lnTo>
                <a:lnTo>
                  <a:pt x="115722" y="236150"/>
                </a:lnTo>
                <a:lnTo>
                  <a:pt x="115722" y="238723"/>
                </a:lnTo>
                <a:lnTo>
                  <a:pt x="117772" y="240773"/>
                </a:lnTo>
                <a:lnTo>
                  <a:pt x="120345" y="240773"/>
                </a:lnTo>
                <a:lnTo>
                  <a:pt x="122918" y="240773"/>
                </a:lnTo>
                <a:lnTo>
                  <a:pt x="124967" y="238723"/>
                </a:lnTo>
                <a:lnTo>
                  <a:pt x="124967" y="236150"/>
                </a:lnTo>
                <a:lnTo>
                  <a:pt x="124967" y="131561"/>
                </a:lnTo>
                <a:lnTo>
                  <a:pt x="203912" y="210505"/>
                </a:lnTo>
                <a:lnTo>
                  <a:pt x="204796" y="211390"/>
                </a:lnTo>
                <a:lnTo>
                  <a:pt x="206002" y="211872"/>
                </a:lnTo>
                <a:lnTo>
                  <a:pt x="207168" y="211872"/>
                </a:lnTo>
                <a:lnTo>
                  <a:pt x="208334" y="211872"/>
                </a:lnTo>
                <a:lnTo>
                  <a:pt x="209539" y="211430"/>
                </a:lnTo>
                <a:lnTo>
                  <a:pt x="210424" y="210505"/>
                </a:lnTo>
                <a:lnTo>
                  <a:pt x="212233" y="208696"/>
                </a:lnTo>
                <a:lnTo>
                  <a:pt x="212233" y="205763"/>
                </a:lnTo>
                <a:lnTo>
                  <a:pt x="210424" y="203953"/>
                </a:lnTo>
                <a:lnTo>
                  <a:pt x="131479" y="125010"/>
                </a:lnTo>
                <a:lnTo>
                  <a:pt x="236149" y="125010"/>
                </a:lnTo>
                <a:lnTo>
                  <a:pt x="238721" y="125010"/>
                </a:lnTo>
                <a:lnTo>
                  <a:pt x="240772" y="122959"/>
                </a:lnTo>
                <a:lnTo>
                  <a:pt x="240772" y="120385"/>
                </a:lnTo>
                <a:lnTo>
                  <a:pt x="240772" y="117814"/>
                </a:lnTo>
                <a:lnTo>
                  <a:pt x="238721" y="115764"/>
                </a:lnTo>
                <a:close/>
              </a:path>
            </a:pathLst>
          </a:custGeom>
          <a:solidFill>
            <a:schemeClr val="tx2"/>
          </a:solidFill>
          <a:ln w="12700" cap="sq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 err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72" name="AsteriskWhite" hidden="1">
            <a:extLst>
              <a:ext uri="{FF2B5EF4-FFF2-40B4-BE49-F238E27FC236}">
                <a16:creationId xmlns:a16="http://schemas.microsoft.com/office/drawing/2014/main" id="{2FA82C04-C2F6-4218-B6FC-3F722BB53643}"/>
              </a:ext>
            </a:extLst>
          </p:cNvPr>
          <p:cNvGrpSpPr>
            <a:grpSpLocks noChangeAspect="1"/>
          </p:cNvGrpSpPr>
          <p:nvPr userDrawn="1">
            <p:custDataLst>
              <p:tags r:id="rId45"/>
            </p:custDataLst>
          </p:nvPr>
        </p:nvGrpSpPr>
        <p:grpSpPr>
          <a:xfrm>
            <a:off x="4167683" y="5284579"/>
            <a:ext cx="396228" cy="396228"/>
            <a:chOff x="1016000" y="1016000"/>
            <a:chExt cx="396228" cy="396228"/>
          </a:xfrm>
        </p:grpSpPr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3EBE5DC4-07AB-405C-A5F0-60B4A13EA442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en-US" sz="1600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A8321D18-42DA-4B54-9618-0A81009452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94177" y="1094179"/>
              <a:ext cx="240772" cy="240773"/>
            </a:xfrm>
            <a:custGeom>
              <a:avLst/>
              <a:gdLst/>
              <a:ahLst/>
              <a:cxnLst/>
              <a:rect l="0" t="0" r="0" b="0"/>
              <a:pathLst>
                <a:path w="240773" h="240774">
                  <a:moveTo>
                    <a:pt x="236149" y="115764"/>
                  </a:moveTo>
                  <a:lnTo>
                    <a:pt x="131560" y="115764"/>
                  </a:lnTo>
                  <a:lnTo>
                    <a:pt x="210505" y="36820"/>
                  </a:lnTo>
                  <a:lnTo>
                    <a:pt x="212313" y="35010"/>
                  </a:lnTo>
                  <a:lnTo>
                    <a:pt x="212313" y="32076"/>
                  </a:lnTo>
                  <a:lnTo>
                    <a:pt x="210505" y="30268"/>
                  </a:lnTo>
                  <a:lnTo>
                    <a:pt x="208695" y="28458"/>
                  </a:lnTo>
                  <a:lnTo>
                    <a:pt x="205761" y="28458"/>
                  </a:lnTo>
                  <a:lnTo>
                    <a:pt x="203951" y="30268"/>
                  </a:lnTo>
                  <a:lnTo>
                    <a:pt x="125008" y="109212"/>
                  </a:lnTo>
                  <a:lnTo>
                    <a:pt x="125008" y="4623"/>
                  </a:lnTo>
                  <a:lnTo>
                    <a:pt x="125008" y="2049"/>
                  </a:lnTo>
                  <a:lnTo>
                    <a:pt x="122959" y="0"/>
                  </a:lnTo>
                  <a:lnTo>
                    <a:pt x="120384" y="0"/>
                  </a:lnTo>
                  <a:lnTo>
                    <a:pt x="117812" y="0"/>
                  </a:lnTo>
                  <a:lnTo>
                    <a:pt x="115763" y="2049"/>
                  </a:lnTo>
                  <a:lnTo>
                    <a:pt x="115763" y="4623"/>
                  </a:lnTo>
                  <a:lnTo>
                    <a:pt x="115763" y="109212"/>
                  </a:lnTo>
                  <a:lnTo>
                    <a:pt x="36818" y="30268"/>
                  </a:lnTo>
                  <a:lnTo>
                    <a:pt x="35009" y="28458"/>
                  </a:lnTo>
                  <a:lnTo>
                    <a:pt x="32075" y="28458"/>
                  </a:lnTo>
                  <a:lnTo>
                    <a:pt x="30266" y="30268"/>
                  </a:lnTo>
                  <a:lnTo>
                    <a:pt x="28457" y="32076"/>
                  </a:lnTo>
                  <a:lnTo>
                    <a:pt x="28457" y="35010"/>
                  </a:lnTo>
                  <a:lnTo>
                    <a:pt x="30266" y="36820"/>
                  </a:lnTo>
                  <a:lnTo>
                    <a:pt x="109211" y="115764"/>
                  </a:lnTo>
                  <a:lnTo>
                    <a:pt x="4621" y="115764"/>
                  </a:lnTo>
                  <a:lnTo>
                    <a:pt x="2049" y="115764"/>
                  </a:lnTo>
                  <a:lnTo>
                    <a:pt x="0" y="117814"/>
                  </a:lnTo>
                  <a:lnTo>
                    <a:pt x="0" y="120385"/>
                  </a:lnTo>
                  <a:lnTo>
                    <a:pt x="0" y="122959"/>
                  </a:lnTo>
                  <a:lnTo>
                    <a:pt x="2049" y="125010"/>
                  </a:lnTo>
                  <a:lnTo>
                    <a:pt x="4621" y="125010"/>
                  </a:lnTo>
                  <a:lnTo>
                    <a:pt x="109211" y="125010"/>
                  </a:lnTo>
                  <a:lnTo>
                    <a:pt x="30266" y="203953"/>
                  </a:lnTo>
                  <a:lnTo>
                    <a:pt x="28457" y="205763"/>
                  </a:lnTo>
                  <a:lnTo>
                    <a:pt x="28457" y="208696"/>
                  </a:lnTo>
                  <a:lnTo>
                    <a:pt x="30266" y="210505"/>
                  </a:lnTo>
                  <a:lnTo>
                    <a:pt x="31150" y="211390"/>
                  </a:lnTo>
                  <a:lnTo>
                    <a:pt x="32357" y="211872"/>
                  </a:lnTo>
                  <a:lnTo>
                    <a:pt x="33521" y="211872"/>
                  </a:lnTo>
                  <a:lnTo>
                    <a:pt x="34689" y="211872"/>
                  </a:lnTo>
                  <a:lnTo>
                    <a:pt x="35893" y="211430"/>
                  </a:lnTo>
                  <a:lnTo>
                    <a:pt x="36778" y="210505"/>
                  </a:lnTo>
                  <a:lnTo>
                    <a:pt x="115722" y="131561"/>
                  </a:lnTo>
                  <a:lnTo>
                    <a:pt x="115722" y="236150"/>
                  </a:lnTo>
                  <a:lnTo>
                    <a:pt x="115722" y="238723"/>
                  </a:lnTo>
                  <a:lnTo>
                    <a:pt x="117772" y="240773"/>
                  </a:lnTo>
                  <a:lnTo>
                    <a:pt x="120345" y="240773"/>
                  </a:lnTo>
                  <a:lnTo>
                    <a:pt x="122918" y="240773"/>
                  </a:lnTo>
                  <a:lnTo>
                    <a:pt x="124967" y="238723"/>
                  </a:lnTo>
                  <a:lnTo>
                    <a:pt x="124967" y="236150"/>
                  </a:lnTo>
                  <a:lnTo>
                    <a:pt x="124967" y="131561"/>
                  </a:lnTo>
                  <a:lnTo>
                    <a:pt x="203912" y="210505"/>
                  </a:lnTo>
                  <a:lnTo>
                    <a:pt x="204796" y="211390"/>
                  </a:lnTo>
                  <a:lnTo>
                    <a:pt x="206002" y="211872"/>
                  </a:lnTo>
                  <a:lnTo>
                    <a:pt x="207168" y="211872"/>
                  </a:lnTo>
                  <a:lnTo>
                    <a:pt x="208334" y="211872"/>
                  </a:lnTo>
                  <a:lnTo>
                    <a:pt x="209539" y="211430"/>
                  </a:lnTo>
                  <a:lnTo>
                    <a:pt x="210424" y="210505"/>
                  </a:lnTo>
                  <a:lnTo>
                    <a:pt x="212233" y="208696"/>
                  </a:lnTo>
                  <a:lnTo>
                    <a:pt x="212233" y="205763"/>
                  </a:lnTo>
                  <a:lnTo>
                    <a:pt x="210424" y="203953"/>
                  </a:lnTo>
                  <a:lnTo>
                    <a:pt x="131479" y="125010"/>
                  </a:lnTo>
                  <a:lnTo>
                    <a:pt x="236149" y="125010"/>
                  </a:lnTo>
                  <a:lnTo>
                    <a:pt x="238721" y="125010"/>
                  </a:lnTo>
                  <a:lnTo>
                    <a:pt x="240772" y="122959"/>
                  </a:lnTo>
                  <a:lnTo>
                    <a:pt x="240772" y="120385"/>
                  </a:lnTo>
                  <a:lnTo>
                    <a:pt x="240772" y="117814"/>
                  </a:lnTo>
                  <a:lnTo>
                    <a:pt x="238721" y="115764"/>
                  </a:lnTo>
                  <a:close/>
                </a:path>
              </a:pathLst>
            </a:custGeom>
            <a:solidFill>
              <a:schemeClr val="tx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75" name="AsteriskBlue" hidden="1">
            <a:extLst>
              <a:ext uri="{FF2B5EF4-FFF2-40B4-BE49-F238E27FC236}">
                <a16:creationId xmlns:a16="http://schemas.microsoft.com/office/drawing/2014/main" id="{C2CC9B35-735E-45D9-8CAB-B22E5A0068FC}"/>
              </a:ext>
            </a:extLst>
          </p:cNvPr>
          <p:cNvGrpSpPr>
            <a:grpSpLocks noChangeAspect="1"/>
          </p:cNvGrpSpPr>
          <p:nvPr userDrawn="1">
            <p:custDataLst>
              <p:tags r:id="rId46"/>
            </p:custDataLst>
          </p:nvPr>
        </p:nvGrpSpPr>
        <p:grpSpPr>
          <a:xfrm>
            <a:off x="4167683" y="5871065"/>
            <a:ext cx="396228" cy="396228"/>
            <a:chOff x="1016000" y="1016000"/>
            <a:chExt cx="396228" cy="396228"/>
          </a:xfrm>
        </p:grpSpPr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C3F35EFC-EE0A-4382-9791-14D10893BCEF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en-US" sz="1600" dirty="0" err="1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BBF6FF68-86FA-4DB1-BCC5-C916AA763F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94177" y="1094179"/>
              <a:ext cx="240772" cy="240773"/>
            </a:xfrm>
            <a:custGeom>
              <a:avLst/>
              <a:gdLst/>
              <a:ahLst/>
              <a:cxnLst/>
              <a:rect l="0" t="0" r="0" b="0"/>
              <a:pathLst>
                <a:path w="240773" h="240774">
                  <a:moveTo>
                    <a:pt x="236149" y="115764"/>
                  </a:moveTo>
                  <a:lnTo>
                    <a:pt x="131560" y="115764"/>
                  </a:lnTo>
                  <a:lnTo>
                    <a:pt x="210505" y="36820"/>
                  </a:lnTo>
                  <a:lnTo>
                    <a:pt x="212313" y="35010"/>
                  </a:lnTo>
                  <a:lnTo>
                    <a:pt x="212313" y="32076"/>
                  </a:lnTo>
                  <a:lnTo>
                    <a:pt x="210505" y="30268"/>
                  </a:lnTo>
                  <a:lnTo>
                    <a:pt x="208695" y="28458"/>
                  </a:lnTo>
                  <a:lnTo>
                    <a:pt x="205761" y="28458"/>
                  </a:lnTo>
                  <a:lnTo>
                    <a:pt x="203951" y="30268"/>
                  </a:lnTo>
                  <a:lnTo>
                    <a:pt x="125008" y="109212"/>
                  </a:lnTo>
                  <a:lnTo>
                    <a:pt x="125008" y="4623"/>
                  </a:lnTo>
                  <a:lnTo>
                    <a:pt x="125008" y="2049"/>
                  </a:lnTo>
                  <a:lnTo>
                    <a:pt x="122959" y="0"/>
                  </a:lnTo>
                  <a:lnTo>
                    <a:pt x="120384" y="0"/>
                  </a:lnTo>
                  <a:lnTo>
                    <a:pt x="117812" y="0"/>
                  </a:lnTo>
                  <a:lnTo>
                    <a:pt x="115763" y="2049"/>
                  </a:lnTo>
                  <a:lnTo>
                    <a:pt x="115763" y="4623"/>
                  </a:lnTo>
                  <a:lnTo>
                    <a:pt x="115763" y="109212"/>
                  </a:lnTo>
                  <a:lnTo>
                    <a:pt x="36818" y="30268"/>
                  </a:lnTo>
                  <a:lnTo>
                    <a:pt x="35009" y="28458"/>
                  </a:lnTo>
                  <a:lnTo>
                    <a:pt x="32075" y="28458"/>
                  </a:lnTo>
                  <a:lnTo>
                    <a:pt x="30266" y="30268"/>
                  </a:lnTo>
                  <a:lnTo>
                    <a:pt x="28457" y="32076"/>
                  </a:lnTo>
                  <a:lnTo>
                    <a:pt x="28457" y="35010"/>
                  </a:lnTo>
                  <a:lnTo>
                    <a:pt x="30266" y="36820"/>
                  </a:lnTo>
                  <a:lnTo>
                    <a:pt x="109211" y="115764"/>
                  </a:lnTo>
                  <a:lnTo>
                    <a:pt x="4621" y="115764"/>
                  </a:lnTo>
                  <a:lnTo>
                    <a:pt x="2049" y="115764"/>
                  </a:lnTo>
                  <a:lnTo>
                    <a:pt x="0" y="117814"/>
                  </a:lnTo>
                  <a:lnTo>
                    <a:pt x="0" y="120385"/>
                  </a:lnTo>
                  <a:lnTo>
                    <a:pt x="0" y="122959"/>
                  </a:lnTo>
                  <a:lnTo>
                    <a:pt x="2049" y="125010"/>
                  </a:lnTo>
                  <a:lnTo>
                    <a:pt x="4621" y="125010"/>
                  </a:lnTo>
                  <a:lnTo>
                    <a:pt x="109211" y="125010"/>
                  </a:lnTo>
                  <a:lnTo>
                    <a:pt x="30266" y="203953"/>
                  </a:lnTo>
                  <a:lnTo>
                    <a:pt x="28457" y="205763"/>
                  </a:lnTo>
                  <a:lnTo>
                    <a:pt x="28457" y="208696"/>
                  </a:lnTo>
                  <a:lnTo>
                    <a:pt x="30266" y="210505"/>
                  </a:lnTo>
                  <a:lnTo>
                    <a:pt x="31150" y="211390"/>
                  </a:lnTo>
                  <a:lnTo>
                    <a:pt x="32357" y="211872"/>
                  </a:lnTo>
                  <a:lnTo>
                    <a:pt x="33521" y="211872"/>
                  </a:lnTo>
                  <a:lnTo>
                    <a:pt x="34689" y="211872"/>
                  </a:lnTo>
                  <a:lnTo>
                    <a:pt x="35893" y="211430"/>
                  </a:lnTo>
                  <a:lnTo>
                    <a:pt x="36778" y="210505"/>
                  </a:lnTo>
                  <a:lnTo>
                    <a:pt x="115722" y="131561"/>
                  </a:lnTo>
                  <a:lnTo>
                    <a:pt x="115722" y="236150"/>
                  </a:lnTo>
                  <a:lnTo>
                    <a:pt x="115722" y="238723"/>
                  </a:lnTo>
                  <a:lnTo>
                    <a:pt x="117772" y="240773"/>
                  </a:lnTo>
                  <a:lnTo>
                    <a:pt x="120345" y="240773"/>
                  </a:lnTo>
                  <a:lnTo>
                    <a:pt x="122918" y="240773"/>
                  </a:lnTo>
                  <a:lnTo>
                    <a:pt x="124967" y="238723"/>
                  </a:lnTo>
                  <a:lnTo>
                    <a:pt x="124967" y="236150"/>
                  </a:lnTo>
                  <a:lnTo>
                    <a:pt x="124967" y="131561"/>
                  </a:lnTo>
                  <a:lnTo>
                    <a:pt x="203912" y="210505"/>
                  </a:lnTo>
                  <a:lnTo>
                    <a:pt x="204796" y="211390"/>
                  </a:lnTo>
                  <a:lnTo>
                    <a:pt x="206002" y="211872"/>
                  </a:lnTo>
                  <a:lnTo>
                    <a:pt x="207168" y="211872"/>
                  </a:lnTo>
                  <a:lnTo>
                    <a:pt x="208334" y="211872"/>
                  </a:lnTo>
                  <a:lnTo>
                    <a:pt x="209539" y="211430"/>
                  </a:lnTo>
                  <a:lnTo>
                    <a:pt x="210424" y="210505"/>
                  </a:lnTo>
                  <a:lnTo>
                    <a:pt x="212233" y="208696"/>
                  </a:lnTo>
                  <a:lnTo>
                    <a:pt x="212233" y="205763"/>
                  </a:lnTo>
                  <a:lnTo>
                    <a:pt x="210424" y="203953"/>
                  </a:lnTo>
                  <a:lnTo>
                    <a:pt x="131479" y="125010"/>
                  </a:lnTo>
                  <a:lnTo>
                    <a:pt x="236149" y="125010"/>
                  </a:lnTo>
                  <a:lnTo>
                    <a:pt x="238721" y="125010"/>
                  </a:lnTo>
                  <a:lnTo>
                    <a:pt x="240772" y="122959"/>
                  </a:lnTo>
                  <a:lnTo>
                    <a:pt x="240772" y="120385"/>
                  </a:lnTo>
                  <a:lnTo>
                    <a:pt x="240772" y="117814"/>
                  </a:lnTo>
                  <a:lnTo>
                    <a:pt x="238721" y="115764"/>
                  </a:lnTo>
                  <a:close/>
                </a:path>
              </a:pathLst>
            </a:cu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78" name="LineArrow" hidden="1">
            <a:extLst>
              <a:ext uri="{FF2B5EF4-FFF2-40B4-BE49-F238E27FC236}">
                <a16:creationId xmlns:a16="http://schemas.microsoft.com/office/drawing/2014/main" id="{683393F0-1C2E-4DF7-BB01-D01E30AF7633}"/>
              </a:ext>
            </a:extLst>
          </p:cNvPr>
          <p:cNvSpPr>
            <a:spLocks noChangeAspect="1"/>
          </p:cNvSpPr>
          <p:nvPr userDrawn="1">
            <p:custDataLst>
              <p:tags r:id="rId47"/>
            </p:custDataLst>
          </p:nvPr>
        </p:nvSpPr>
        <p:spPr>
          <a:xfrm>
            <a:off x="3260099" y="4780426"/>
            <a:ext cx="326774" cy="231556"/>
          </a:xfrm>
          <a:custGeom>
            <a:avLst/>
            <a:gdLst/>
            <a:ahLst/>
            <a:cxnLst/>
            <a:rect l="0" t="0" r="0" b="0"/>
            <a:pathLst>
              <a:path w="270576" h="191733">
                <a:moveTo>
                  <a:pt x="268764" y="99351"/>
                </a:moveTo>
                <a:lnTo>
                  <a:pt x="177792" y="190362"/>
                </a:lnTo>
                <a:lnTo>
                  <a:pt x="176904" y="191249"/>
                </a:lnTo>
                <a:lnTo>
                  <a:pt x="175697" y="191732"/>
                </a:lnTo>
                <a:lnTo>
                  <a:pt x="174528" y="191732"/>
                </a:lnTo>
                <a:lnTo>
                  <a:pt x="173360" y="191732"/>
                </a:lnTo>
                <a:lnTo>
                  <a:pt x="172151" y="191289"/>
                </a:lnTo>
                <a:lnTo>
                  <a:pt x="171264" y="190362"/>
                </a:lnTo>
                <a:lnTo>
                  <a:pt x="169452" y="188549"/>
                </a:lnTo>
                <a:lnTo>
                  <a:pt x="169452" y="185608"/>
                </a:lnTo>
                <a:lnTo>
                  <a:pt x="171264" y="183794"/>
                </a:lnTo>
                <a:lnTo>
                  <a:pt x="254098" y="100923"/>
                </a:lnTo>
                <a:lnTo>
                  <a:pt x="4633" y="100923"/>
                </a:lnTo>
                <a:lnTo>
                  <a:pt x="2053" y="100923"/>
                </a:lnTo>
                <a:lnTo>
                  <a:pt x="0" y="98868"/>
                </a:lnTo>
                <a:lnTo>
                  <a:pt x="0" y="96289"/>
                </a:lnTo>
                <a:lnTo>
                  <a:pt x="0" y="93711"/>
                </a:lnTo>
                <a:lnTo>
                  <a:pt x="2053" y="91656"/>
                </a:lnTo>
                <a:lnTo>
                  <a:pt x="4633" y="91656"/>
                </a:lnTo>
                <a:lnTo>
                  <a:pt x="254502" y="91656"/>
                </a:lnTo>
                <a:lnTo>
                  <a:pt x="171225" y="8381"/>
                </a:lnTo>
                <a:lnTo>
                  <a:pt x="169411" y="6568"/>
                </a:lnTo>
                <a:lnTo>
                  <a:pt x="169411" y="3626"/>
                </a:lnTo>
                <a:lnTo>
                  <a:pt x="171225" y="1812"/>
                </a:lnTo>
                <a:lnTo>
                  <a:pt x="173038" y="0"/>
                </a:lnTo>
                <a:lnTo>
                  <a:pt x="175979" y="0"/>
                </a:lnTo>
                <a:lnTo>
                  <a:pt x="177792" y="1812"/>
                </a:lnTo>
                <a:lnTo>
                  <a:pt x="268764" y="92784"/>
                </a:lnTo>
                <a:lnTo>
                  <a:pt x="270575" y="94638"/>
                </a:lnTo>
                <a:lnTo>
                  <a:pt x="270575" y="97539"/>
                </a:lnTo>
                <a:close/>
              </a:path>
            </a:pathLst>
          </a:custGeom>
          <a:solidFill>
            <a:schemeClr val="tx2"/>
          </a:solidFill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 err="1"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79" name="DoubleArrowWhite" hidden="1">
            <a:extLst>
              <a:ext uri="{FF2B5EF4-FFF2-40B4-BE49-F238E27FC236}">
                <a16:creationId xmlns:a16="http://schemas.microsoft.com/office/drawing/2014/main" id="{7CF783B8-282C-43C3-9919-98D894BE6107}"/>
              </a:ext>
            </a:extLst>
          </p:cNvPr>
          <p:cNvGrpSpPr>
            <a:grpSpLocks noChangeAspect="1"/>
          </p:cNvGrpSpPr>
          <p:nvPr userDrawn="1">
            <p:custDataLst>
              <p:tags r:id="rId48"/>
            </p:custDataLst>
          </p:nvPr>
        </p:nvGrpSpPr>
        <p:grpSpPr>
          <a:xfrm>
            <a:off x="4167683" y="1765645"/>
            <a:ext cx="396228" cy="396228"/>
            <a:chOff x="1016000" y="1016000"/>
            <a:chExt cx="396228" cy="396228"/>
          </a:xfrm>
        </p:grpSpPr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EA618A26-166F-470F-BABA-2A570E68E5F2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 err="1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81" name="Graphic 280">
              <a:extLst>
                <a:ext uri="{FF2B5EF4-FFF2-40B4-BE49-F238E27FC236}">
                  <a16:creationId xmlns:a16="http://schemas.microsoft.com/office/drawing/2014/main" id="{E57F8461-4500-4C67-9858-DCFED47636FC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>
              <a:extLst>
                <a:ext uri="{96DAC541-7B7A-43D3-8B79-37D633B846F1}">
                  <asvg:svgBlip xmlns:asvg="http://schemas.microsoft.com/office/drawing/2016/SVG/main" r:embed="rId82"/>
                </a:ext>
              </a:extLst>
            </a:blip>
            <a:stretch>
              <a:fillRect/>
            </a:stretch>
          </p:blipFill>
          <p:spPr>
            <a:xfrm>
              <a:off x="1049014" y="1049014"/>
              <a:ext cx="330200" cy="330200"/>
            </a:xfrm>
            <a:prstGeom prst="rect">
              <a:avLst/>
            </a:prstGeom>
          </p:spPr>
        </p:pic>
      </p:grpSp>
      <p:grpSp>
        <p:nvGrpSpPr>
          <p:cNvPr id="282" name="DoubleArrowBlue" hidden="1">
            <a:extLst>
              <a:ext uri="{FF2B5EF4-FFF2-40B4-BE49-F238E27FC236}">
                <a16:creationId xmlns:a16="http://schemas.microsoft.com/office/drawing/2014/main" id="{D2F8DAA2-D321-41B1-933B-06C4135F6C42}"/>
              </a:ext>
            </a:extLst>
          </p:cNvPr>
          <p:cNvGrpSpPr>
            <a:grpSpLocks noChangeAspect="1"/>
          </p:cNvGrpSpPr>
          <p:nvPr userDrawn="1">
            <p:custDataLst>
              <p:tags r:id="rId49"/>
            </p:custDataLst>
          </p:nvPr>
        </p:nvGrpSpPr>
        <p:grpSpPr>
          <a:xfrm>
            <a:off x="4167683" y="2352134"/>
            <a:ext cx="396228" cy="396228"/>
            <a:chOff x="1016000" y="1016000"/>
            <a:chExt cx="396228" cy="396228"/>
          </a:xfrm>
        </p:grpSpPr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FDA897A6-3557-4DB8-8C21-06AC7AD54E45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tx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pic>
          <p:nvPicPr>
            <p:cNvPr id="284" name="Graphic 283">
              <a:extLst>
                <a:ext uri="{FF2B5EF4-FFF2-40B4-BE49-F238E27FC236}">
                  <a16:creationId xmlns:a16="http://schemas.microsoft.com/office/drawing/2014/main" id="{D361B91D-CD48-417F-9959-EF45A3EF6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>
              <a:extLst>
                <a:ext uri="{96DAC541-7B7A-43D3-8B79-37D633B846F1}">
                  <asvg:svgBlip xmlns:asvg="http://schemas.microsoft.com/office/drawing/2016/SVG/main" r:embed="rId84"/>
                </a:ext>
              </a:extLst>
            </a:blip>
            <a:stretch>
              <a:fillRect/>
            </a:stretch>
          </p:blipFill>
          <p:spPr>
            <a:xfrm>
              <a:off x="1049014" y="1049014"/>
              <a:ext cx="330200" cy="330200"/>
            </a:xfrm>
            <a:prstGeom prst="rect">
              <a:avLst/>
            </a:prstGeom>
          </p:spPr>
        </p:pic>
      </p:grpSp>
      <p:grpSp>
        <p:nvGrpSpPr>
          <p:cNvPr id="285" name="MinusSignBlue" hidden="1">
            <a:extLst>
              <a:ext uri="{FF2B5EF4-FFF2-40B4-BE49-F238E27FC236}">
                <a16:creationId xmlns:a16="http://schemas.microsoft.com/office/drawing/2014/main" id="{3AF33939-7012-4441-94C8-9FC567D64A86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4111601"/>
            <a:ext cx="396228" cy="396228"/>
            <a:chOff x="5774102" y="5004016"/>
            <a:chExt cx="205180" cy="205180"/>
          </a:xfrm>
        </p:grpSpPr>
        <p:sp>
          <p:nvSpPr>
            <p:cNvPr id="286" name="Oval 43">
              <a:extLst>
                <a:ext uri="{FF2B5EF4-FFF2-40B4-BE49-F238E27FC236}">
                  <a16:creationId xmlns:a16="http://schemas.microsoft.com/office/drawing/2014/main" id="{82D33441-617D-4C6D-AEC1-ABAEEA3D6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004016"/>
              <a:ext cx="205180" cy="20518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87" name="Line 44">
              <a:extLst>
                <a:ext uri="{FF2B5EF4-FFF2-40B4-BE49-F238E27FC236}">
                  <a16:creationId xmlns:a16="http://schemas.microsoft.com/office/drawing/2014/main" id="{572C7068-D98E-48D9-BC86-EDF9B0930B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35464" y="5106606"/>
              <a:ext cx="82456" cy="0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288" name="MinusSign" hidden="1">
            <a:extLst>
              <a:ext uri="{FF2B5EF4-FFF2-40B4-BE49-F238E27FC236}">
                <a16:creationId xmlns:a16="http://schemas.microsoft.com/office/drawing/2014/main" id="{D3C62045-19CB-472C-B904-F75FF95E6E4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083558" y="3136737"/>
            <a:ext cx="159233" cy="0"/>
          </a:xfrm>
          <a:prstGeom prst="line">
            <a:avLst/>
          </a:prstGeom>
          <a:noFill/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ru-RU" dirty="0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289" name="EqualSignBlue" hidden="1">
            <a:extLst>
              <a:ext uri="{FF2B5EF4-FFF2-40B4-BE49-F238E27FC236}">
                <a16:creationId xmlns:a16="http://schemas.microsoft.com/office/drawing/2014/main" id="{C251ACB4-3817-4B99-81EF-3319F8D753D2}"/>
              </a:ext>
            </a:extLst>
          </p:cNvPr>
          <p:cNvGrpSpPr>
            <a:grpSpLocks/>
          </p:cNvGrpSpPr>
          <p:nvPr userDrawn="1"/>
        </p:nvGrpSpPr>
        <p:grpSpPr>
          <a:xfrm>
            <a:off x="6965060" y="2352134"/>
            <a:ext cx="396228" cy="396228"/>
            <a:chOff x="5628456" y="6080974"/>
            <a:chExt cx="252000" cy="252000"/>
          </a:xfrm>
        </p:grpSpPr>
        <p:sp>
          <p:nvSpPr>
            <p:cNvPr id="290" name="Oval 43">
              <a:extLst>
                <a:ext uri="{FF2B5EF4-FFF2-40B4-BE49-F238E27FC236}">
                  <a16:creationId xmlns:a16="http://schemas.microsoft.com/office/drawing/2014/main" id="{9AA5579B-1DB7-4BD6-8C0E-81625EF19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8456" y="6080974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92406EAB-65AA-4D84-A777-53F398C185FF}"/>
                </a:ext>
              </a:extLst>
            </p:cNvPr>
            <p:cNvGrpSpPr/>
            <p:nvPr/>
          </p:nvGrpSpPr>
          <p:grpSpPr>
            <a:xfrm>
              <a:off x="5703820" y="6185869"/>
              <a:ext cx="101272" cy="42211"/>
              <a:chOff x="5703820" y="6164764"/>
              <a:chExt cx="101272" cy="42211"/>
            </a:xfrm>
          </p:grpSpPr>
          <p:sp>
            <p:nvSpPr>
              <p:cNvPr id="292" name="Line 44">
                <a:extLst>
                  <a:ext uri="{FF2B5EF4-FFF2-40B4-BE49-F238E27FC236}">
                    <a16:creationId xmlns:a16="http://schemas.microsoft.com/office/drawing/2014/main" id="{DDEB8513-3D78-4F1B-AD9A-644B4E1529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206975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293" name="Line 44">
                <a:extLst>
                  <a:ext uri="{FF2B5EF4-FFF2-40B4-BE49-F238E27FC236}">
                    <a16:creationId xmlns:a16="http://schemas.microsoft.com/office/drawing/2014/main" id="{BC3D9BDF-0AEA-4D17-BC88-51987C5C28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3820" y="6164764"/>
                <a:ext cx="101272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294" name="EqualSign" hidden="1">
            <a:extLst>
              <a:ext uri="{FF2B5EF4-FFF2-40B4-BE49-F238E27FC236}">
                <a16:creationId xmlns:a16="http://schemas.microsoft.com/office/drawing/2014/main" id="{F9D1581B-944D-4374-A0E8-A0DB5FC42E41}"/>
              </a:ext>
            </a:extLst>
          </p:cNvPr>
          <p:cNvGrpSpPr/>
          <p:nvPr userDrawn="1"/>
        </p:nvGrpSpPr>
        <p:grpSpPr>
          <a:xfrm>
            <a:off x="7083558" y="1390066"/>
            <a:ext cx="159233" cy="66370"/>
            <a:chOff x="7235957" y="2669464"/>
            <a:chExt cx="159233" cy="66370"/>
          </a:xfrm>
        </p:grpSpPr>
        <p:sp>
          <p:nvSpPr>
            <p:cNvPr id="295" name="Line 44">
              <a:extLst>
                <a:ext uri="{FF2B5EF4-FFF2-40B4-BE49-F238E27FC236}">
                  <a16:creationId xmlns:a16="http://schemas.microsoft.com/office/drawing/2014/main" id="{9205093A-0A04-4022-AF99-5B3C7BB5B50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235957" y="2735834"/>
              <a:ext cx="159233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96" name="Line 44">
              <a:extLst>
                <a:ext uri="{FF2B5EF4-FFF2-40B4-BE49-F238E27FC236}">
                  <a16:creationId xmlns:a16="http://schemas.microsoft.com/office/drawing/2014/main" id="{56DFEE37-A213-4E24-A840-D67F24A902D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235957" y="2669464"/>
              <a:ext cx="159233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297" name="DivisionSignWhite" hidden="1">
            <a:extLst>
              <a:ext uri="{FF2B5EF4-FFF2-40B4-BE49-F238E27FC236}">
                <a16:creationId xmlns:a16="http://schemas.microsoft.com/office/drawing/2014/main" id="{342C481E-2771-4037-84DD-5DFA03611397}"/>
              </a:ext>
            </a:extLst>
          </p:cNvPr>
          <p:cNvGrpSpPr>
            <a:grpSpLocks/>
          </p:cNvGrpSpPr>
          <p:nvPr userDrawn="1"/>
        </p:nvGrpSpPr>
        <p:grpSpPr>
          <a:xfrm>
            <a:off x="6032601" y="3547219"/>
            <a:ext cx="396228" cy="396228"/>
            <a:chOff x="5774102" y="5625318"/>
            <a:chExt cx="205180" cy="205180"/>
          </a:xfrm>
        </p:grpSpPr>
        <p:sp>
          <p:nvSpPr>
            <p:cNvPr id="298" name="Oval 43">
              <a:extLst>
                <a:ext uri="{FF2B5EF4-FFF2-40B4-BE49-F238E27FC236}">
                  <a16:creationId xmlns:a16="http://schemas.microsoft.com/office/drawing/2014/main" id="{C7CBA324-6D65-4917-9123-3BFDAE3EF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625318"/>
              <a:ext cx="205180" cy="205180"/>
            </a:xfrm>
            <a:prstGeom prst="ellips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299" name="Group 298">
              <a:extLst>
                <a:ext uri="{FF2B5EF4-FFF2-40B4-BE49-F238E27FC236}">
                  <a16:creationId xmlns:a16="http://schemas.microsoft.com/office/drawing/2014/main" id="{0E075EA0-546C-49D4-9910-1DCF7A86425C}"/>
                </a:ext>
              </a:extLst>
            </p:cNvPr>
            <p:cNvGrpSpPr/>
            <p:nvPr/>
          </p:nvGrpSpPr>
          <p:grpSpPr>
            <a:xfrm>
              <a:off x="5835464" y="5693540"/>
              <a:ext cx="82456" cy="68736"/>
              <a:chOff x="6161344" y="5697303"/>
              <a:chExt cx="82456" cy="68736"/>
            </a:xfrm>
            <a:solidFill>
              <a:schemeClr val="accent3"/>
            </a:solidFill>
          </p:grpSpPr>
          <p:sp>
            <p:nvSpPr>
              <p:cNvPr id="300" name="Line 44">
                <a:extLst>
                  <a:ext uri="{FF2B5EF4-FFF2-40B4-BE49-F238E27FC236}">
                    <a16:creationId xmlns:a16="http://schemas.microsoft.com/office/drawing/2014/main" id="{5E43A480-7A7B-4771-892C-B92B9BB74B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61344" y="5731671"/>
                <a:ext cx="82456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1" name="Line 44">
                <a:extLst>
                  <a:ext uri="{FF2B5EF4-FFF2-40B4-BE49-F238E27FC236}">
                    <a16:creationId xmlns:a16="http://schemas.microsoft.com/office/drawing/2014/main" id="{1902D586-D66B-4A9C-84DA-067501F33F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697303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 dirty="0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2" name="Line 44">
                <a:extLst>
                  <a:ext uri="{FF2B5EF4-FFF2-40B4-BE49-F238E27FC236}">
                    <a16:creationId xmlns:a16="http://schemas.microsoft.com/office/drawing/2014/main" id="{D100CDD8-5813-44CC-9144-01079AFE90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766039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accent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303" name="DivisionSignBlue" hidden="1">
            <a:extLst>
              <a:ext uri="{FF2B5EF4-FFF2-40B4-BE49-F238E27FC236}">
                <a16:creationId xmlns:a16="http://schemas.microsoft.com/office/drawing/2014/main" id="{9F91621D-FE96-4B12-BD91-1E7BC85E6913}"/>
              </a:ext>
            </a:extLst>
          </p:cNvPr>
          <p:cNvGrpSpPr/>
          <p:nvPr userDrawn="1"/>
        </p:nvGrpSpPr>
        <p:grpSpPr>
          <a:xfrm>
            <a:off x="6032601" y="4133705"/>
            <a:ext cx="396228" cy="396228"/>
            <a:chOff x="6032601" y="5871065"/>
            <a:chExt cx="396228" cy="396228"/>
          </a:xfrm>
        </p:grpSpPr>
        <p:sp>
          <p:nvSpPr>
            <p:cNvPr id="304" name="Oval 43">
              <a:extLst>
                <a:ext uri="{FF2B5EF4-FFF2-40B4-BE49-F238E27FC236}">
                  <a16:creationId xmlns:a16="http://schemas.microsoft.com/office/drawing/2014/main" id="{767D1444-1A4F-43AC-B6E8-B204EE2CB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2601" y="5871065"/>
              <a:ext cx="396228" cy="396228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6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3283AF53-7299-4A7A-87B1-6F0C95BFE917}"/>
                </a:ext>
              </a:extLst>
            </p:cNvPr>
            <p:cNvGrpSpPr/>
            <p:nvPr/>
          </p:nvGrpSpPr>
          <p:grpSpPr>
            <a:xfrm>
              <a:off x="6151099" y="6002810"/>
              <a:ext cx="159233" cy="132738"/>
              <a:chOff x="6161344" y="5697303"/>
              <a:chExt cx="82456" cy="68736"/>
            </a:xfrm>
            <a:solidFill>
              <a:schemeClr val="accent3"/>
            </a:solidFill>
          </p:grpSpPr>
          <p:sp>
            <p:nvSpPr>
              <p:cNvPr id="306" name="Line 44">
                <a:extLst>
                  <a:ext uri="{FF2B5EF4-FFF2-40B4-BE49-F238E27FC236}">
                    <a16:creationId xmlns:a16="http://schemas.microsoft.com/office/drawing/2014/main" id="{29ED7400-C0F5-4DB4-8DBE-E5FD1C1DF8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61344" y="5731671"/>
                <a:ext cx="82456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7" name="Line 44">
                <a:extLst>
                  <a:ext uri="{FF2B5EF4-FFF2-40B4-BE49-F238E27FC236}">
                    <a16:creationId xmlns:a16="http://schemas.microsoft.com/office/drawing/2014/main" id="{3D022D5C-B547-497E-A4E3-58F2B22FDC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697303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  <p:sp>
            <p:nvSpPr>
              <p:cNvPr id="308" name="Line 44">
                <a:extLst>
                  <a:ext uri="{FF2B5EF4-FFF2-40B4-BE49-F238E27FC236}">
                    <a16:creationId xmlns:a16="http://schemas.microsoft.com/office/drawing/2014/main" id="{8843BE29-0938-40BF-95EC-040F1323B9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02572" y="5766039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/>
                <a:endParaRPr lang="ru-RU">
                  <a:latin typeface="+mn-lt"/>
                  <a:ea typeface="+mn-ea"/>
                  <a:cs typeface="+mn-cs"/>
                  <a:sym typeface="+mn-lt"/>
                </a:endParaRPr>
              </a:p>
            </p:txBody>
          </p:sp>
        </p:grpSp>
      </p:grpSp>
      <p:grpSp>
        <p:nvGrpSpPr>
          <p:cNvPr id="309" name="DivisionSign" hidden="1">
            <a:extLst>
              <a:ext uri="{FF2B5EF4-FFF2-40B4-BE49-F238E27FC236}">
                <a16:creationId xmlns:a16="http://schemas.microsoft.com/office/drawing/2014/main" id="{7EDFE250-3D01-4807-BFD2-79CAFE7F021B}"/>
              </a:ext>
            </a:extLst>
          </p:cNvPr>
          <p:cNvGrpSpPr/>
          <p:nvPr userDrawn="1"/>
        </p:nvGrpSpPr>
        <p:grpSpPr>
          <a:xfrm>
            <a:off x="6151099" y="3092475"/>
            <a:ext cx="159233" cy="132738"/>
            <a:chOff x="6703549" y="6002810"/>
            <a:chExt cx="159233" cy="132738"/>
          </a:xfrm>
        </p:grpSpPr>
        <p:sp>
          <p:nvSpPr>
            <p:cNvPr id="310" name="Line 44">
              <a:extLst>
                <a:ext uri="{FF2B5EF4-FFF2-40B4-BE49-F238E27FC236}">
                  <a16:creationId xmlns:a16="http://schemas.microsoft.com/office/drawing/2014/main" id="{1B656512-52DA-4604-BE71-04D2389274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3549" y="6069179"/>
              <a:ext cx="159233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1" name="Line 44">
              <a:extLst>
                <a:ext uri="{FF2B5EF4-FFF2-40B4-BE49-F238E27FC236}">
                  <a16:creationId xmlns:a16="http://schemas.microsoft.com/office/drawing/2014/main" id="{E27C268B-104C-40CE-BD84-B8D9B8608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3166" y="6002810"/>
              <a:ext cx="0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2" name="Line 44">
              <a:extLst>
                <a:ext uri="{FF2B5EF4-FFF2-40B4-BE49-F238E27FC236}">
                  <a16:creationId xmlns:a16="http://schemas.microsoft.com/office/drawing/2014/main" id="{639BECC2-F9BB-4F61-8B10-AC459AEB9C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3166" y="6135548"/>
              <a:ext cx="0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13" name="PlusSignWhite" hidden="1">
            <a:extLst>
              <a:ext uri="{FF2B5EF4-FFF2-40B4-BE49-F238E27FC236}">
                <a16:creationId xmlns:a16="http://schemas.microsoft.com/office/drawing/2014/main" id="{1EB82B89-1DA5-467E-A27B-77F04EA36BFB}"/>
              </a:ext>
            </a:extLst>
          </p:cNvPr>
          <p:cNvGrpSpPr>
            <a:grpSpLocks/>
          </p:cNvGrpSpPr>
          <p:nvPr userDrawn="1"/>
        </p:nvGrpSpPr>
        <p:grpSpPr>
          <a:xfrm>
            <a:off x="6032601" y="1765645"/>
            <a:ext cx="396228" cy="396228"/>
            <a:chOff x="5774102" y="5312478"/>
            <a:chExt cx="205180" cy="205180"/>
          </a:xfrm>
        </p:grpSpPr>
        <p:sp>
          <p:nvSpPr>
            <p:cNvPr id="314" name="Oval 40">
              <a:extLst>
                <a:ext uri="{FF2B5EF4-FFF2-40B4-BE49-F238E27FC236}">
                  <a16:creationId xmlns:a16="http://schemas.microsoft.com/office/drawing/2014/main" id="{4C827BB0-2AEC-4809-B220-A4886CCF9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312478"/>
              <a:ext cx="205180" cy="20518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/>
              <a:endParaRPr lang="ru-RU" sz="160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5" name="Line 41">
              <a:extLst>
                <a:ext uri="{FF2B5EF4-FFF2-40B4-BE49-F238E27FC236}">
                  <a16:creationId xmlns:a16="http://schemas.microsoft.com/office/drawing/2014/main" id="{979EDF2F-A554-4F9E-94B1-8EFBAE43F4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6692" y="5361377"/>
              <a:ext cx="0" cy="107383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6" name="Line 42">
              <a:extLst>
                <a:ext uri="{FF2B5EF4-FFF2-40B4-BE49-F238E27FC236}">
                  <a16:creationId xmlns:a16="http://schemas.microsoft.com/office/drawing/2014/main" id="{B4CF1EFF-207E-4B34-9369-CA5077E82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2041" y="5415068"/>
              <a:ext cx="109302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17" name="PlusSignBlue" hidden="1">
            <a:extLst>
              <a:ext uri="{FF2B5EF4-FFF2-40B4-BE49-F238E27FC236}">
                <a16:creationId xmlns:a16="http://schemas.microsoft.com/office/drawing/2014/main" id="{4E733F3E-AA8E-497B-841C-40ED51984548}"/>
              </a:ext>
            </a:extLst>
          </p:cNvPr>
          <p:cNvGrpSpPr>
            <a:grpSpLocks/>
          </p:cNvGrpSpPr>
          <p:nvPr userDrawn="1"/>
        </p:nvGrpSpPr>
        <p:grpSpPr>
          <a:xfrm>
            <a:off x="6032601" y="2352134"/>
            <a:ext cx="396228" cy="396228"/>
            <a:chOff x="5774102" y="5312478"/>
            <a:chExt cx="205180" cy="205180"/>
          </a:xfrm>
        </p:grpSpPr>
        <p:sp>
          <p:nvSpPr>
            <p:cNvPr id="318" name="Oval 40">
              <a:extLst>
                <a:ext uri="{FF2B5EF4-FFF2-40B4-BE49-F238E27FC236}">
                  <a16:creationId xmlns:a16="http://schemas.microsoft.com/office/drawing/2014/main" id="{840053CE-6498-4349-B264-CD8327D85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4102" y="5312478"/>
              <a:ext cx="205180" cy="20518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19" name="Line 41">
              <a:extLst>
                <a:ext uri="{FF2B5EF4-FFF2-40B4-BE49-F238E27FC236}">
                  <a16:creationId xmlns:a16="http://schemas.microsoft.com/office/drawing/2014/main" id="{2DFBC0C5-EA16-48C1-9C9E-A9F0974385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6692" y="5361377"/>
              <a:ext cx="0" cy="107383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20" name="Line 42">
              <a:extLst>
                <a:ext uri="{FF2B5EF4-FFF2-40B4-BE49-F238E27FC236}">
                  <a16:creationId xmlns:a16="http://schemas.microsoft.com/office/drawing/2014/main" id="{4DE68072-921B-4CD0-AB56-AAD833C3B7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2041" y="5415068"/>
              <a:ext cx="109302" cy="0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21" name="PlusSign" hidden="1">
            <a:extLst>
              <a:ext uri="{FF2B5EF4-FFF2-40B4-BE49-F238E27FC236}">
                <a16:creationId xmlns:a16="http://schemas.microsoft.com/office/drawing/2014/main" id="{6D2B9035-C1A1-4D76-903C-4205636C324C}"/>
              </a:ext>
            </a:extLst>
          </p:cNvPr>
          <p:cNvGrpSpPr/>
          <p:nvPr userDrawn="1"/>
        </p:nvGrpSpPr>
        <p:grpSpPr>
          <a:xfrm>
            <a:off x="6125177" y="1319566"/>
            <a:ext cx="211076" cy="207370"/>
            <a:chOff x="6277577" y="2012475"/>
            <a:chExt cx="211076" cy="207370"/>
          </a:xfrm>
        </p:grpSpPr>
        <p:sp>
          <p:nvSpPr>
            <p:cNvPr id="322" name="Line 41">
              <a:extLst>
                <a:ext uri="{FF2B5EF4-FFF2-40B4-BE49-F238E27FC236}">
                  <a16:creationId xmlns:a16="http://schemas.microsoft.com/office/drawing/2014/main" id="{2D14CD41-A12D-40EA-A6D9-253508413D7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383115" y="2012475"/>
              <a:ext cx="0" cy="20737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23" name="Line 42">
              <a:extLst>
                <a:ext uri="{FF2B5EF4-FFF2-40B4-BE49-F238E27FC236}">
                  <a16:creationId xmlns:a16="http://schemas.microsoft.com/office/drawing/2014/main" id="{ADB2C483-8F4C-4630-8C8C-4694BD01713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277577" y="2116159"/>
              <a:ext cx="211076" cy="0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324" name="ExclamationMarkWhite" hidden="1">
            <a:extLst>
              <a:ext uri="{FF2B5EF4-FFF2-40B4-BE49-F238E27FC236}">
                <a16:creationId xmlns:a16="http://schemas.microsoft.com/office/drawing/2014/main" id="{BD7591C5-2F5C-4DF2-AE3A-81FD6ECA048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100142" y="1765645"/>
            <a:ext cx="396228" cy="396228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!</a:t>
            </a:r>
            <a:endParaRPr lang="ru-RU" sz="160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25" name="ExclamationMarkBlue" hidden="1">
            <a:extLst>
              <a:ext uri="{FF2B5EF4-FFF2-40B4-BE49-F238E27FC236}">
                <a16:creationId xmlns:a16="http://schemas.microsoft.com/office/drawing/2014/main" id="{F3D3EB97-945D-4713-8574-1DEB99720FE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100142" y="2352134"/>
            <a:ext cx="396228" cy="396228"/>
          </a:xfrm>
          <a:prstGeom prst="ellipse">
            <a:avLst/>
          </a:prstGeom>
          <a:solidFill>
            <a:schemeClr val="tx2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>
              <a:buClr>
                <a:srgbClr val="FFFFFF"/>
              </a:buClr>
            </a:pPr>
            <a:r>
              <a:rPr lang="en-US" sz="16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t>!</a:t>
            </a:r>
            <a:endParaRPr lang="ru-RU" sz="16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26" name="ExclamationMark" hidden="1">
            <a:extLst>
              <a:ext uri="{FF2B5EF4-FFF2-40B4-BE49-F238E27FC236}">
                <a16:creationId xmlns:a16="http://schemas.microsoft.com/office/drawing/2014/main" id="{9E0558B8-8450-41CA-965B-64DD3A2C1E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100142" y="1229864"/>
            <a:ext cx="396228" cy="396228"/>
          </a:xfrm>
          <a:prstGeom prst="ellipse">
            <a:avLst/>
          </a:prstGeom>
          <a:noFill/>
          <a:ln w="6350" cap="rnd">
            <a:noFill/>
            <a:prstDash val="solid"/>
            <a:round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marL="0" lvl="0" algn="ctr" defTabSz="914400" rtl="0" eaLnBrk="1" latinLnBrk="0" hangingPunct="1"/>
            <a:r>
              <a:rPr lang="en-US" sz="1600" kern="120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!</a:t>
            </a:r>
            <a:endParaRPr lang="ru-RU" sz="1600" kern="120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50" name="QuestionMarkWhite" hidden="1">
            <a:extLst>
              <a:ext uri="{FF2B5EF4-FFF2-40B4-BE49-F238E27FC236}">
                <a16:creationId xmlns:a16="http://schemas.microsoft.com/office/drawing/2014/main" id="{3D3DE55A-EFB5-4A46-855A-CFB36742E0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7683" y="3525112"/>
            <a:ext cx="396228" cy="396228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160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?</a:t>
            </a:r>
            <a:endParaRPr lang="ru-RU" sz="160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51" name="QuestionMarkBlue" hidden="1">
            <a:extLst>
              <a:ext uri="{FF2B5EF4-FFF2-40B4-BE49-F238E27FC236}">
                <a16:creationId xmlns:a16="http://schemas.microsoft.com/office/drawing/2014/main" id="{92A4EE15-ABA6-4665-9FB4-616C1B6AA32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7683" y="4111601"/>
            <a:ext cx="396228" cy="396228"/>
          </a:xfrm>
          <a:prstGeom prst="ellipse">
            <a:avLst/>
          </a:prstGeom>
          <a:solidFill>
            <a:schemeClr val="tx2"/>
          </a:solidFill>
          <a:ln w="12700" cap="rnd">
            <a:solidFill>
              <a:schemeClr val="accent3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>
              <a:buClr>
                <a:srgbClr val="FFFFFF"/>
              </a:buClr>
            </a:pPr>
            <a:r>
              <a:rPr lang="en-US" sz="16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t>?</a:t>
            </a:r>
            <a:endParaRPr lang="ru-RU" sz="16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52" name="QuestionMark" hidden="1">
            <a:extLst>
              <a:ext uri="{FF2B5EF4-FFF2-40B4-BE49-F238E27FC236}">
                <a16:creationId xmlns:a16="http://schemas.microsoft.com/office/drawing/2014/main" id="{4E78E58E-5E73-4DAC-91A5-FA395FEE6C4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7683" y="2938623"/>
            <a:ext cx="396228" cy="396228"/>
          </a:xfrm>
          <a:prstGeom prst="ellipse">
            <a:avLst/>
          </a:prstGeom>
          <a:noFill/>
          <a:ln w="6350" cap="rnd">
            <a:noFill/>
            <a:prstDash val="solid"/>
            <a:round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marL="0" lvl="0" algn="ctr" defTabSz="914400" rtl="0" eaLnBrk="1" latinLnBrk="0" hangingPunct="1"/>
            <a:r>
              <a:rPr lang="en-US" sz="1600" kern="1200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rPr>
              <a:t>?</a:t>
            </a:r>
            <a:endParaRPr lang="ru-RU" sz="1600" kern="1200" dirty="0">
              <a:solidFill>
                <a:schemeClr val="accent3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353" name="XWhite" hidden="1">
            <a:extLst>
              <a:ext uri="{FF2B5EF4-FFF2-40B4-BE49-F238E27FC236}">
                <a16:creationId xmlns:a16="http://schemas.microsoft.com/office/drawing/2014/main" id="{64A8F67C-2547-40D5-969E-B6BF43205EE4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5284579"/>
            <a:ext cx="396228" cy="396228"/>
            <a:chOff x="4846772" y="6015293"/>
            <a:chExt cx="252000" cy="252000"/>
          </a:xfrm>
        </p:grpSpPr>
        <p:sp>
          <p:nvSpPr>
            <p:cNvPr id="354" name="Oval 35">
              <a:extLst>
                <a:ext uri="{FF2B5EF4-FFF2-40B4-BE49-F238E27FC236}">
                  <a16:creationId xmlns:a16="http://schemas.microsoft.com/office/drawing/2014/main" id="{947E4B2F-2AE1-4838-89F1-BDAF16E04A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772" y="6015293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3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55" name="Line 36">
              <a:extLst>
                <a:ext uri="{FF2B5EF4-FFF2-40B4-BE49-F238E27FC236}">
                  <a16:creationId xmlns:a16="http://schemas.microsoft.com/office/drawing/2014/main" id="{A0EFB238-5946-4CC6-8454-2E5643F162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7118" y="6055639"/>
              <a:ext cx="171307" cy="171307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56" name="Line 37">
              <a:extLst>
                <a:ext uri="{FF2B5EF4-FFF2-40B4-BE49-F238E27FC236}">
                  <a16:creationId xmlns:a16="http://schemas.microsoft.com/office/drawing/2014/main" id="{7269D199-3BC4-494A-831F-7E48B55D88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87293" y="6055812"/>
              <a:ext cx="170964" cy="170964"/>
            </a:xfrm>
            <a:prstGeom prst="line">
              <a:avLst/>
            </a:pr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357" name="XBlue" hidden="1">
            <a:extLst>
              <a:ext uri="{FF2B5EF4-FFF2-40B4-BE49-F238E27FC236}">
                <a16:creationId xmlns:a16="http://schemas.microsoft.com/office/drawing/2014/main" id="{963F1768-3663-4E38-99EB-BEBC2D52621E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5871065"/>
            <a:ext cx="396228" cy="396228"/>
            <a:chOff x="4846772" y="6015293"/>
            <a:chExt cx="252000" cy="252000"/>
          </a:xfrm>
        </p:grpSpPr>
        <p:sp>
          <p:nvSpPr>
            <p:cNvPr id="358" name="Oval 35">
              <a:extLst>
                <a:ext uri="{FF2B5EF4-FFF2-40B4-BE49-F238E27FC236}">
                  <a16:creationId xmlns:a16="http://schemas.microsoft.com/office/drawing/2014/main" id="{6BCD81C2-8F8E-46C9-B2F0-949EDB30DE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772" y="6015293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60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59" name="Line 36">
              <a:extLst>
                <a:ext uri="{FF2B5EF4-FFF2-40B4-BE49-F238E27FC236}">
                  <a16:creationId xmlns:a16="http://schemas.microsoft.com/office/drawing/2014/main" id="{FFEE35B1-A2D3-4910-8E1C-9C137E69A3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2264" y="6050785"/>
              <a:ext cx="181016" cy="181016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60" name="Line 37">
              <a:extLst>
                <a:ext uri="{FF2B5EF4-FFF2-40B4-BE49-F238E27FC236}">
                  <a16:creationId xmlns:a16="http://schemas.microsoft.com/office/drawing/2014/main" id="{2BB44F3C-9601-462F-9F01-986092699C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83818" y="6052339"/>
              <a:ext cx="177910" cy="177910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367" name="Chevron" hidden="1">
            <a:extLst>
              <a:ext uri="{FF2B5EF4-FFF2-40B4-BE49-F238E27FC236}">
                <a16:creationId xmlns:a16="http://schemas.microsoft.com/office/drawing/2014/main" id="{6CB1977F-395D-4541-A0E1-6416254928B7}"/>
              </a:ext>
            </a:extLst>
          </p:cNvPr>
          <p:cNvSpPr>
            <a:spLocks noChangeAspect="1"/>
          </p:cNvSpPr>
          <p:nvPr userDrawn="1">
            <p:custDataLst>
              <p:tags r:id="rId50"/>
            </p:custDataLst>
          </p:nvPr>
        </p:nvSpPr>
        <p:spPr>
          <a:xfrm>
            <a:off x="3370045" y="3017414"/>
            <a:ext cx="126587" cy="238646"/>
          </a:xfrm>
          <a:custGeom>
            <a:avLst/>
            <a:gdLst/>
            <a:ahLst/>
            <a:cxnLst/>
            <a:rect l="0" t="0" r="0" b="0"/>
            <a:pathLst>
              <a:path w="103601" h="195312">
                <a:moveTo>
                  <a:pt x="9358" y="193790"/>
                </a:moveTo>
                <a:lnTo>
                  <a:pt x="101575" y="101574"/>
                </a:lnTo>
                <a:lnTo>
                  <a:pt x="103600" y="99549"/>
                </a:lnTo>
                <a:lnTo>
                  <a:pt x="103600" y="96266"/>
                </a:lnTo>
                <a:lnTo>
                  <a:pt x="101575" y="94241"/>
                </a:lnTo>
                <a:lnTo>
                  <a:pt x="9358" y="2025"/>
                </a:lnTo>
                <a:lnTo>
                  <a:pt x="7332" y="0"/>
                </a:lnTo>
                <a:lnTo>
                  <a:pt x="4049" y="0"/>
                </a:lnTo>
                <a:lnTo>
                  <a:pt x="2026" y="2025"/>
                </a:lnTo>
                <a:lnTo>
                  <a:pt x="0" y="4048"/>
                </a:lnTo>
                <a:lnTo>
                  <a:pt x="0" y="7331"/>
                </a:lnTo>
                <a:lnTo>
                  <a:pt x="2026" y="9357"/>
                </a:lnTo>
                <a:lnTo>
                  <a:pt x="90576" y="97907"/>
                </a:lnTo>
                <a:lnTo>
                  <a:pt x="2026" y="186459"/>
                </a:lnTo>
                <a:lnTo>
                  <a:pt x="0" y="188483"/>
                </a:lnTo>
                <a:lnTo>
                  <a:pt x="0" y="191766"/>
                </a:lnTo>
                <a:lnTo>
                  <a:pt x="2026" y="193790"/>
                </a:lnTo>
                <a:lnTo>
                  <a:pt x="3040" y="194805"/>
                </a:lnTo>
                <a:lnTo>
                  <a:pt x="4366" y="195311"/>
                </a:lnTo>
                <a:lnTo>
                  <a:pt x="5692" y="195311"/>
                </a:lnTo>
                <a:lnTo>
                  <a:pt x="7017" y="195311"/>
                </a:lnTo>
                <a:lnTo>
                  <a:pt x="8348" y="194805"/>
                </a:lnTo>
                <a:close/>
              </a:path>
            </a:pathLst>
          </a:custGeom>
          <a:solidFill>
            <a:schemeClr val="tx2"/>
          </a:solidFill>
          <a:ln w="6350" cap="sq" cmpd="sng" algn="ctr">
            <a:noFill/>
            <a:prstDash val="solid"/>
            <a:miter lim="800000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 dirty="0" err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72" name="KeyTakeawayOF" hidden="1">
            <a:extLst>
              <a:ext uri="{FF2B5EF4-FFF2-40B4-BE49-F238E27FC236}">
                <a16:creationId xmlns:a16="http://schemas.microsoft.com/office/drawing/2014/main" id="{1ADFC805-1B70-432B-A2E4-EC1E5DB7B205}"/>
              </a:ext>
            </a:extLst>
          </p:cNvPr>
          <p:cNvSpPr txBox="1"/>
          <p:nvPr userDrawn="1">
            <p:custDataLst>
              <p:tags r:id="rId51"/>
            </p:custDataLst>
          </p:nvPr>
        </p:nvSpPr>
        <p:spPr>
          <a:xfrm>
            <a:off x="7556500" y="1257300"/>
            <a:ext cx="2819400" cy="1187708"/>
          </a:xfrm>
          <a:prstGeom prst="snip1Rect">
            <a:avLst/>
          </a:prstGeom>
          <a:solidFill>
            <a:schemeClr val="accent1"/>
          </a:solidFill>
        </p:spPr>
        <p:txBody>
          <a:bodyPr vert="horz" wrap="square" lIns="182880" tIns="182880" rIns="182880" bIns="18288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latin typeface="Franklin Gothic Book" panose="020B0503020102020204" pitchFamily="34" charset="0"/>
                <a:cs typeface="Arial" panose="020B0604020202020204" pitchFamily="34" charset="0"/>
              </a:defRPr>
            </a:lvl1pPr>
            <a:lvl2pPr marL="144000" lvl="1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latin typeface="Franklin Gothic Book" panose="020B0503020102020204" pitchFamily="34" charset="0"/>
              </a:defRPr>
            </a:lvl2pPr>
            <a:lvl3pPr marL="288000" lvl="2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latin typeface="Franklin Gothic Book" panose="020B0503020102020204" pitchFamily="34" charset="0"/>
              </a:defRPr>
            </a:lvl3pPr>
            <a:lvl4pPr marL="432000" lvl="3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latin typeface="Franklin Gothic Book" panose="020B0503020102020204" pitchFamily="34" charset="0"/>
              </a:defRPr>
            </a:lvl4pPr>
            <a:lvl5pPr marL="576000" lvl="4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latin typeface="Franklin Gothic Book" panose="020B05030201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Key Takeaway</a:t>
            </a:r>
          </a:p>
          <a:p>
            <a:pPr>
              <a:spcBef>
                <a:spcPts val="0"/>
              </a:spcBef>
            </a:pPr>
            <a:r>
              <a: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Body paragraph</a:t>
            </a:r>
          </a:p>
          <a:p>
            <a:pPr lvl="1">
              <a:buClr>
                <a:schemeClr val="tx2"/>
              </a:buClr>
            </a:pPr>
            <a:r>
              <a: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Bullet level one</a:t>
            </a:r>
          </a:p>
        </p:txBody>
      </p:sp>
      <p:grpSp>
        <p:nvGrpSpPr>
          <p:cNvPr id="373" name="Callout" hidden="1">
            <a:extLst>
              <a:ext uri="{FF2B5EF4-FFF2-40B4-BE49-F238E27FC236}">
                <a16:creationId xmlns:a16="http://schemas.microsoft.com/office/drawing/2014/main" id="{21CB9224-F876-4528-9F19-97359B65E4E5}"/>
              </a:ext>
            </a:extLst>
          </p:cNvPr>
          <p:cNvGrpSpPr/>
          <p:nvPr userDrawn="1">
            <p:custDataLst>
              <p:tags r:id="rId52"/>
            </p:custDataLst>
          </p:nvPr>
        </p:nvGrpSpPr>
        <p:grpSpPr>
          <a:xfrm>
            <a:off x="7556500" y="2814268"/>
            <a:ext cx="3026228" cy="1769715"/>
            <a:chOff x="1016000" y="1016000"/>
            <a:chExt cx="3026228" cy="1769715"/>
          </a:xfrm>
        </p:grpSpPr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8677E9B9-A539-4E0F-9A04-8CEE1655CD88}"/>
                </a:ext>
              </a:extLst>
            </p:cNvPr>
            <p:cNvSpPr txBox="1"/>
            <p:nvPr/>
          </p:nvSpPr>
          <p:spPr>
            <a:xfrm>
              <a:off x="1016000" y="1016000"/>
              <a:ext cx="2645228" cy="176971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vert="horz" wrap="square" lIns="182880" tIns="182880" rIns="182880" bIns="182880" rtlCol="0">
              <a:sp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solidFill>
                    <a:schemeClr val="bg1"/>
                  </a:solidFill>
                  <a:latin typeface="Franklin Gothic Medium" panose="020B0603020102020204" pitchFamily="34" charset="0"/>
                  <a:cs typeface="Gotham Pro Light" panose="02000503030000020004" pitchFamily="2" charset="0"/>
                </a:defRPr>
              </a:lvl1pPr>
              <a:lvl2pPr marL="144000" lvl="1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bg1"/>
                </a:buClr>
                <a:buSzPct val="110000"/>
                <a:buFont typeface="Wingdings" panose="05000000000000000000" pitchFamily="2" charset="2"/>
                <a:buChar char=""/>
                <a:defRPr sz="1400">
                  <a:solidFill>
                    <a:schemeClr val="bg1"/>
                  </a:solidFill>
                  <a:latin typeface="Franklin Gothic Book" panose="020B0503020102020204" pitchFamily="34" charset="0"/>
                  <a:cs typeface="Arial" panose="020B0604020202020204" pitchFamily="34" charset="0"/>
                </a:defRPr>
              </a:lvl2pPr>
              <a:lvl3pPr marL="288000" lvl="2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>
                  <a:latin typeface="Franklin Gothic Book" panose="020B0503020102020204" pitchFamily="34" charset="0"/>
                </a:defRPr>
              </a:lvl3pPr>
              <a:lvl4pPr marL="432000" lvl="3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>
                  <a:latin typeface="Franklin Gothic Book" panose="020B0503020102020204" pitchFamily="34" charset="0"/>
                </a:defRPr>
              </a:lvl4pPr>
              <a:lvl5pPr marL="576000" lvl="4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>
                  <a:latin typeface="Franklin Gothic Book" panose="020B05030201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dirty="0">
                  <a:latin typeface="+mn-lt"/>
                  <a:ea typeface="+mn-ea"/>
                  <a:cs typeface="+mn-cs"/>
                  <a:sym typeface="+mn-lt"/>
                </a:rPr>
                <a:t>Callout title</a:t>
              </a:r>
            </a:p>
            <a:p>
              <a:pPr lvl="0"/>
              <a:r>
                <a:rPr lang="en-US" sz="140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  <a:sym typeface="+mn-lt"/>
                </a:rPr>
                <a:t>Supporting text goes here. Box will automatically adjust to content, adjust type size as needed.</a:t>
              </a:r>
            </a:p>
          </p:txBody>
        </p:sp>
        <p:cxnSp>
          <p:nvCxnSpPr>
            <p:cNvPr id="375" name="Straight Arrow Connector 374">
              <a:extLst>
                <a:ext uri="{FF2B5EF4-FFF2-40B4-BE49-F238E27FC236}">
                  <a16:creationId xmlns:a16="http://schemas.microsoft.com/office/drawing/2014/main" id="{9989B7A8-CE5E-4D8D-B5F6-18711E66CDF7}"/>
                </a:ext>
              </a:extLst>
            </p:cNvPr>
            <p:cNvCxnSpPr>
              <a:cxnSpLocks/>
              <a:stCxn id="374" idx="3"/>
            </p:cNvCxnSpPr>
            <p:nvPr/>
          </p:nvCxnSpPr>
          <p:spPr>
            <a:xfrm>
              <a:off x="3661228" y="1900858"/>
              <a:ext cx="381000" cy="0"/>
            </a:xfrm>
            <a:prstGeom prst="straightConnector1">
              <a:avLst/>
            </a:prstGeom>
            <a:ln w="6350">
              <a:solidFill>
                <a:schemeClr val="tx1"/>
              </a:solidFill>
              <a:headEnd w="sm" len="sm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StrongCallout" hidden="1">
            <a:extLst>
              <a:ext uri="{FF2B5EF4-FFF2-40B4-BE49-F238E27FC236}">
                <a16:creationId xmlns:a16="http://schemas.microsoft.com/office/drawing/2014/main" id="{FBFAAB70-F343-4BC7-9809-954862307099}"/>
              </a:ext>
            </a:extLst>
          </p:cNvPr>
          <p:cNvGrpSpPr/>
          <p:nvPr userDrawn="1">
            <p:custDataLst>
              <p:tags r:id="rId53"/>
            </p:custDataLst>
          </p:nvPr>
        </p:nvGrpSpPr>
        <p:grpSpPr>
          <a:xfrm>
            <a:off x="7556500" y="4704342"/>
            <a:ext cx="3026228" cy="1769715"/>
            <a:chOff x="1016000" y="1016000"/>
            <a:chExt cx="3026228" cy="1769715"/>
          </a:xfrm>
        </p:grpSpPr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F4EDB771-524B-4E85-A799-96A9C1C0C33E}"/>
                </a:ext>
              </a:extLst>
            </p:cNvPr>
            <p:cNvSpPr txBox="1"/>
            <p:nvPr/>
          </p:nvSpPr>
          <p:spPr>
            <a:xfrm>
              <a:off x="1016000" y="1016000"/>
              <a:ext cx="2645228" cy="176971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txBody>
            <a:bodyPr vert="horz" wrap="square" lIns="182880" tIns="182880" rIns="182880" bIns="182880" rtlCol="0">
              <a:sp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solidFill>
                    <a:schemeClr val="bg1"/>
                  </a:solidFill>
                  <a:latin typeface="Franklin Gothic Medium" panose="020B0603020102020204" pitchFamily="34" charset="0"/>
                  <a:cs typeface="Gotham Pro Light" panose="02000503030000020004" pitchFamily="2" charset="0"/>
                </a:defRPr>
              </a:lvl1pPr>
              <a:lvl2pPr marL="144000" lvl="1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bg1"/>
                </a:buClr>
                <a:buSzPct val="110000"/>
                <a:buFont typeface="Wingdings" panose="05000000000000000000" pitchFamily="2" charset="2"/>
                <a:buChar char=""/>
                <a:defRPr sz="1400">
                  <a:solidFill>
                    <a:schemeClr val="bg1"/>
                  </a:solidFill>
                  <a:latin typeface="Franklin Gothic Book" panose="020B0503020102020204" pitchFamily="34" charset="0"/>
                  <a:cs typeface="Arial" panose="020B0604020202020204" pitchFamily="34" charset="0"/>
                </a:defRPr>
              </a:lvl2pPr>
              <a:lvl3pPr marL="288000" lvl="2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>
                  <a:latin typeface="Franklin Gothic Book" panose="020B0503020102020204" pitchFamily="34" charset="0"/>
                </a:defRPr>
              </a:lvl3pPr>
              <a:lvl4pPr marL="432000" lvl="3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>
                  <a:latin typeface="Franklin Gothic Book" panose="020B0503020102020204" pitchFamily="34" charset="0"/>
                </a:defRPr>
              </a:lvl4pPr>
              <a:lvl5pPr marL="576000" lvl="4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>
                  <a:latin typeface="Franklin Gothic Book" panose="020B05030201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rPr>
                <a:t>Callout title</a:t>
              </a:r>
            </a:p>
            <a:p>
              <a:pPr lvl="0"/>
              <a:r>
                <a:rPr lang="en-US" sz="1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+mn-lt"/>
                </a:rPr>
                <a:t>Supporting text goes here. Box will automatically adjust to content, adjust type size as needed.</a:t>
              </a:r>
            </a:p>
          </p:txBody>
        </p:sp>
        <p:cxnSp>
          <p:nvCxnSpPr>
            <p:cNvPr id="378" name="Straight Arrow Connector 377">
              <a:extLst>
                <a:ext uri="{FF2B5EF4-FFF2-40B4-BE49-F238E27FC236}">
                  <a16:creationId xmlns:a16="http://schemas.microsoft.com/office/drawing/2014/main" id="{7E555C10-ED0D-4742-8F7F-ABCB7750B0FE}"/>
                </a:ext>
              </a:extLst>
            </p:cNvPr>
            <p:cNvCxnSpPr>
              <a:cxnSpLocks/>
              <a:stCxn id="377" idx="3"/>
            </p:cNvCxnSpPr>
            <p:nvPr/>
          </p:nvCxnSpPr>
          <p:spPr>
            <a:xfrm>
              <a:off x="3661228" y="1900858"/>
              <a:ext cx="381000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w="sm" len="sm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9" name="SplitFlowOF" hidden="1">
            <a:extLst>
              <a:ext uri="{FF2B5EF4-FFF2-40B4-BE49-F238E27FC236}">
                <a16:creationId xmlns:a16="http://schemas.microsoft.com/office/drawing/2014/main" id="{C6C961D3-A82A-41AF-847D-45C80E658C14}"/>
              </a:ext>
            </a:extLst>
          </p:cNvPr>
          <p:cNvGrpSpPr>
            <a:grpSpLocks/>
          </p:cNvGrpSpPr>
          <p:nvPr userDrawn="1">
            <p:custDataLst>
              <p:tags r:id="rId54"/>
            </p:custDataLst>
          </p:nvPr>
        </p:nvGrpSpPr>
        <p:grpSpPr>
          <a:xfrm>
            <a:off x="11074400" y="1257300"/>
            <a:ext cx="1828801" cy="914400"/>
            <a:chOff x="114299" y="1270000"/>
            <a:chExt cx="1828801" cy="914400"/>
          </a:xfrm>
          <a:solidFill>
            <a:schemeClr val="accent3"/>
          </a:solidFill>
        </p:grpSpPr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629A692C-B796-462A-97D2-5BDE28897A8C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114300" y="1270000"/>
              <a:ext cx="1828800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457200">
                  <a:moveTo>
                    <a:pt x="0" y="0"/>
                  </a:moveTo>
                  <a:lnTo>
                    <a:pt x="1664208" y="0"/>
                  </a:lnTo>
                  <a:lnTo>
                    <a:pt x="1828800" y="457200"/>
                  </a:lnTo>
                  <a:lnTo>
                    <a:pt x="0" y="45720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30F8C376-A37C-4AC0-AD8E-FF489C86A2CC}"/>
                </a:ext>
              </a:extLst>
            </p:cNvPr>
            <p:cNvSpPr txBox="1"/>
            <p:nvPr>
              <p:custDataLst>
                <p:tags r:id="rId59"/>
              </p:custDataLst>
            </p:nvPr>
          </p:nvSpPr>
          <p:spPr>
            <a:xfrm>
              <a:off x="177800" y="1327150"/>
              <a:ext cx="1600708" cy="342900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dirty="0">
                  <a:latin typeface="+mn-lt"/>
                  <a:ea typeface="+mn-ea"/>
                  <a:cs typeface="+mn-cs"/>
                  <a:sym typeface="+mn-lt"/>
                </a:rPr>
                <a:t>Text</a:t>
              </a:r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BF53C301-2D55-4813-B4B7-18A5B2B90892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114299" y="1727200"/>
              <a:ext cx="996697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3048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0 h 457200"/>
                <a:gd name="connsiteX1" fmla="*/ 1511808 w 1828800"/>
                <a:gd name="connsiteY1" fmla="*/ 457200 h 457200"/>
                <a:gd name="connsiteX2" fmla="*/ 1828800 w 1828800"/>
                <a:gd name="connsiteY2" fmla="*/ 152400 h 457200"/>
                <a:gd name="connsiteX3" fmla="*/ 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15240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980237 w 1664208"/>
                <a:gd name="connsiteY0" fmla="*/ 0 h 457200"/>
                <a:gd name="connsiteX1" fmla="*/ 1664208 w 1664208"/>
                <a:gd name="connsiteY1" fmla="*/ 457200 h 457200"/>
                <a:gd name="connsiteX2" fmla="*/ 0 w 1664208"/>
                <a:gd name="connsiteY2" fmla="*/ 457200 h 457200"/>
                <a:gd name="connsiteX3" fmla="*/ 0 w 1664208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0 w 980237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0 w 980237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0 w 980237"/>
                <a:gd name="connsiteY3" fmla="*/ 0 h 457200"/>
                <a:gd name="connsiteX0" fmla="*/ 996696 w 996696"/>
                <a:gd name="connsiteY0" fmla="*/ 0 h 457200"/>
                <a:gd name="connsiteX1" fmla="*/ 848563 w 996696"/>
                <a:gd name="connsiteY1" fmla="*/ 457200 h 457200"/>
                <a:gd name="connsiteX2" fmla="*/ 0 w 996696"/>
                <a:gd name="connsiteY2" fmla="*/ 457200 h 457200"/>
                <a:gd name="connsiteX3" fmla="*/ 0 w 996696"/>
                <a:gd name="connsiteY3" fmla="*/ 0 h 457200"/>
                <a:gd name="connsiteX0" fmla="*/ 996696 w 996696"/>
                <a:gd name="connsiteY0" fmla="*/ 0 h 457200"/>
                <a:gd name="connsiteX1" fmla="*/ 832103 w 996696"/>
                <a:gd name="connsiteY1" fmla="*/ 457200 h 457200"/>
                <a:gd name="connsiteX2" fmla="*/ 0 w 996696"/>
                <a:gd name="connsiteY2" fmla="*/ 457200 h 457200"/>
                <a:gd name="connsiteX3" fmla="*/ 0 w 996696"/>
                <a:gd name="connsiteY3" fmla="*/ 0 h 457200"/>
                <a:gd name="connsiteX0" fmla="*/ 996697 w 996697"/>
                <a:gd name="connsiteY0" fmla="*/ 0 h 457200"/>
                <a:gd name="connsiteX1" fmla="*/ 832104 w 996697"/>
                <a:gd name="connsiteY1" fmla="*/ 457200 h 457200"/>
                <a:gd name="connsiteX2" fmla="*/ 0 w 996697"/>
                <a:gd name="connsiteY2" fmla="*/ 457200 h 457200"/>
                <a:gd name="connsiteX3" fmla="*/ 1 w 996697"/>
                <a:gd name="connsiteY3" fmla="*/ 0 h 457200"/>
                <a:gd name="connsiteX0" fmla="*/ 996697 w 996697"/>
                <a:gd name="connsiteY0" fmla="*/ 0 h 457200"/>
                <a:gd name="connsiteX1" fmla="*/ 832104 w 996697"/>
                <a:gd name="connsiteY1" fmla="*/ 457200 h 457200"/>
                <a:gd name="connsiteX2" fmla="*/ 0 w 996697"/>
                <a:gd name="connsiteY2" fmla="*/ 457200 h 457200"/>
                <a:gd name="connsiteX3" fmla="*/ 1 w 996697"/>
                <a:gd name="connsiteY3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6697" h="457200">
                  <a:moveTo>
                    <a:pt x="996697" y="0"/>
                  </a:moveTo>
                  <a:lnTo>
                    <a:pt x="832104" y="457200"/>
                  </a:lnTo>
                  <a:lnTo>
                    <a:pt x="0" y="457200"/>
                  </a:lnTo>
                  <a:lnTo>
                    <a:pt x="1" y="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84127477-F4C5-4F43-AD37-D862E044CF48}"/>
                </a:ext>
              </a:extLst>
            </p:cNvPr>
            <p:cNvSpPr txBox="1"/>
            <p:nvPr>
              <p:custDataLst>
                <p:tags r:id="rId61"/>
              </p:custDataLst>
            </p:nvPr>
          </p:nvSpPr>
          <p:spPr>
            <a:xfrm>
              <a:off x="177800" y="1784350"/>
              <a:ext cx="768604" cy="342900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>
                  <a:latin typeface="+mn-lt"/>
                  <a:ea typeface="+mn-ea"/>
                  <a:cs typeface="+mn-cs"/>
                  <a:sym typeface="+mn-lt"/>
                </a:rPr>
                <a:t>Text</a:t>
              </a:r>
              <a:endParaRPr lang="en-US" dirty="0"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03606657-349E-4EB9-AC07-42D927B48B19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946404" y="1727200"/>
              <a:ext cx="996696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3048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0 h 457200"/>
                <a:gd name="connsiteX1" fmla="*/ 1511808 w 1828800"/>
                <a:gd name="connsiteY1" fmla="*/ 457200 h 457200"/>
                <a:gd name="connsiteX2" fmla="*/ 1828800 w 1828800"/>
                <a:gd name="connsiteY2" fmla="*/ 152400 h 457200"/>
                <a:gd name="connsiteX3" fmla="*/ 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15240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1828800 w 1828800"/>
                <a:gd name="connsiteY0" fmla="*/ 0 h 457200"/>
                <a:gd name="connsiteX1" fmla="*/ 1697126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1828800 w 1828800"/>
                <a:gd name="connsiteY0" fmla="*/ 0 h 457200"/>
                <a:gd name="connsiteX1" fmla="*/ 1697126 w 1828800"/>
                <a:gd name="connsiteY1" fmla="*/ 457200 h 457200"/>
                <a:gd name="connsiteX2" fmla="*/ 848563 w 1828800"/>
                <a:gd name="connsiteY2" fmla="*/ 457200 h 457200"/>
                <a:gd name="connsiteX3" fmla="*/ 0 w 1828800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131674 w 980237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131674 w 980237"/>
                <a:gd name="connsiteY3" fmla="*/ 0 h 457200"/>
                <a:gd name="connsiteX0" fmla="*/ 980237 w 980237"/>
                <a:gd name="connsiteY0" fmla="*/ 0 h 457200"/>
                <a:gd name="connsiteX1" fmla="*/ 815645 w 980237"/>
                <a:gd name="connsiteY1" fmla="*/ 457200 h 457200"/>
                <a:gd name="connsiteX2" fmla="*/ 0 w 980237"/>
                <a:gd name="connsiteY2" fmla="*/ 457200 h 457200"/>
                <a:gd name="connsiteX3" fmla="*/ 131674 w 980237"/>
                <a:gd name="connsiteY3" fmla="*/ 0 h 457200"/>
                <a:gd name="connsiteX0" fmla="*/ 996696 w 996696"/>
                <a:gd name="connsiteY0" fmla="*/ 0 h 457200"/>
                <a:gd name="connsiteX1" fmla="*/ 832104 w 996696"/>
                <a:gd name="connsiteY1" fmla="*/ 457200 h 457200"/>
                <a:gd name="connsiteX2" fmla="*/ 0 w 996696"/>
                <a:gd name="connsiteY2" fmla="*/ 457200 h 457200"/>
                <a:gd name="connsiteX3" fmla="*/ 148133 w 996696"/>
                <a:gd name="connsiteY3" fmla="*/ 0 h 457200"/>
                <a:gd name="connsiteX0" fmla="*/ 996696 w 996696"/>
                <a:gd name="connsiteY0" fmla="*/ 0 h 457200"/>
                <a:gd name="connsiteX1" fmla="*/ 832104 w 996696"/>
                <a:gd name="connsiteY1" fmla="*/ 457200 h 457200"/>
                <a:gd name="connsiteX2" fmla="*/ 0 w 996696"/>
                <a:gd name="connsiteY2" fmla="*/ 457200 h 457200"/>
                <a:gd name="connsiteX3" fmla="*/ 164592 w 996696"/>
                <a:gd name="connsiteY3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6696" h="457200">
                  <a:moveTo>
                    <a:pt x="996696" y="0"/>
                  </a:moveTo>
                  <a:lnTo>
                    <a:pt x="832104" y="457200"/>
                  </a:lnTo>
                  <a:lnTo>
                    <a:pt x="0" y="457200"/>
                  </a:lnTo>
                  <a:lnTo>
                    <a:pt x="164592" y="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8D6E177A-752E-410D-B299-80215ACD3436}"/>
                </a:ext>
              </a:extLst>
            </p:cNvPr>
            <p:cNvSpPr txBox="1"/>
            <p:nvPr>
              <p:custDataLst>
                <p:tags r:id="rId63"/>
              </p:custDataLst>
            </p:nvPr>
          </p:nvSpPr>
          <p:spPr>
            <a:xfrm>
              <a:off x="1149096" y="1784350"/>
              <a:ext cx="629412" cy="342900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dirty="0">
                  <a:latin typeface="+mn-lt"/>
                  <a:ea typeface="+mn-ea"/>
                  <a:cs typeface="+mn-cs"/>
                  <a:sym typeface="+mn-lt"/>
                </a:rPr>
                <a:t>Text</a:t>
              </a:r>
            </a:p>
          </p:txBody>
        </p:sp>
      </p:grpSp>
      <p:grpSp>
        <p:nvGrpSpPr>
          <p:cNvPr id="386" name="Group" hidden="1">
            <a:extLst>
              <a:ext uri="{FF2B5EF4-FFF2-40B4-BE49-F238E27FC236}">
                <a16:creationId xmlns:a16="http://schemas.microsoft.com/office/drawing/2014/main" id="{7D5F9D64-63BA-4A00-A40F-81D44C96A709}"/>
              </a:ext>
            </a:extLst>
          </p:cNvPr>
          <p:cNvGrpSpPr>
            <a:grpSpLocks/>
          </p:cNvGrpSpPr>
          <p:nvPr userDrawn="1">
            <p:custDataLst>
              <p:tags r:id="rId55"/>
            </p:custDataLst>
          </p:nvPr>
        </p:nvGrpSpPr>
        <p:grpSpPr>
          <a:xfrm>
            <a:off x="11074401" y="2814268"/>
            <a:ext cx="1828801" cy="908050"/>
            <a:chOff x="1016000" y="1016000"/>
            <a:chExt cx="2971800" cy="908050"/>
          </a:xfrm>
          <a:solidFill>
            <a:schemeClr val="accent3"/>
          </a:solidFill>
        </p:grpSpPr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4FA4576C-ECF7-457D-AF11-1D6F3595CAB9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016000" y="1016000"/>
              <a:ext cx="2971800" cy="908050"/>
            </a:xfrm>
            <a:custGeom>
              <a:avLst/>
              <a:gdLst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728216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728216 w 1828800"/>
                <a:gd name="connsiteY1" fmla="*/ 0 h 914400"/>
                <a:gd name="connsiteX2" fmla="*/ 1828800 w 1828800"/>
                <a:gd name="connsiteY2" fmla="*/ 457200 h 914400"/>
                <a:gd name="connsiteX3" fmla="*/ 1728216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728216" y="0"/>
                  </a:lnTo>
                  <a:lnTo>
                    <a:pt x="1828800" y="457200"/>
                  </a:lnTo>
                  <a:lnTo>
                    <a:pt x="1728216" y="914400"/>
                  </a:lnTo>
                  <a:lnTo>
                    <a:pt x="0" y="914400"/>
                  </a:lnTo>
                  <a:lnTo>
                    <a:pt x="0" y="457200"/>
                  </a:ln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E9A047FB-4C45-4EAC-9C1A-9769B09EC910}"/>
                </a:ext>
              </a:extLst>
            </p:cNvPr>
            <p:cNvSpPr txBox="1"/>
            <p:nvPr>
              <p:custDataLst>
                <p:tags r:id="rId57"/>
              </p:custDataLst>
            </p:nvPr>
          </p:nvSpPr>
          <p:spPr>
            <a:xfrm>
              <a:off x="1079500" y="1079059"/>
              <a:ext cx="2744851" cy="781932"/>
            </a:xfrm>
            <a:prstGeom prst="rect">
              <a:avLst/>
            </a:prstGeom>
          </p:spPr>
          <p:txBody>
            <a:bodyPr vert="horz" wrap="square" lIns="36000" tIns="0" rIns="0" bIns="0" rtlCol="0" anchor="ctr">
              <a:noAutofit/>
            </a:bodyPr>
            <a:lstStyle>
              <a:defPPr>
                <a:defRPr lang="en-US"/>
              </a:defPPr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Font typeface="Segoe UI" panose="020B0502040204020203" pitchFamily="34" charset="0"/>
                <a:buChar char="​"/>
                <a:defRPr sz="1000" b="1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sz="140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sz="140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sz="140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sz="140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lvl="0"/>
              <a:r>
                <a:rPr lang="en-US" dirty="0">
                  <a:latin typeface="+mn-lt"/>
                  <a:ea typeface="+mn-ea"/>
                  <a:cs typeface="+mn-cs"/>
                  <a:sym typeface="+mn-lt"/>
                </a:rPr>
                <a:t>Text</a:t>
              </a:r>
            </a:p>
          </p:txBody>
        </p:sp>
      </p:grpSp>
      <p:grpSp>
        <p:nvGrpSpPr>
          <p:cNvPr id="445" name="CheckmarkWhite" hidden="1">
            <a:extLst>
              <a:ext uri="{FF2B5EF4-FFF2-40B4-BE49-F238E27FC236}">
                <a16:creationId xmlns:a16="http://schemas.microsoft.com/office/drawing/2014/main" id="{23B8C5E5-4ACA-40F9-A08E-EF887C7F53FD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1765645"/>
            <a:ext cx="396228" cy="396228"/>
            <a:chOff x="5612530" y="5130112"/>
            <a:chExt cx="252000" cy="252000"/>
          </a:xfrm>
        </p:grpSpPr>
        <p:sp>
          <p:nvSpPr>
            <p:cNvPr id="446" name="Oval 38">
              <a:extLst>
                <a:ext uri="{FF2B5EF4-FFF2-40B4-BE49-F238E27FC236}">
                  <a16:creationId xmlns:a16="http://schemas.microsoft.com/office/drawing/2014/main" id="{7E74802F-C333-4CD3-9D21-FA3C70A5B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2530" y="5130112"/>
              <a:ext cx="252000" cy="252000"/>
            </a:xfrm>
            <a:prstGeom prst="ellipse">
              <a:avLst/>
            </a:prstGeom>
            <a:solidFill>
              <a:schemeClr val="bg1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>
                <a:solidFill>
                  <a:schemeClr val="accent3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447" name="Freeform 39">
              <a:extLst>
                <a:ext uri="{FF2B5EF4-FFF2-40B4-BE49-F238E27FC236}">
                  <a16:creationId xmlns:a16="http://schemas.microsoft.com/office/drawing/2014/main" id="{673344BF-49BF-4EF1-99FA-30708D581C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341" y="5191271"/>
              <a:ext cx="181627" cy="110004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noFill/>
            <a:ln w="12700" cap="sq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sp>
        <p:nvSpPr>
          <p:cNvPr id="506" name="QuotationMarks" hidden="1">
            <a:extLst>
              <a:ext uri="{FF2B5EF4-FFF2-40B4-BE49-F238E27FC236}">
                <a16:creationId xmlns:a16="http://schemas.microsoft.com/office/drawing/2014/main" id="{C2F33033-CBF4-496E-804A-0DE82A4D71E7}"/>
              </a:ext>
            </a:extLst>
          </p:cNvPr>
          <p:cNvSpPr>
            <a:spLocks noEditPoints="1"/>
          </p:cNvSpPr>
          <p:nvPr/>
        </p:nvSpPr>
        <p:spPr bwMode="auto">
          <a:xfrm>
            <a:off x="5228491" y="3100182"/>
            <a:ext cx="139530" cy="99518"/>
          </a:xfrm>
          <a:custGeom>
            <a:avLst/>
            <a:gdLst>
              <a:gd name="T0" fmla="*/ 291 w 544"/>
              <a:gd name="T1" fmla="*/ 0 h 388"/>
              <a:gd name="T2" fmla="*/ 544 w 544"/>
              <a:gd name="T3" fmla="*/ 0 h 388"/>
              <a:gd name="T4" fmla="*/ 544 w 544"/>
              <a:gd name="T5" fmla="*/ 224 h 388"/>
              <a:gd name="T6" fmla="*/ 418 w 544"/>
              <a:gd name="T7" fmla="*/ 388 h 388"/>
              <a:gd name="T8" fmla="*/ 418 w 544"/>
              <a:gd name="T9" fmla="*/ 240 h 388"/>
              <a:gd name="T10" fmla="*/ 291 w 544"/>
              <a:gd name="T11" fmla="*/ 240 h 388"/>
              <a:gd name="T12" fmla="*/ 291 w 544"/>
              <a:gd name="T13" fmla="*/ 0 h 388"/>
              <a:gd name="T14" fmla="*/ 291 w 544"/>
              <a:gd name="T15" fmla="*/ 0 h 388"/>
              <a:gd name="T16" fmla="*/ 0 w 544"/>
              <a:gd name="T17" fmla="*/ 0 h 388"/>
              <a:gd name="T18" fmla="*/ 252 w 544"/>
              <a:gd name="T19" fmla="*/ 0 h 388"/>
              <a:gd name="T20" fmla="*/ 252 w 544"/>
              <a:gd name="T21" fmla="*/ 224 h 388"/>
              <a:gd name="T22" fmla="*/ 126 w 544"/>
              <a:gd name="T23" fmla="*/ 388 h 388"/>
              <a:gd name="T24" fmla="*/ 126 w 544"/>
              <a:gd name="T25" fmla="*/ 240 h 388"/>
              <a:gd name="T26" fmla="*/ 0 w 544"/>
              <a:gd name="T27" fmla="*/ 240 h 388"/>
              <a:gd name="T28" fmla="*/ 0 w 544"/>
              <a:gd name="T29" fmla="*/ 0 h 388"/>
              <a:gd name="T30" fmla="*/ 0 w 544"/>
              <a:gd name="T31" fmla="*/ 0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44" h="388">
                <a:moveTo>
                  <a:pt x="291" y="0"/>
                </a:moveTo>
                <a:lnTo>
                  <a:pt x="544" y="0"/>
                </a:lnTo>
                <a:lnTo>
                  <a:pt x="544" y="224"/>
                </a:lnTo>
                <a:lnTo>
                  <a:pt x="418" y="388"/>
                </a:lnTo>
                <a:lnTo>
                  <a:pt x="418" y="240"/>
                </a:lnTo>
                <a:lnTo>
                  <a:pt x="291" y="240"/>
                </a:lnTo>
                <a:lnTo>
                  <a:pt x="291" y="0"/>
                </a:lnTo>
                <a:lnTo>
                  <a:pt x="291" y="0"/>
                </a:lnTo>
                <a:close/>
                <a:moveTo>
                  <a:pt x="0" y="0"/>
                </a:moveTo>
                <a:lnTo>
                  <a:pt x="252" y="0"/>
                </a:lnTo>
                <a:lnTo>
                  <a:pt x="252" y="224"/>
                </a:lnTo>
                <a:lnTo>
                  <a:pt x="126" y="388"/>
                </a:lnTo>
                <a:lnTo>
                  <a:pt x="126" y="240"/>
                </a:lnTo>
                <a:lnTo>
                  <a:pt x="0" y="24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C92723"/>
          </a:solidFill>
          <a:ln w="3175" cap="sq">
            <a:solidFill>
              <a:schemeClr val="bg1"/>
            </a:solidFill>
            <a:beve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10" name="Checkmark" hidden="1">
            <a:extLst>
              <a:ext uri="{FF2B5EF4-FFF2-40B4-BE49-F238E27FC236}">
                <a16:creationId xmlns:a16="http://schemas.microsoft.com/office/drawing/2014/main" id="{70DDC772-B4F5-4D65-96F8-611389A23637}"/>
              </a:ext>
            </a:extLst>
          </p:cNvPr>
          <p:cNvSpPr>
            <a:spLocks/>
          </p:cNvSpPr>
          <p:nvPr userDrawn="1"/>
        </p:nvSpPr>
        <p:spPr bwMode="auto">
          <a:xfrm>
            <a:off x="2355654" y="1341107"/>
            <a:ext cx="285578" cy="172963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12700" cap="sq">
            <a:solidFill>
              <a:schemeClr val="accent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  <p:grpSp>
        <p:nvGrpSpPr>
          <p:cNvPr id="511" name="QuotationMarksBlue" hidden="1">
            <a:extLst>
              <a:ext uri="{FF2B5EF4-FFF2-40B4-BE49-F238E27FC236}">
                <a16:creationId xmlns:a16="http://schemas.microsoft.com/office/drawing/2014/main" id="{6028CAD6-AB7E-41DC-9A9A-FD8DABD700F6}"/>
              </a:ext>
            </a:extLst>
          </p:cNvPr>
          <p:cNvGrpSpPr>
            <a:grpSpLocks/>
          </p:cNvGrpSpPr>
          <p:nvPr userDrawn="1"/>
        </p:nvGrpSpPr>
        <p:grpSpPr>
          <a:xfrm>
            <a:off x="5100142" y="4111601"/>
            <a:ext cx="396228" cy="396228"/>
            <a:chOff x="5318049" y="5268554"/>
            <a:chExt cx="252000" cy="252000"/>
          </a:xfrm>
        </p:grpSpPr>
        <p:sp>
          <p:nvSpPr>
            <p:cNvPr id="512" name="Oval 43">
              <a:extLst>
                <a:ext uri="{FF2B5EF4-FFF2-40B4-BE49-F238E27FC236}">
                  <a16:creationId xmlns:a16="http://schemas.microsoft.com/office/drawing/2014/main" id="{8FA1D922-A6F2-4778-9BD4-D7C5F06BE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8049" y="5268554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60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513" name="Freeform 115">
              <a:extLst>
                <a:ext uri="{FF2B5EF4-FFF2-40B4-BE49-F238E27FC236}">
                  <a16:creationId xmlns:a16="http://schemas.microsoft.com/office/drawing/2014/main" id="{B0F2CC7D-D190-43A9-A23F-ACCFCD1D81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4284" y="5356702"/>
              <a:ext cx="139530" cy="99518"/>
            </a:xfrm>
            <a:custGeom>
              <a:avLst/>
              <a:gdLst>
                <a:gd name="T0" fmla="*/ 291 w 544"/>
                <a:gd name="T1" fmla="*/ 0 h 388"/>
                <a:gd name="T2" fmla="*/ 544 w 544"/>
                <a:gd name="T3" fmla="*/ 0 h 388"/>
                <a:gd name="T4" fmla="*/ 544 w 544"/>
                <a:gd name="T5" fmla="*/ 224 h 388"/>
                <a:gd name="T6" fmla="*/ 418 w 544"/>
                <a:gd name="T7" fmla="*/ 388 h 388"/>
                <a:gd name="T8" fmla="*/ 418 w 544"/>
                <a:gd name="T9" fmla="*/ 240 h 388"/>
                <a:gd name="T10" fmla="*/ 291 w 544"/>
                <a:gd name="T11" fmla="*/ 240 h 388"/>
                <a:gd name="T12" fmla="*/ 291 w 544"/>
                <a:gd name="T13" fmla="*/ 0 h 388"/>
                <a:gd name="T14" fmla="*/ 291 w 544"/>
                <a:gd name="T15" fmla="*/ 0 h 388"/>
                <a:gd name="T16" fmla="*/ 0 w 544"/>
                <a:gd name="T17" fmla="*/ 0 h 388"/>
                <a:gd name="T18" fmla="*/ 252 w 544"/>
                <a:gd name="T19" fmla="*/ 0 h 388"/>
                <a:gd name="T20" fmla="*/ 252 w 544"/>
                <a:gd name="T21" fmla="*/ 224 h 388"/>
                <a:gd name="T22" fmla="*/ 126 w 544"/>
                <a:gd name="T23" fmla="*/ 388 h 388"/>
                <a:gd name="T24" fmla="*/ 126 w 544"/>
                <a:gd name="T25" fmla="*/ 240 h 388"/>
                <a:gd name="T26" fmla="*/ 0 w 544"/>
                <a:gd name="T27" fmla="*/ 240 h 388"/>
                <a:gd name="T28" fmla="*/ 0 w 544"/>
                <a:gd name="T29" fmla="*/ 0 h 388"/>
                <a:gd name="T30" fmla="*/ 0 w 544"/>
                <a:gd name="T31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44" h="388">
                  <a:moveTo>
                    <a:pt x="291" y="0"/>
                  </a:moveTo>
                  <a:lnTo>
                    <a:pt x="544" y="0"/>
                  </a:lnTo>
                  <a:lnTo>
                    <a:pt x="544" y="224"/>
                  </a:lnTo>
                  <a:lnTo>
                    <a:pt x="418" y="388"/>
                  </a:lnTo>
                  <a:lnTo>
                    <a:pt x="418" y="240"/>
                  </a:lnTo>
                  <a:lnTo>
                    <a:pt x="291" y="240"/>
                  </a:lnTo>
                  <a:lnTo>
                    <a:pt x="291" y="0"/>
                  </a:lnTo>
                  <a:lnTo>
                    <a:pt x="291" y="0"/>
                  </a:lnTo>
                  <a:close/>
                  <a:moveTo>
                    <a:pt x="0" y="0"/>
                  </a:moveTo>
                  <a:lnTo>
                    <a:pt x="252" y="0"/>
                  </a:lnTo>
                  <a:lnTo>
                    <a:pt x="252" y="224"/>
                  </a:lnTo>
                  <a:lnTo>
                    <a:pt x="126" y="388"/>
                  </a:lnTo>
                  <a:lnTo>
                    <a:pt x="126" y="240"/>
                  </a:lnTo>
                  <a:lnTo>
                    <a:pt x="0" y="24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3175" cap="sq">
              <a:solidFill>
                <a:schemeClr val="tx2"/>
              </a:solidFill>
              <a:beve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  <p:grpSp>
        <p:nvGrpSpPr>
          <p:cNvPr id="517" name="CheckmarkBlue" hidden="1">
            <a:extLst>
              <a:ext uri="{FF2B5EF4-FFF2-40B4-BE49-F238E27FC236}">
                <a16:creationId xmlns:a16="http://schemas.microsoft.com/office/drawing/2014/main" id="{BA51177C-B04C-4A43-958A-E2562B91C53B}"/>
              </a:ext>
            </a:extLst>
          </p:cNvPr>
          <p:cNvGrpSpPr>
            <a:grpSpLocks/>
          </p:cNvGrpSpPr>
          <p:nvPr userDrawn="1"/>
        </p:nvGrpSpPr>
        <p:grpSpPr>
          <a:xfrm>
            <a:off x="2302765" y="2352134"/>
            <a:ext cx="396228" cy="396228"/>
            <a:chOff x="5612530" y="5130112"/>
            <a:chExt cx="252000" cy="252000"/>
          </a:xfrm>
        </p:grpSpPr>
        <p:sp>
          <p:nvSpPr>
            <p:cNvPr id="518" name="Oval 38">
              <a:extLst>
                <a:ext uri="{FF2B5EF4-FFF2-40B4-BE49-F238E27FC236}">
                  <a16:creationId xmlns:a16="http://schemas.microsoft.com/office/drawing/2014/main" id="{80D1268F-5008-4D04-8BF3-F734AC9EB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2530" y="5130112"/>
              <a:ext cx="252000" cy="252000"/>
            </a:xfrm>
            <a:prstGeom prst="ellipse">
              <a:avLst/>
            </a:prstGeom>
            <a:solidFill>
              <a:schemeClr val="tx2"/>
            </a:solidFill>
            <a:ln w="12700" cap="rnd">
              <a:solidFill>
                <a:schemeClr val="accent3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0" algn="ctr">
                <a:buClr>
                  <a:srgbClr val="FFFFFF"/>
                </a:buClr>
              </a:pPr>
              <a:endParaRPr lang="ru-RU" sz="160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519" name="Freeform 39">
              <a:extLst>
                <a:ext uri="{FF2B5EF4-FFF2-40B4-BE49-F238E27FC236}">
                  <a16:creationId xmlns:a16="http://schemas.microsoft.com/office/drawing/2014/main" id="{D6A11F35-CCB1-4085-8FA8-7B001864BF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341" y="5191271"/>
              <a:ext cx="181627" cy="110004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noFill/>
            <a:ln w="12700" cap="sq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ru-RU" dirty="0">
                <a:latin typeface="+mn-lt"/>
                <a:ea typeface="+mn-ea"/>
                <a:cs typeface="+mn-cs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884" r:id="rId2"/>
    <p:sldLayoutId id="2147483888" r:id="rId3"/>
    <p:sldLayoutId id="2147483889" r:id="rId4"/>
    <p:sldLayoutId id="2147483654" r:id="rId5"/>
    <p:sldLayoutId id="2147483883" r:id="rId6"/>
    <p:sldLayoutId id="2147483860" r:id="rId7"/>
    <p:sldLayoutId id="2147483856" r:id="rId8"/>
    <p:sldLayoutId id="2147483805" r:id="rId9"/>
    <p:sldLayoutId id="2147483806" r:id="rId10"/>
    <p:sldLayoutId id="2147483882" r:id="rId11"/>
    <p:sldLayoutId id="2147483706" r:id="rId12"/>
    <p:sldLayoutId id="2147483887" r:id="rId13"/>
    <p:sldLayoutId id="2147483718" r:id="rId14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ru-RU" sz="2200" b="1" kern="1200" spc="0" baseline="0" dirty="0">
          <a:ln w="6350" cap="flat">
            <a:noFill/>
            <a:miter lim="800000"/>
          </a:ln>
          <a:solidFill>
            <a:schemeClr val="tx2"/>
          </a:solidFill>
          <a:latin typeface="+mj-lt"/>
          <a:ea typeface="+mj-ea"/>
          <a:cs typeface="+mj-cs"/>
          <a:sym typeface="+mj-lt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lang="en-US" sz="1400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1pPr>
      <a:lvl2pPr marL="230396" indent="-226796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SzPct val="110000"/>
        <a:buFont typeface="Wingdings" panose="05000000000000000000" pitchFamily="2" charset="2"/>
        <a:buChar char=""/>
        <a:defRPr lang="en-US" sz="1400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2pPr>
      <a:lvl3pPr marL="442793" indent="-215997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SzPct val="110000"/>
        <a:buFont typeface="Arial" panose="020B0604020202020204" pitchFamily="34" charset="0"/>
        <a:buChar char="‒"/>
        <a:defRPr lang="en-US" sz="1400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3pPr>
      <a:lvl4pPr marL="597590" indent="-1511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4pPr>
      <a:lvl5pPr marL="817187" indent="-1475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2"/>
        </a:buClr>
        <a:buSzPct val="100000"/>
        <a:buFont typeface="Arial" panose="020B0604020202020204" pitchFamily="34" charset="0"/>
        <a:buChar char="̶"/>
        <a:defRPr lang="en-US" sz="1400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2173693503"/>
              </p:ext>
            </p:extLst>
          </p:nvPr>
        </p:nvGraphicFramePr>
        <p:xfrm>
          <a:off x="0" y="0"/>
          <a:ext cx="215979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4" imgW="270" imgH="270" progId="TCLayout.ActiveDocument.1">
                  <p:embed/>
                </p:oleObj>
              </mc:Choice>
              <mc:Fallback>
                <p:oleObj name="think-cell Slide" r:id="rId2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215979" cy="161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>
            <p:custDataLst>
              <p:tags r:id="rId8"/>
            </p:custDataLst>
          </p:nvPr>
        </p:nvSpPr>
        <p:spPr bwMode="auto">
          <a:xfrm>
            <a:off x="0" y="0"/>
            <a:ext cx="215979" cy="16197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041" b="0" i="0" baseline="0" dirty="0">
              <a:solidFill>
                <a:srgbClr val="000000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034" name="Working Draft"/>
          <p:cNvSpPr txBox="1">
            <a:spLocks noChangeArrowheads="1"/>
          </p:cNvSpPr>
          <p:nvPr/>
        </p:nvSpPr>
        <p:spPr bwMode="gray">
          <a:xfrm rot="5400000">
            <a:off x="11057422" y="1980016"/>
            <a:ext cx="2079095" cy="94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612" baseline="0">
                <a:solidFill>
                  <a:srgbClr val="808080"/>
                </a:solidFill>
                <a:latin typeface="+mn-lt"/>
                <a:ea typeface="+mn-ea"/>
              </a:rPr>
              <a:t>Last Modified 08.11.2021 12:16 Russia TZ 2 Standard Time</a:t>
            </a:r>
            <a:endParaRPr lang="en-US" sz="1632" baseline="0" dirty="0">
              <a:solidFill>
                <a:srgbClr val="808080"/>
              </a:solidFill>
              <a:latin typeface="+mn-lt"/>
              <a:ea typeface="+mn-ea"/>
            </a:endParaRPr>
          </a:p>
        </p:txBody>
      </p:sp>
      <p:sp>
        <p:nvSpPr>
          <p:cNvPr id="1035" name="Printed"/>
          <p:cNvSpPr txBox="1">
            <a:spLocks noChangeArrowheads="1"/>
          </p:cNvSpPr>
          <p:nvPr/>
        </p:nvSpPr>
        <p:spPr bwMode="gray">
          <a:xfrm rot="5400000">
            <a:off x="11117534" y="4197996"/>
            <a:ext cx="1958870" cy="94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612" baseline="0">
                <a:solidFill>
                  <a:srgbClr val="808080"/>
                </a:solidFill>
                <a:latin typeface="+mn-lt"/>
                <a:ea typeface="+mn-ea"/>
              </a:rPr>
              <a:t>Printed 5/26/2021 9:53 AM Russia TZ 2 Standard Time</a:t>
            </a:r>
            <a:endParaRPr lang="en-US" sz="1632" baseline="0" dirty="0">
              <a:solidFill>
                <a:srgbClr val="808080"/>
              </a:solidFill>
              <a:latin typeface="+mn-lt"/>
              <a:ea typeface="+mn-ea"/>
            </a:endParaRPr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</p:nvPr>
        </p:nvSpPr>
        <p:spPr bwMode="gray">
          <a:xfrm>
            <a:off x="161985" y="234864"/>
            <a:ext cx="11725485" cy="314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latinLnBrk="0"/>
            <a:r>
              <a:rPr lang="en-US"/>
              <a:t>Click to edit Master title style</a:t>
            </a:r>
            <a:endParaRPr lang="en-US" noProof="0" dirty="0"/>
          </a:p>
        </p:txBody>
      </p:sp>
      <p:sp>
        <p:nvSpPr>
          <p:cNvPr id="10" name="1. On-page tracker" hidden="1"/>
          <p:cNvSpPr>
            <a:spLocks noChangeArrowheads="1"/>
          </p:cNvSpPr>
          <p:nvPr/>
        </p:nvSpPr>
        <p:spPr bwMode="gray">
          <a:xfrm>
            <a:off x="161985" y="77303"/>
            <a:ext cx="501740" cy="125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816" cap="all" baseline="0" dirty="0">
                <a:solidFill>
                  <a:schemeClr val="accent6"/>
                </a:solidFill>
                <a:latin typeface="+mn-lt"/>
                <a:ea typeface="+mn-ea"/>
              </a:rPr>
              <a:t>Tracker</a:t>
            </a:r>
          </a:p>
        </p:txBody>
      </p:sp>
      <p:sp>
        <p:nvSpPr>
          <p:cNvPr id="11" name="3. Unit of measure" hidden="1"/>
          <p:cNvSpPr txBox="1">
            <a:spLocks noChangeArrowheads="1"/>
          </p:cNvSpPr>
          <p:nvPr/>
        </p:nvSpPr>
        <p:spPr bwMode="gray">
          <a:xfrm>
            <a:off x="161985" y="566136"/>
            <a:ext cx="11725485" cy="256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632" baseline="0" dirty="0">
                <a:solidFill>
                  <a:schemeClr val="accent6"/>
                </a:solidFill>
                <a:latin typeface="+mn-lt"/>
                <a:ea typeface="+mn-ea"/>
              </a:rPr>
              <a:t>Unit of measure</a:t>
            </a:r>
          </a:p>
        </p:txBody>
      </p:sp>
      <p:grpSp>
        <p:nvGrpSpPr>
          <p:cNvPr id="4" name="Slide Elements" hidden="1"/>
          <p:cNvGrpSpPr/>
          <p:nvPr userDrawn="1"/>
        </p:nvGrpSpPr>
        <p:grpSpPr bwMode="gray">
          <a:xfrm>
            <a:off x="161985" y="6432273"/>
            <a:ext cx="11725485" cy="333805"/>
            <a:chOff x="119063" y="6304223"/>
            <a:chExt cx="8618537" cy="327160"/>
          </a:xfrm>
        </p:grpSpPr>
        <p:sp>
          <p:nvSpPr>
            <p:cNvPr id="13" name="4. Footnote"/>
            <p:cNvSpPr txBox="1">
              <a:spLocks noChangeArrowheads="1"/>
            </p:cNvSpPr>
            <p:nvPr/>
          </p:nvSpPr>
          <p:spPr bwMode="gray">
            <a:xfrm>
              <a:off x="119063" y="6304223"/>
              <a:ext cx="8618537" cy="1255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r>
                <a:rPr lang="en-US" sz="816" baseline="0" dirty="0">
                  <a:solidFill>
                    <a:schemeClr val="accent6"/>
                  </a:solidFill>
                  <a:latin typeface="+mn-lt"/>
                  <a:ea typeface="+mn-ea"/>
                </a:rPr>
                <a:t>1 Footnote</a:t>
              </a:r>
            </a:p>
          </p:txBody>
        </p:sp>
        <p:sp>
          <p:nvSpPr>
            <p:cNvPr id="14" name="5. Source"/>
            <p:cNvSpPr>
              <a:spLocks noChangeArrowheads="1"/>
            </p:cNvSpPr>
            <p:nvPr/>
          </p:nvSpPr>
          <p:spPr bwMode="gray">
            <a:xfrm>
              <a:off x="119063" y="6505836"/>
              <a:ext cx="7200000" cy="1255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/>
            <a:p>
              <a:pPr marL="621975" indent="-621975" defTabSz="913526">
                <a:tabLst>
                  <a:tab pos="643032" algn="l"/>
                </a:tabLst>
              </a:pPr>
              <a:r>
                <a:rPr lang="en-US" sz="816" baseline="0" dirty="0">
                  <a:solidFill>
                    <a:schemeClr val="accent6"/>
                  </a:solidFill>
                  <a:latin typeface="+mn-lt"/>
                  <a:ea typeface="+mn-ea"/>
                </a:rPr>
                <a:t>SOURCE: Source</a:t>
              </a: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1976208" y="1991016"/>
            <a:ext cx="5853024" cy="1130501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 latinLnBrk="0"/>
            <a:r>
              <a:rPr lang="en-US"/>
              <a:t>Click to edit Master text styles</a:t>
            </a:r>
          </a:p>
          <a:p>
            <a:pPr lvl="1" latinLnBrk="0"/>
            <a:r>
              <a:rPr lang="en-US"/>
              <a:t>Second level</a:t>
            </a:r>
          </a:p>
          <a:p>
            <a:pPr lvl="2" latinLnBrk="0"/>
            <a:r>
              <a:rPr lang="en-US"/>
              <a:t>Third level</a:t>
            </a:r>
          </a:p>
          <a:p>
            <a:pPr lvl="3" latinLnBrk="0"/>
            <a:r>
              <a:rPr lang="en-US"/>
              <a:t>Fourth level</a:t>
            </a:r>
          </a:p>
          <a:p>
            <a:pPr lvl="4" latinLnBrk="0"/>
            <a:r>
              <a:rPr lang="en-US"/>
              <a:t>Fifth level</a:t>
            </a:r>
            <a:endParaRPr lang="en-US" dirty="0"/>
          </a:p>
        </p:txBody>
      </p:sp>
      <p:grpSp>
        <p:nvGrpSpPr>
          <p:cNvPr id="15" name="ACET" hidden="1"/>
          <p:cNvGrpSpPr>
            <a:grpSpLocks/>
          </p:cNvGrpSpPr>
          <p:nvPr/>
        </p:nvGrpSpPr>
        <p:grpSpPr bwMode="gray">
          <a:xfrm>
            <a:off x="1976207" y="1205554"/>
            <a:ext cx="5801189" cy="596066"/>
            <a:chOff x="915" y="662"/>
            <a:chExt cx="2686" cy="368"/>
          </a:xfrm>
        </p:grpSpPr>
        <p:cxnSp>
          <p:nvCxnSpPr>
            <p:cNvPr id="16" name="AutoShape 249"/>
            <p:cNvCxnSpPr>
              <a:cxnSpLocks noChangeShapeType="1"/>
              <a:stCxn id="18" idx="4"/>
              <a:endCxn id="18" idx="6"/>
            </p:cNvCxnSpPr>
            <p:nvPr/>
          </p:nvCxnSpPr>
          <p:spPr bwMode="gray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chemeClr val="accent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" name="AutoShape 250"/>
            <p:cNvSpPr>
              <a:spLocks noChangeArrowheads="1"/>
            </p:cNvSpPr>
            <p:nvPr/>
          </p:nvSpPr>
          <p:spPr bwMode="gray">
            <a:xfrm>
              <a:off x="915" y="662"/>
              <a:ext cx="2686" cy="368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r>
                <a:rPr lang="en-US" sz="1837" b="1" baseline="0" dirty="0">
                  <a:solidFill>
                    <a:srgbClr val="000000"/>
                  </a:solidFill>
                  <a:latin typeface="+mn-lt"/>
                  <a:ea typeface="+mn-ea"/>
                </a:rPr>
                <a:t>Title</a:t>
              </a:r>
            </a:p>
            <a:p>
              <a:r>
                <a:rPr lang="en-US" sz="1837" baseline="0" dirty="0">
                  <a:solidFill>
                    <a:schemeClr val="accent6"/>
                  </a:solidFill>
                  <a:latin typeface="+mn-lt"/>
                  <a:ea typeface="+mn-ea"/>
                </a:rPr>
                <a:t>Unit of measure</a:t>
              </a:r>
            </a:p>
          </p:txBody>
        </p:sp>
      </p:grpSp>
      <p:grpSp>
        <p:nvGrpSpPr>
          <p:cNvPr id="17" name="McKSticker" hidden="1"/>
          <p:cNvGrpSpPr/>
          <p:nvPr/>
        </p:nvGrpSpPr>
        <p:grpSpPr bwMode="gray">
          <a:xfrm>
            <a:off x="11404511" y="291554"/>
            <a:ext cx="482953" cy="153247"/>
            <a:chOff x="8385792" y="285750"/>
            <a:chExt cx="354983" cy="150196"/>
          </a:xfrm>
        </p:grpSpPr>
        <p:sp>
          <p:nvSpPr>
            <p:cNvPr id="20" name="StickerRectangle"/>
            <p:cNvSpPr>
              <a:spLocks noChangeArrowheads="1"/>
            </p:cNvSpPr>
            <p:nvPr/>
          </p:nvSpPr>
          <p:spPr bwMode="gray">
            <a:xfrm>
              <a:off x="8385792" y="285750"/>
              <a:ext cx="354983" cy="15019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7432" tIns="0" rIns="0" bIns="27432">
              <a:spAutoFit/>
            </a:bodyPr>
            <a:lstStyle/>
            <a:p>
              <a:pPr algn="r" defTabSz="913526">
                <a:buClr>
                  <a:srgbClr val="002960"/>
                </a:buClr>
              </a:pPr>
              <a:r>
                <a:rPr lang="en-US" sz="816" baseline="0" dirty="0">
                  <a:solidFill>
                    <a:schemeClr val="accent6"/>
                  </a:solidFill>
                  <a:latin typeface="+mn-lt"/>
                  <a:ea typeface="+mn-ea"/>
                </a:rPr>
                <a:t>STICKER</a:t>
              </a:r>
            </a:p>
          </p:txBody>
        </p:sp>
        <p:cxnSp>
          <p:nvCxnSpPr>
            <p:cNvPr id="21" name="AutoShape 31"/>
            <p:cNvCxnSpPr>
              <a:cxnSpLocks noChangeShapeType="1"/>
              <a:stCxn id="20" idx="2"/>
              <a:endCxn id="20" idx="4"/>
            </p:cNvCxnSpPr>
            <p:nvPr/>
          </p:nvCxnSpPr>
          <p:spPr bwMode="gray">
            <a:xfrm>
              <a:off x="8385792" y="285750"/>
              <a:ext cx="0" cy="150196"/>
            </a:xfrm>
            <a:prstGeom prst="straightConnector1">
              <a:avLst/>
            </a:prstGeom>
            <a:noFill/>
            <a:ln w="9525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32"/>
            <p:cNvCxnSpPr>
              <a:cxnSpLocks noChangeShapeType="1"/>
              <a:stCxn id="20" idx="4"/>
              <a:endCxn id="20" idx="6"/>
            </p:cNvCxnSpPr>
            <p:nvPr/>
          </p:nvCxnSpPr>
          <p:spPr bwMode="gray">
            <a:xfrm>
              <a:off x="8385792" y="435946"/>
              <a:ext cx="354983" cy="0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4" name="SlideBottomBar" hidden="1"/>
          <p:cNvSpPr/>
          <p:nvPr userDrawn="1"/>
        </p:nvSpPr>
        <p:spPr>
          <a:xfrm>
            <a:off x="11576460" y="6455859"/>
            <a:ext cx="62201" cy="12634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7" baseline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3" name="doc id" hidden="1"/>
          <p:cNvSpPr>
            <a:spLocks noChangeArrowheads="1"/>
          </p:cNvSpPr>
          <p:nvPr userDrawn="1"/>
        </p:nvSpPr>
        <p:spPr bwMode="auto">
          <a:xfrm>
            <a:off x="10995478" y="51833"/>
            <a:ext cx="894152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913526"/>
            <a:endParaRPr lang="en-US" sz="816" baseline="0" dirty="0">
              <a:solidFill>
                <a:srgbClr val="808080"/>
              </a:solidFill>
              <a:latin typeface="+mn-lt"/>
              <a:ea typeface="+mn-ea"/>
            </a:endParaRPr>
          </a:p>
        </p:txBody>
      </p:sp>
      <p:grpSp>
        <p:nvGrpSpPr>
          <p:cNvPr id="26" name="LegendBoxes" hidden="1"/>
          <p:cNvGrpSpPr/>
          <p:nvPr userDrawn="1"/>
        </p:nvGrpSpPr>
        <p:grpSpPr bwMode="gray">
          <a:xfrm>
            <a:off x="10768457" y="285075"/>
            <a:ext cx="864940" cy="1017696"/>
            <a:chOff x="7835905" y="279400"/>
            <a:chExt cx="635753" cy="997436"/>
          </a:xfrm>
        </p:grpSpPr>
        <p:sp>
          <p:nvSpPr>
            <p:cNvPr id="27" name="RectangleLegend1"/>
            <p:cNvSpPr>
              <a:spLocks noChangeArrowheads="1"/>
            </p:cNvSpPr>
            <p:nvPr/>
          </p:nvSpPr>
          <p:spPr bwMode="gray">
            <a:xfrm>
              <a:off x="7835905" y="290513"/>
              <a:ext cx="165100" cy="1603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37" baseline="0" dirty="0">
                <a:latin typeface="+mn-lt"/>
                <a:ea typeface="+mn-ea"/>
              </a:endParaRPr>
            </a:p>
          </p:txBody>
        </p:sp>
        <p:sp>
          <p:nvSpPr>
            <p:cNvPr id="28" name="RectangleLegend2"/>
            <p:cNvSpPr>
              <a:spLocks noChangeArrowheads="1"/>
            </p:cNvSpPr>
            <p:nvPr/>
          </p:nvSpPr>
          <p:spPr bwMode="gray">
            <a:xfrm>
              <a:off x="7835905" y="560388"/>
              <a:ext cx="165100" cy="16033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37" baseline="0" dirty="0">
                <a:latin typeface="+mn-lt"/>
                <a:ea typeface="+mn-ea"/>
              </a:endParaRPr>
            </a:p>
          </p:txBody>
        </p:sp>
        <p:sp>
          <p:nvSpPr>
            <p:cNvPr id="29" name="RectangleLegend3"/>
            <p:cNvSpPr>
              <a:spLocks noChangeArrowheads="1"/>
            </p:cNvSpPr>
            <p:nvPr/>
          </p:nvSpPr>
          <p:spPr bwMode="gray">
            <a:xfrm>
              <a:off x="7835905" y="831851"/>
              <a:ext cx="165100" cy="160338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accent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37" baseline="0" dirty="0">
                <a:latin typeface="+mn-lt"/>
                <a:ea typeface="+mn-ea"/>
              </a:endParaRPr>
            </a:p>
          </p:txBody>
        </p:sp>
        <p:sp>
          <p:nvSpPr>
            <p:cNvPr id="30" name="RectangleLegend4"/>
            <p:cNvSpPr>
              <a:spLocks noChangeArrowheads="1"/>
            </p:cNvSpPr>
            <p:nvPr/>
          </p:nvSpPr>
          <p:spPr bwMode="gray">
            <a:xfrm>
              <a:off x="7835905" y="1103313"/>
              <a:ext cx="165100" cy="160338"/>
            </a:xfrm>
            <a:prstGeom prst="rect">
              <a:avLst/>
            </a:prstGeom>
            <a:solidFill>
              <a:schemeClr val="accent4"/>
            </a:solidFill>
            <a:ln w="9525">
              <a:solidFill>
                <a:schemeClr val="accent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37" baseline="0" dirty="0">
                <a:latin typeface="+mn-lt"/>
                <a:ea typeface="+mn-ea"/>
              </a:endParaRPr>
            </a:p>
          </p:txBody>
        </p:sp>
        <p:sp>
          <p:nvSpPr>
            <p:cNvPr id="31" name="Legend1"/>
            <p:cNvSpPr>
              <a:spLocks noChangeArrowheads="1"/>
            </p:cNvSpPr>
            <p:nvPr/>
          </p:nvSpPr>
          <p:spPr bwMode="gray">
            <a:xfrm>
              <a:off x="8089905" y="279400"/>
              <a:ext cx="381753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baseline="0" dirty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32" name="Legend2"/>
            <p:cNvSpPr>
              <a:spLocks noChangeArrowheads="1"/>
            </p:cNvSpPr>
            <p:nvPr/>
          </p:nvSpPr>
          <p:spPr bwMode="gray">
            <a:xfrm>
              <a:off x="8089905" y="549275"/>
              <a:ext cx="381753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baseline="0" dirty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33" name="Legend3"/>
            <p:cNvSpPr>
              <a:spLocks noChangeArrowheads="1"/>
            </p:cNvSpPr>
            <p:nvPr/>
          </p:nvSpPr>
          <p:spPr bwMode="gray">
            <a:xfrm>
              <a:off x="8089905" y="820738"/>
              <a:ext cx="381753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baseline="0" dirty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34" name="Legend4"/>
            <p:cNvSpPr>
              <a:spLocks noChangeArrowheads="1"/>
            </p:cNvSpPr>
            <p:nvPr/>
          </p:nvSpPr>
          <p:spPr bwMode="gray">
            <a:xfrm>
              <a:off x="8089905" y="1092201"/>
              <a:ext cx="381753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baseline="0" dirty="0">
                  <a:latin typeface="+mn-lt"/>
                  <a:ea typeface="+mn-ea"/>
                </a:rPr>
                <a:t>Legend</a:t>
              </a:r>
            </a:p>
          </p:txBody>
        </p:sp>
      </p:grpSp>
      <p:grpSp>
        <p:nvGrpSpPr>
          <p:cNvPr id="35" name="LegendLines" hidden="1"/>
          <p:cNvGrpSpPr/>
          <p:nvPr userDrawn="1"/>
        </p:nvGrpSpPr>
        <p:grpSpPr bwMode="gray">
          <a:xfrm>
            <a:off x="10349675" y="285075"/>
            <a:ext cx="1283938" cy="745579"/>
            <a:chOff x="7540629" y="279400"/>
            <a:chExt cx="943728" cy="730736"/>
          </a:xfrm>
        </p:grpSpPr>
        <p:sp>
          <p:nvSpPr>
            <p:cNvPr id="36" name="LineLegend1"/>
            <p:cNvSpPr>
              <a:spLocks noChangeShapeType="1"/>
            </p:cNvSpPr>
            <p:nvPr/>
          </p:nvSpPr>
          <p:spPr bwMode="gray">
            <a:xfrm>
              <a:off x="7540629" y="369888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37" baseline="0" dirty="0">
                <a:latin typeface="+mn-lt"/>
                <a:ea typeface="+mn-ea"/>
              </a:endParaRPr>
            </a:p>
          </p:txBody>
        </p:sp>
        <p:sp>
          <p:nvSpPr>
            <p:cNvPr id="37" name="LineLegend2"/>
            <p:cNvSpPr>
              <a:spLocks noChangeShapeType="1"/>
            </p:cNvSpPr>
            <p:nvPr/>
          </p:nvSpPr>
          <p:spPr bwMode="gray">
            <a:xfrm>
              <a:off x="7540629" y="638175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37" baseline="0" dirty="0">
                <a:latin typeface="+mn-lt"/>
                <a:ea typeface="+mn-ea"/>
              </a:endParaRPr>
            </a:p>
          </p:txBody>
        </p:sp>
        <p:sp>
          <p:nvSpPr>
            <p:cNvPr id="38" name="LineLegend3"/>
            <p:cNvSpPr>
              <a:spLocks noChangeShapeType="1"/>
            </p:cNvSpPr>
            <p:nvPr/>
          </p:nvSpPr>
          <p:spPr bwMode="gray">
            <a:xfrm>
              <a:off x="7540629" y="915988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37" baseline="0" dirty="0">
                <a:latin typeface="+mn-lt"/>
                <a:ea typeface="+mn-ea"/>
              </a:endParaRPr>
            </a:p>
          </p:txBody>
        </p:sp>
        <p:sp>
          <p:nvSpPr>
            <p:cNvPr id="39" name="Legend1"/>
            <p:cNvSpPr>
              <a:spLocks noChangeArrowheads="1"/>
            </p:cNvSpPr>
            <p:nvPr/>
          </p:nvSpPr>
          <p:spPr bwMode="gray">
            <a:xfrm>
              <a:off x="8102604" y="279400"/>
              <a:ext cx="381753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baseline="0" dirty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40" name="Legend2"/>
            <p:cNvSpPr>
              <a:spLocks noChangeArrowheads="1"/>
            </p:cNvSpPr>
            <p:nvPr/>
          </p:nvSpPr>
          <p:spPr bwMode="gray">
            <a:xfrm>
              <a:off x="8102604" y="546100"/>
              <a:ext cx="381753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baseline="0" dirty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41" name="Legend3"/>
            <p:cNvSpPr>
              <a:spLocks noChangeArrowheads="1"/>
            </p:cNvSpPr>
            <p:nvPr/>
          </p:nvSpPr>
          <p:spPr bwMode="gray">
            <a:xfrm>
              <a:off x="8102604" y="825501"/>
              <a:ext cx="381753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baseline="0" dirty="0">
                  <a:latin typeface="+mn-lt"/>
                  <a:ea typeface="+mn-ea"/>
                </a:rPr>
                <a:t>Legend</a:t>
              </a:r>
            </a:p>
          </p:txBody>
        </p:sp>
      </p:grpSp>
      <p:grpSp>
        <p:nvGrpSpPr>
          <p:cNvPr id="42" name="LegendMoons" hidden="1"/>
          <p:cNvGrpSpPr/>
          <p:nvPr userDrawn="1"/>
        </p:nvGrpSpPr>
        <p:grpSpPr bwMode="gray">
          <a:xfrm>
            <a:off x="10677744" y="255920"/>
            <a:ext cx="955651" cy="1333054"/>
            <a:chOff x="7769225" y="250825"/>
            <a:chExt cx="702428" cy="1306516"/>
          </a:xfrm>
        </p:grpSpPr>
        <p:grpSp>
          <p:nvGrpSpPr>
            <p:cNvPr id="43" name="MoonLegend1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gray">
            <a:xfrm>
              <a:off x="7769225" y="250825"/>
              <a:ext cx="209550" cy="209551"/>
              <a:chOff x="4533" y="183"/>
              <a:chExt cx="144" cy="144"/>
            </a:xfrm>
          </p:grpSpPr>
          <p:sp>
            <p:nvSpPr>
              <p:cNvPr id="61" name="Oval 38"/>
              <p:cNvSpPr>
                <a:spLocks noChangeAspect="1" noChangeArrowheads="1"/>
              </p:cNvSpPr>
              <p:nvPr>
                <p:custDataLst>
                  <p:tags r:id="rId22"/>
                </p:custDataLst>
              </p:nvPr>
            </p:nvSpPr>
            <p:spPr bwMode="gray">
              <a:xfrm>
                <a:off x="4533" y="183"/>
                <a:ext cx="144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37" baseline="0" dirty="0">
                  <a:latin typeface="+mn-lt"/>
                  <a:ea typeface="+mn-ea"/>
                </a:endParaRPr>
              </a:p>
            </p:txBody>
          </p:sp>
          <p:sp>
            <p:nvSpPr>
              <p:cNvPr id="62" name="Arc 39"/>
              <p:cNvSpPr>
                <a:spLocks noChangeAspect="1"/>
              </p:cNvSpPr>
              <p:nvPr>
                <p:custDataLst>
                  <p:tags r:id="rId23"/>
                </p:custDataLst>
              </p:nvPr>
            </p:nvSpPr>
            <p:spPr bwMode="gray">
              <a:xfrm>
                <a:off x="4533" y="183"/>
                <a:ext cx="144" cy="14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4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37" baseline="0" dirty="0">
                  <a:latin typeface="+mn-lt"/>
                  <a:ea typeface="+mn-ea"/>
                </a:endParaRPr>
              </a:p>
            </p:txBody>
          </p:sp>
        </p:grpSp>
        <p:grpSp>
          <p:nvGrpSpPr>
            <p:cNvPr id="44" name="MoonLegend2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gray">
            <a:xfrm>
              <a:off x="7769225" y="525066"/>
              <a:ext cx="209550" cy="209551"/>
              <a:chOff x="1694" y="2044"/>
              <a:chExt cx="160" cy="160"/>
            </a:xfrm>
          </p:grpSpPr>
          <p:sp>
            <p:nvSpPr>
              <p:cNvPr id="59" name="Oval 41"/>
              <p:cNvSpPr>
                <a:spLocks noChangeAspect="1" noChangeArrowheads="1"/>
              </p:cNvSpPr>
              <p:nvPr>
                <p:custDataLst>
                  <p:tags r:id="rId20"/>
                </p:custDataLst>
              </p:nvPr>
            </p:nvSpPr>
            <p:spPr bwMode="gray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37" baseline="0" dirty="0">
                  <a:latin typeface="+mn-lt"/>
                  <a:ea typeface="+mn-ea"/>
                </a:endParaRPr>
              </a:p>
            </p:txBody>
          </p:sp>
          <p:sp>
            <p:nvSpPr>
              <p:cNvPr id="60" name="Arc 42"/>
              <p:cNvSpPr>
                <a:spLocks noChangeAspect="1"/>
              </p:cNvSpPr>
              <p:nvPr>
                <p:custDataLst>
                  <p:tags r:id="rId21"/>
                </p:custDataLst>
              </p:nvPr>
            </p:nvSpPr>
            <p:spPr bwMode="gray">
              <a:xfrm>
                <a:off x="1694" y="2044"/>
                <a:ext cx="160" cy="160"/>
              </a:xfrm>
              <a:prstGeom prst="arc">
                <a:avLst/>
              </a:prstGeom>
              <a:solidFill>
                <a:schemeClr val="accent4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37" baseline="0" dirty="0">
                  <a:latin typeface="+mn-lt"/>
                  <a:ea typeface="+mn-ea"/>
                </a:endParaRPr>
              </a:p>
            </p:txBody>
          </p:sp>
        </p:grpSp>
        <p:grpSp>
          <p:nvGrpSpPr>
            <p:cNvPr id="45" name="MoonLegend4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gray">
            <a:xfrm>
              <a:off x="7769225" y="1073548"/>
              <a:ext cx="209550" cy="209551"/>
              <a:chOff x="4495" y="1198"/>
              <a:chExt cx="160" cy="160"/>
            </a:xfrm>
          </p:grpSpPr>
          <p:sp>
            <p:nvSpPr>
              <p:cNvPr id="57" name="Oval 47"/>
              <p:cNvSpPr>
                <a:spLocks noChangeAspect="1" noChangeArrowheads="1"/>
              </p:cNvSpPr>
              <p:nvPr>
                <p:custDataLst>
                  <p:tags r:id="rId18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37" baseline="0" dirty="0">
                  <a:latin typeface="+mn-lt"/>
                  <a:ea typeface="+mn-ea"/>
                </a:endParaRPr>
              </a:p>
            </p:txBody>
          </p:sp>
          <p:sp>
            <p:nvSpPr>
              <p:cNvPr id="58" name="Arc 48"/>
              <p:cNvSpPr>
                <a:spLocks noChangeAspect="1"/>
              </p:cNvSpPr>
              <p:nvPr>
                <p:custDataLst>
                  <p:tags r:id="rId19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4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37" baseline="0" dirty="0">
                  <a:latin typeface="+mn-lt"/>
                  <a:ea typeface="+mn-ea"/>
                </a:endParaRPr>
              </a:p>
            </p:txBody>
          </p:sp>
        </p:grpSp>
        <p:grpSp>
          <p:nvGrpSpPr>
            <p:cNvPr id="46" name="MoonLegend5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gray">
            <a:xfrm>
              <a:off x="7769225" y="1347790"/>
              <a:ext cx="209550" cy="209551"/>
              <a:chOff x="4495" y="1440"/>
              <a:chExt cx="160" cy="160"/>
            </a:xfrm>
          </p:grpSpPr>
          <p:sp>
            <p:nvSpPr>
              <p:cNvPr id="55" name="Oval 50"/>
              <p:cNvSpPr>
                <a:spLocks noChangeAspect="1" noChangeArrowheads="1"/>
              </p:cNvSpPr>
              <p:nvPr>
                <p:custDataLst>
                  <p:tags r:id="rId16"/>
                </p:custDataLst>
              </p:nvPr>
            </p:nvSpPr>
            <p:spPr bwMode="gray">
              <a:xfrm>
                <a:off x="4495" y="1440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37" baseline="0" dirty="0">
                  <a:latin typeface="+mn-lt"/>
                  <a:ea typeface="+mn-ea"/>
                </a:endParaRPr>
              </a:p>
            </p:txBody>
          </p:sp>
          <p:sp>
            <p:nvSpPr>
              <p:cNvPr id="56" name="Oval 51"/>
              <p:cNvSpPr>
                <a:spLocks noChangeAspect="1" noChangeArrowheads="1"/>
              </p:cNvSpPr>
              <p:nvPr>
                <p:custDataLst>
                  <p:tags r:id="rId17"/>
                </p:custDataLst>
              </p:nvPr>
            </p:nvSpPr>
            <p:spPr bwMode="gray">
              <a:xfrm>
                <a:off x="4495" y="1440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4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37" baseline="0" dirty="0">
                  <a:latin typeface="+mn-lt"/>
                  <a:ea typeface="+mn-ea"/>
                </a:endParaRPr>
              </a:p>
            </p:txBody>
          </p:sp>
        </p:grpSp>
        <p:grpSp>
          <p:nvGrpSpPr>
            <p:cNvPr id="47" name="MoonLegend3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gray">
            <a:xfrm>
              <a:off x="7769225" y="799307"/>
              <a:ext cx="209550" cy="209551"/>
              <a:chOff x="4495" y="1198"/>
              <a:chExt cx="160" cy="160"/>
            </a:xfrm>
          </p:grpSpPr>
          <p:sp>
            <p:nvSpPr>
              <p:cNvPr id="53" name="Oval 47"/>
              <p:cNvSpPr>
                <a:spLocks noChangeAspect="1" noChangeArrowheads="1"/>
              </p:cNvSpPr>
              <p:nvPr>
                <p:custDataLst>
                  <p:tags r:id="rId14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37" baseline="0" dirty="0">
                  <a:latin typeface="+mn-lt"/>
                  <a:ea typeface="+mn-ea"/>
                </a:endParaRPr>
              </a:p>
            </p:txBody>
          </p:sp>
          <p:sp>
            <p:nvSpPr>
              <p:cNvPr id="54" name="Arc 48"/>
              <p:cNvSpPr>
                <a:spLocks noChangeAspect="1"/>
              </p:cNvSpPr>
              <p:nvPr>
                <p:custDataLst>
                  <p:tags r:id="rId15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4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837" baseline="0" dirty="0">
                  <a:latin typeface="+mn-lt"/>
                  <a:ea typeface="+mn-ea"/>
                </a:endParaRPr>
              </a:p>
            </p:txBody>
          </p:sp>
        </p:grpSp>
        <p:sp>
          <p:nvSpPr>
            <p:cNvPr id="48" name="Legend1"/>
            <p:cNvSpPr>
              <a:spLocks noChangeArrowheads="1"/>
            </p:cNvSpPr>
            <p:nvPr/>
          </p:nvSpPr>
          <p:spPr bwMode="gray">
            <a:xfrm>
              <a:off x="8089900" y="263525"/>
              <a:ext cx="381753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baseline="0" dirty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49" name="Legend2"/>
            <p:cNvSpPr>
              <a:spLocks noChangeArrowheads="1"/>
            </p:cNvSpPr>
            <p:nvPr/>
          </p:nvSpPr>
          <p:spPr bwMode="gray">
            <a:xfrm>
              <a:off x="8089900" y="538163"/>
              <a:ext cx="381753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baseline="0" dirty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50" name="Legend3"/>
            <p:cNvSpPr>
              <a:spLocks noChangeArrowheads="1"/>
            </p:cNvSpPr>
            <p:nvPr/>
          </p:nvSpPr>
          <p:spPr bwMode="gray">
            <a:xfrm>
              <a:off x="8089900" y="812802"/>
              <a:ext cx="381753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baseline="0" dirty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51" name="Legend4"/>
            <p:cNvSpPr>
              <a:spLocks noChangeArrowheads="1"/>
            </p:cNvSpPr>
            <p:nvPr/>
          </p:nvSpPr>
          <p:spPr bwMode="gray">
            <a:xfrm>
              <a:off x="8089900" y="1084265"/>
              <a:ext cx="381753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baseline="0" dirty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52" name="Legend5"/>
            <p:cNvSpPr>
              <a:spLocks noChangeArrowheads="1"/>
            </p:cNvSpPr>
            <p:nvPr/>
          </p:nvSpPr>
          <p:spPr bwMode="gray">
            <a:xfrm>
              <a:off x="8089900" y="1360490"/>
              <a:ext cx="381753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US" sz="1224" baseline="0" dirty="0">
                  <a:latin typeface="+mn-lt"/>
                  <a:ea typeface="+mn-ea"/>
                </a:rPr>
                <a:t>Legend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1173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</p:sldLayoutIdLst>
  <p:hf hdr="0" ftr="0" dt="0"/>
  <p:txStyles>
    <p:titleStyle>
      <a:lvl1pPr algn="l" defTabSz="913526" rtl="0" eaLnBrk="1" fontAlgn="base" hangingPunct="1">
        <a:spcBef>
          <a:spcPct val="0"/>
        </a:spcBef>
        <a:spcAft>
          <a:spcPct val="0"/>
        </a:spcAft>
        <a:tabLst>
          <a:tab pos="275353" algn="l"/>
        </a:tabLst>
        <a:defRPr sz="2041" b="0" baseline="0">
          <a:solidFill>
            <a:schemeClr val="tx2"/>
          </a:solidFill>
          <a:latin typeface="+mj-lt"/>
          <a:ea typeface="+mj-ea"/>
          <a:cs typeface="+mj-cs"/>
        </a:defRPr>
      </a:lvl1pPr>
      <a:lvl2pPr algn="l" defTabSz="913526" rtl="0" eaLnBrk="1" fontAlgn="base" hangingPunct="1">
        <a:spcBef>
          <a:spcPct val="0"/>
        </a:spcBef>
        <a:spcAft>
          <a:spcPct val="0"/>
        </a:spcAft>
        <a:defRPr sz="1939" b="1">
          <a:solidFill>
            <a:schemeClr val="tx2"/>
          </a:solidFill>
          <a:latin typeface="Arial" charset="0"/>
        </a:defRPr>
      </a:lvl2pPr>
      <a:lvl3pPr algn="l" defTabSz="913526" rtl="0" eaLnBrk="1" fontAlgn="base" hangingPunct="1">
        <a:spcBef>
          <a:spcPct val="0"/>
        </a:spcBef>
        <a:spcAft>
          <a:spcPct val="0"/>
        </a:spcAft>
        <a:defRPr sz="1939" b="1">
          <a:solidFill>
            <a:schemeClr val="tx2"/>
          </a:solidFill>
          <a:latin typeface="Arial" charset="0"/>
        </a:defRPr>
      </a:lvl3pPr>
      <a:lvl4pPr algn="l" defTabSz="913526" rtl="0" eaLnBrk="1" fontAlgn="base" hangingPunct="1">
        <a:spcBef>
          <a:spcPct val="0"/>
        </a:spcBef>
        <a:spcAft>
          <a:spcPct val="0"/>
        </a:spcAft>
        <a:defRPr sz="1939" b="1">
          <a:solidFill>
            <a:schemeClr val="tx2"/>
          </a:solidFill>
          <a:latin typeface="Arial" charset="0"/>
        </a:defRPr>
      </a:lvl4pPr>
      <a:lvl5pPr algn="l" defTabSz="913526" rtl="0" eaLnBrk="1" fontAlgn="base" hangingPunct="1">
        <a:spcBef>
          <a:spcPct val="0"/>
        </a:spcBef>
        <a:spcAft>
          <a:spcPct val="0"/>
        </a:spcAft>
        <a:defRPr sz="1939" b="1">
          <a:solidFill>
            <a:schemeClr val="tx2"/>
          </a:solidFill>
          <a:latin typeface="Arial" charset="0"/>
        </a:defRPr>
      </a:lvl5pPr>
      <a:lvl6pPr marL="466481" algn="l" defTabSz="913526" rtl="0" eaLnBrk="1" fontAlgn="base" hangingPunct="1">
        <a:spcBef>
          <a:spcPct val="0"/>
        </a:spcBef>
        <a:spcAft>
          <a:spcPct val="0"/>
        </a:spcAft>
        <a:defRPr sz="1939" b="1">
          <a:solidFill>
            <a:schemeClr val="tx2"/>
          </a:solidFill>
          <a:latin typeface="Arial" charset="0"/>
        </a:defRPr>
      </a:lvl6pPr>
      <a:lvl7pPr marL="932962" algn="l" defTabSz="913526" rtl="0" eaLnBrk="1" fontAlgn="base" hangingPunct="1">
        <a:spcBef>
          <a:spcPct val="0"/>
        </a:spcBef>
        <a:spcAft>
          <a:spcPct val="0"/>
        </a:spcAft>
        <a:defRPr sz="1939" b="1">
          <a:solidFill>
            <a:schemeClr val="tx2"/>
          </a:solidFill>
          <a:latin typeface="Arial" charset="0"/>
        </a:defRPr>
      </a:lvl7pPr>
      <a:lvl8pPr marL="1399443" algn="l" defTabSz="913526" rtl="0" eaLnBrk="1" fontAlgn="base" hangingPunct="1">
        <a:spcBef>
          <a:spcPct val="0"/>
        </a:spcBef>
        <a:spcAft>
          <a:spcPct val="0"/>
        </a:spcAft>
        <a:defRPr sz="1939" b="1">
          <a:solidFill>
            <a:schemeClr val="tx2"/>
          </a:solidFill>
          <a:latin typeface="Arial" charset="0"/>
        </a:defRPr>
      </a:lvl8pPr>
      <a:lvl9pPr marL="1865925" algn="l" defTabSz="913526" rtl="0" eaLnBrk="1" fontAlgn="base" hangingPunct="1">
        <a:spcBef>
          <a:spcPct val="0"/>
        </a:spcBef>
        <a:spcAft>
          <a:spcPct val="0"/>
        </a:spcAft>
        <a:defRPr sz="1939" b="1">
          <a:solidFill>
            <a:schemeClr val="tx2"/>
          </a:solidFill>
          <a:latin typeface="Arial" charset="0"/>
        </a:defRPr>
      </a:lvl9pPr>
    </p:titleStyle>
    <p:bodyStyle>
      <a:lvl1pPr marL="0" indent="0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defRPr sz="1428" baseline="0">
          <a:solidFill>
            <a:schemeClr val="tx1"/>
          </a:solidFill>
          <a:latin typeface="+mn-lt"/>
          <a:ea typeface="+mn-ea"/>
          <a:cs typeface="+mn-cs"/>
        </a:defRPr>
      </a:lvl1pPr>
      <a:lvl2pPr marL="197607" indent="-195987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sz="1428" baseline="0">
          <a:solidFill>
            <a:schemeClr val="tx1"/>
          </a:solidFill>
          <a:latin typeface="+mn-lt"/>
        </a:defRPr>
      </a:lvl2pPr>
      <a:lvl3pPr marL="466481" indent="-267255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sz="1428" baseline="0">
          <a:solidFill>
            <a:schemeClr val="tx1"/>
          </a:solidFill>
          <a:latin typeface="+mn-lt"/>
        </a:defRPr>
      </a:lvl3pPr>
      <a:lvl4pPr marL="626835" indent="-158733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sz="1428" baseline="0">
          <a:solidFill>
            <a:schemeClr val="tx1"/>
          </a:solidFill>
          <a:latin typeface="+mn-lt"/>
        </a:defRPr>
      </a:lvl4pPr>
      <a:lvl5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428" baseline="0">
          <a:solidFill>
            <a:schemeClr val="tx1"/>
          </a:solidFill>
          <a:latin typeface="+mn-lt"/>
        </a:defRPr>
      </a:lvl5pPr>
      <a:lvl6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32" baseline="0">
          <a:solidFill>
            <a:schemeClr val="tx1"/>
          </a:solidFill>
          <a:latin typeface="+mn-lt"/>
        </a:defRPr>
      </a:lvl6pPr>
      <a:lvl7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32" baseline="0">
          <a:solidFill>
            <a:schemeClr val="tx1"/>
          </a:solidFill>
          <a:latin typeface="+mn-lt"/>
        </a:defRPr>
      </a:lvl7pPr>
      <a:lvl8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32" baseline="0">
          <a:solidFill>
            <a:schemeClr val="tx1"/>
          </a:solidFill>
          <a:latin typeface="+mn-lt"/>
        </a:defRPr>
      </a:lvl8pPr>
      <a:lvl9pPr marL="765029" indent="-132818" algn="l" defTabSz="9135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32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32962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1pPr>
      <a:lvl2pPr marL="466481" algn="l" defTabSz="932962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2pPr>
      <a:lvl3pPr marL="932962" algn="l" defTabSz="932962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3pPr>
      <a:lvl4pPr marL="1399443" algn="l" defTabSz="932962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4pPr>
      <a:lvl5pPr marL="1865925" algn="l" defTabSz="932962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5pPr>
      <a:lvl6pPr marL="2332406" algn="l" defTabSz="932962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6pPr>
      <a:lvl7pPr marL="2798887" algn="l" defTabSz="932962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7pPr>
      <a:lvl8pPr marL="3265368" algn="l" defTabSz="932962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8pPr>
      <a:lvl9pPr marL="3731849" algn="l" defTabSz="932962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84.xml"/><Relationship Id="rId7" Type="http://schemas.openxmlformats.org/officeDocument/2006/relationships/image" Target="../media/image22.emf"/><Relationship Id="rId2" Type="http://schemas.openxmlformats.org/officeDocument/2006/relationships/tags" Target="../tags/tag183.xml"/><Relationship Id="rId1" Type="http://schemas.openxmlformats.org/officeDocument/2006/relationships/tags" Target="../tags/tag182.xml"/><Relationship Id="rId6" Type="http://schemas.openxmlformats.org/officeDocument/2006/relationships/oleObject" Target="../embeddings/oleObject21.bin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5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slide" Target="slide4.xml"/><Relationship Id="rId18" Type="http://schemas.openxmlformats.org/officeDocument/2006/relationships/image" Target="../media/image26.png"/><Relationship Id="rId39" Type="http://schemas.openxmlformats.org/officeDocument/2006/relationships/image" Target="../media/image29.png"/><Relationship Id="rId42" Type="http://schemas.openxmlformats.org/officeDocument/2006/relationships/image" Target="../media/image30.png"/><Relationship Id="rId47" Type="http://schemas.openxmlformats.org/officeDocument/2006/relationships/image" Target="../media/image321.png"/><Relationship Id="rId50" Type="http://schemas.openxmlformats.org/officeDocument/2006/relationships/image" Target="../media/image331.png"/><Relationship Id="rId7" Type="http://schemas.openxmlformats.org/officeDocument/2006/relationships/image" Target="../media/image22.emf"/><Relationship Id="rId12" Type="http://schemas.openxmlformats.org/officeDocument/2006/relationships/image" Target="../media/image24.png"/><Relationship Id="rId17" Type="http://schemas.openxmlformats.org/officeDocument/2006/relationships/image" Target="../media/image250.png"/><Relationship Id="rId38" Type="http://schemas.openxmlformats.org/officeDocument/2006/relationships/image" Target="../media/image320.png"/><Relationship Id="rId46" Type="http://schemas.openxmlformats.org/officeDocument/2006/relationships/slide" Target="slide10.xml"/><Relationship Id="rId2" Type="http://schemas.openxmlformats.org/officeDocument/2006/relationships/tags" Target="../tags/tag187.xml"/><Relationship Id="rId16" Type="http://schemas.openxmlformats.org/officeDocument/2006/relationships/slide" Target="slide5.xml"/><Relationship Id="rId29" Type="http://schemas.openxmlformats.org/officeDocument/2006/relationships/image" Target="../media/image290.png"/><Relationship Id="rId41" Type="http://schemas.openxmlformats.org/officeDocument/2006/relationships/image" Target="../media/image330.png"/><Relationship Id="rId1" Type="http://schemas.openxmlformats.org/officeDocument/2006/relationships/tags" Target="../tags/tag186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230.png"/><Relationship Id="rId24" Type="http://schemas.openxmlformats.org/officeDocument/2006/relationships/image" Target="../media/image27.png"/><Relationship Id="rId37" Type="http://schemas.openxmlformats.org/officeDocument/2006/relationships/slide" Target="slide12.xml"/><Relationship Id="rId40" Type="http://schemas.openxmlformats.org/officeDocument/2006/relationships/slide" Target="slide13.xml"/><Relationship Id="rId45" Type="http://schemas.openxmlformats.org/officeDocument/2006/relationships/image" Target="../media/image32.png"/><Relationship Id="rId53" Type="http://schemas.openxmlformats.org/officeDocument/2006/relationships/image" Target="../media/image340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5.png"/><Relationship Id="rId23" Type="http://schemas.openxmlformats.org/officeDocument/2006/relationships/image" Target="../media/image270.png"/><Relationship Id="rId28" Type="http://schemas.openxmlformats.org/officeDocument/2006/relationships/slide" Target="slide8.xml"/><Relationship Id="rId49" Type="http://schemas.openxmlformats.org/officeDocument/2006/relationships/slide" Target="slide11.xml"/><Relationship Id="rId10" Type="http://schemas.openxmlformats.org/officeDocument/2006/relationships/slide" Target="slide3.xml"/><Relationship Id="rId44" Type="http://schemas.openxmlformats.org/officeDocument/2006/relationships/image" Target="../media/image31.png"/><Relationship Id="rId52" Type="http://schemas.openxmlformats.org/officeDocument/2006/relationships/slide" Target="slide9.xml"/><Relationship Id="rId4" Type="http://schemas.openxmlformats.org/officeDocument/2006/relationships/tags" Target="../tags/tag189.xml"/><Relationship Id="rId14" Type="http://schemas.openxmlformats.org/officeDocument/2006/relationships/image" Target="../media/image240.png"/><Relationship Id="rId22" Type="http://schemas.openxmlformats.org/officeDocument/2006/relationships/slide" Target="slide7.xml"/><Relationship Id="rId30" Type="http://schemas.openxmlformats.org/officeDocument/2006/relationships/image" Target="../media/image28.png"/><Relationship Id="rId43" Type="http://schemas.openxmlformats.org/officeDocument/2006/relationships/slide" Target="slide6.xml"/><Relationship Id="rId48" Type="http://schemas.openxmlformats.org/officeDocument/2006/relationships/image" Target="../media/image33.png"/><Relationship Id="rId8" Type="http://schemas.openxmlformats.org/officeDocument/2006/relationships/image" Target="../media/image23.png"/><Relationship Id="rId51" Type="http://schemas.openxmlformats.org/officeDocument/2006/relationships/image" Target="../media/image34.png"/><Relationship Id="rId3" Type="http://schemas.openxmlformats.org/officeDocument/2006/relationships/tags" Target="../tags/tag18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tags" Target="../tags/tag192.xml"/><Relationship Id="rId7" Type="http://schemas.openxmlformats.org/officeDocument/2006/relationships/image" Target="../media/image22.emf"/><Relationship Id="rId2" Type="http://schemas.openxmlformats.org/officeDocument/2006/relationships/tags" Target="../tags/tag191.xml"/><Relationship Id="rId1" Type="http://schemas.openxmlformats.org/officeDocument/2006/relationships/tags" Target="../tags/tag190.xml"/><Relationship Id="rId6" Type="http://schemas.openxmlformats.org/officeDocument/2006/relationships/oleObject" Target="../embeddings/oleObject23.bin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19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3" Type="http://schemas.openxmlformats.org/officeDocument/2006/relationships/tags" Target="../tags/tag196.xml"/><Relationship Id="rId21" Type="http://schemas.openxmlformats.org/officeDocument/2006/relationships/image" Target="../media/image46.svg"/><Relationship Id="rId7" Type="http://schemas.openxmlformats.org/officeDocument/2006/relationships/tags" Target="../tags/tag200.xml"/><Relationship Id="rId12" Type="http://schemas.openxmlformats.org/officeDocument/2006/relationships/image" Target="../media/image37.svg"/><Relationship Id="rId17" Type="http://schemas.openxmlformats.org/officeDocument/2006/relationships/image" Target="../media/image42.svg"/><Relationship Id="rId2" Type="http://schemas.openxmlformats.org/officeDocument/2006/relationships/tags" Target="../tags/tag195.xml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tags" Target="../tags/tag194.xml"/><Relationship Id="rId6" Type="http://schemas.openxmlformats.org/officeDocument/2006/relationships/tags" Target="../tags/tag199.xml"/><Relationship Id="rId11" Type="http://schemas.openxmlformats.org/officeDocument/2006/relationships/image" Target="../media/image36.png"/><Relationship Id="rId5" Type="http://schemas.openxmlformats.org/officeDocument/2006/relationships/tags" Target="../tags/tag198.xml"/><Relationship Id="rId15" Type="http://schemas.openxmlformats.org/officeDocument/2006/relationships/image" Target="../media/image40.png"/><Relationship Id="rId10" Type="http://schemas.openxmlformats.org/officeDocument/2006/relationships/image" Target="../media/image22.emf"/><Relationship Id="rId19" Type="http://schemas.openxmlformats.org/officeDocument/2006/relationships/image" Target="../media/image44.svg"/><Relationship Id="rId4" Type="http://schemas.openxmlformats.org/officeDocument/2006/relationships/tags" Target="../tags/tag197.xml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39.sv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213.xml"/><Relationship Id="rId18" Type="http://schemas.openxmlformats.org/officeDocument/2006/relationships/tags" Target="../tags/tag218.xml"/><Relationship Id="rId26" Type="http://schemas.openxmlformats.org/officeDocument/2006/relationships/tags" Target="../tags/tag226.xml"/><Relationship Id="rId39" Type="http://schemas.openxmlformats.org/officeDocument/2006/relationships/tags" Target="../tags/tag239.xml"/><Relationship Id="rId21" Type="http://schemas.openxmlformats.org/officeDocument/2006/relationships/tags" Target="../tags/tag221.xml"/><Relationship Id="rId34" Type="http://schemas.openxmlformats.org/officeDocument/2006/relationships/tags" Target="../tags/tag234.xml"/><Relationship Id="rId42" Type="http://schemas.openxmlformats.org/officeDocument/2006/relationships/tags" Target="../tags/tag242.xml"/><Relationship Id="rId47" Type="http://schemas.openxmlformats.org/officeDocument/2006/relationships/tags" Target="../tags/tag247.xml"/><Relationship Id="rId50" Type="http://schemas.openxmlformats.org/officeDocument/2006/relationships/tags" Target="../tags/tag250.xml"/><Relationship Id="rId55" Type="http://schemas.openxmlformats.org/officeDocument/2006/relationships/notesSlide" Target="../notesSlides/notesSlide1.xml"/><Relationship Id="rId7" Type="http://schemas.openxmlformats.org/officeDocument/2006/relationships/tags" Target="../tags/tag207.xml"/><Relationship Id="rId2" Type="http://schemas.openxmlformats.org/officeDocument/2006/relationships/tags" Target="../tags/tag202.xml"/><Relationship Id="rId16" Type="http://schemas.openxmlformats.org/officeDocument/2006/relationships/tags" Target="../tags/tag216.xml"/><Relationship Id="rId29" Type="http://schemas.openxmlformats.org/officeDocument/2006/relationships/tags" Target="../tags/tag229.xml"/><Relationship Id="rId11" Type="http://schemas.openxmlformats.org/officeDocument/2006/relationships/tags" Target="../tags/tag211.xml"/><Relationship Id="rId24" Type="http://schemas.openxmlformats.org/officeDocument/2006/relationships/tags" Target="../tags/tag224.xml"/><Relationship Id="rId32" Type="http://schemas.openxmlformats.org/officeDocument/2006/relationships/tags" Target="../tags/tag232.xml"/><Relationship Id="rId37" Type="http://schemas.openxmlformats.org/officeDocument/2006/relationships/tags" Target="../tags/tag237.xml"/><Relationship Id="rId40" Type="http://schemas.openxmlformats.org/officeDocument/2006/relationships/tags" Target="../tags/tag240.xml"/><Relationship Id="rId45" Type="http://schemas.openxmlformats.org/officeDocument/2006/relationships/tags" Target="../tags/tag245.xml"/><Relationship Id="rId53" Type="http://schemas.openxmlformats.org/officeDocument/2006/relationships/tags" Target="../tags/tag253.xml"/><Relationship Id="rId58" Type="http://schemas.openxmlformats.org/officeDocument/2006/relationships/image" Target="../media/image47.png"/><Relationship Id="rId5" Type="http://schemas.openxmlformats.org/officeDocument/2006/relationships/tags" Target="../tags/tag205.xml"/><Relationship Id="rId61" Type="http://schemas.openxmlformats.org/officeDocument/2006/relationships/image" Target="../media/image50.svg"/><Relationship Id="rId19" Type="http://schemas.openxmlformats.org/officeDocument/2006/relationships/tags" Target="../tags/tag219.xml"/><Relationship Id="rId14" Type="http://schemas.openxmlformats.org/officeDocument/2006/relationships/tags" Target="../tags/tag214.xml"/><Relationship Id="rId22" Type="http://schemas.openxmlformats.org/officeDocument/2006/relationships/tags" Target="../tags/tag222.xml"/><Relationship Id="rId27" Type="http://schemas.openxmlformats.org/officeDocument/2006/relationships/tags" Target="../tags/tag227.xml"/><Relationship Id="rId30" Type="http://schemas.openxmlformats.org/officeDocument/2006/relationships/tags" Target="../tags/tag230.xml"/><Relationship Id="rId35" Type="http://schemas.openxmlformats.org/officeDocument/2006/relationships/tags" Target="../tags/tag235.xml"/><Relationship Id="rId43" Type="http://schemas.openxmlformats.org/officeDocument/2006/relationships/tags" Target="../tags/tag243.xml"/><Relationship Id="rId48" Type="http://schemas.openxmlformats.org/officeDocument/2006/relationships/tags" Target="../tags/tag248.xml"/><Relationship Id="rId56" Type="http://schemas.openxmlformats.org/officeDocument/2006/relationships/oleObject" Target="../embeddings/oleObject25.bin"/><Relationship Id="rId8" Type="http://schemas.openxmlformats.org/officeDocument/2006/relationships/tags" Target="../tags/tag208.xml"/><Relationship Id="rId51" Type="http://schemas.openxmlformats.org/officeDocument/2006/relationships/tags" Target="../tags/tag251.xml"/><Relationship Id="rId3" Type="http://schemas.openxmlformats.org/officeDocument/2006/relationships/tags" Target="../tags/tag203.xml"/><Relationship Id="rId12" Type="http://schemas.openxmlformats.org/officeDocument/2006/relationships/tags" Target="../tags/tag212.xml"/><Relationship Id="rId17" Type="http://schemas.openxmlformats.org/officeDocument/2006/relationships/tags" Target="../tags/tag217.xml"/><Relationship Id="rId25" Type="http://schemas.openxmlformats.org/officeDocument/2006/relationships/tags" Target="../tags/tag225.xml"/><Relationship Id="rId33" Type="http://schemas.openxmlformats.org/officeDocument/2006/relationships/tags" Target="../tags/tag233.xml"/><Relationship Id="rId38" Type="http://schemas.openxmlformats.org/officeDocument/2006/relationships/tags" Target="../tags/tag238.xml"/><Relationship Id="rId46" Type="http://schemas.openxmlformats.org/officeDocument/2006/relationships/tags" Target="../tags/tag246.xml"/><Relationship Id="rId59" Type="http://schemas.openxmlformats.org/officeDocument/2006/relationships/image" Target="../media/image48.svg"/><Relationship Id="rId20" Type="http://schemas.openxmlformats.org/officeDocument/2006/relationships/tags" Target="../tags/tag220.xml"/><Relationship Id="rId41" Type="http://schemas.openxmlformats.org/officeDocument/2006/relationships/tags" Target="../tags/tag241.xml"/><Relationship Id="rId54" Type="http://schemas.openxmlformats.org/officeDocument/2006/relationships/slideLayout" Target="../slideLayouts/slideLayout5.xml"/><Relationship Id="rId1" Type="http://schemas.openxmlformats.org/officeDocument/2006/relationships/tags" Target="../tags/tag201.xml"/><Relationship Id="rId6" Type="http://schemas.openxmlformats.org/officeDocument/2006/relationships/tags" Target="../tags/tag206.xml"/><Relationship Id="rId15" Type="http://schemas.openxmlformats.org/officeDocument/2006/relationships/tags" Target="../tags/tag215.xml"/><Relationship Id="rId23" Type="http://schemas.openxmlformats.org/officeDocument/2006/relationships/tags" Target="../tags/tag223.xml"/><Relationship Id="rId28" Type="http://schemas.openxmlformats.org/officeDocument/2006/relationships/tags" Target="../tags/tag228.xml"/><Relationship Id="rId36" Type="http://schemas.openxmlformats.org/officeDocument/2006/relationships/tags" Target="../tags/tag236.xml"/><Relationship Id="rId49" Type="http://schemas.openxmlformats.org/officeDocument/2006/relationships/tags" Target="../tags/tag249.xml"/><Relationship Id="rId57" Type="http://schemas.openxmlformats.org/officeDocument/2006/relationships/image" Target="../media/image22.emf"/><Relationship Id="rId10" Type="http://schemas.openxmlformats.org/officeDocument/2006/relationships/tags" Target="../tags/tag210.xml"/><Relationship Id="rId31" Type="http://schemas.openxmlformats.org/officeDocument/2006/relationships/tags" Target="../tags/tag231.xml"/><Relationship Id="rId44" Type="http://schemas.openxmlformats.org/officeDocument/2006/relationships/tags" Target="../tags/tag244.xml"/><Relationship Id="rId52" Type="http://schemas.openxmlformats.org/officeDocument/2006/relationships/tags" Target="../tags/tag252.xml"/><Relationship Id="rId60" Type="http://schemas.openxmlformats.org/officeDocument/2006/relationships/image" Target="../media/image49.png"/><Relationship Id="rId4" Type="http://schemas.openxmlformats.org/officeDocument/2006/relationships/tags" Target="../tags/tag204.xml"/><Relationship Id="rId9" Type="http://schemas.openxmlformats.org/officeDocument/2006/relationships/tags" Target="../tags/tag20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55.svg"/><Relationship Id="rId18" Type="http://schemas.openxmlformats.org/officeDocument/2006/relationships/image" Target="../media/image60.png"/><Relationship Id="rId3" Type="http://schemas.openxmlformats.org/officeDocument/2006/relationships/tags" Target="../tags/tag256.xml"/><Relationship Id="rId21" Type="http://schemas.openxmlformats.org/officeDocument/2006/relationships/image" Target="../media/image63.svg"/><Relationship Id="rId7" Type="http://schemas.openxmlformats.org/officeDocument/2006/relationships/notesSlide" Target="../notesSlides/notesSlide2.xml"/><Relationship Id="rId12" Type="http://schemas.openxmlformats.org/officeDocument/2006/relationships/image" Target="../media/image54.png"/><Relationship Id="rId17" Type="http://schemas.openxmlformats.org/officeDocument/2006/relationships/image" Target="../media/image59.svg"/><Relationship Id="rId2" Type="http://schemas.openxmlformats.org/officeDocument/2006/relationships/tags" Target="../tags/tag255.xml"/><Relationship Id="rId16" Type="http://schemas.openxmlformats.org/officeDocument/2006/relationships/image" Target="../media/image58.png"/><Relationship Id="rId20" Type="http://schemas.openxmlformats.org/officeDocument/2006/relationships/image" Target="../media/image62.png"/><Relationship Id="rId1" Type="http://schemas.openxmlformats.org/officeDocument/2006/relationships/tags" Target="../tags/tag254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53.svg"/><Relationship Id="rId5" Type="http://schemas.openxmlformats.org/officeDocument/2006/relationships/tags" Target="../tags/tag258.xml"/><Relationship Id="rId15" Type="http://schemas.openxmlformats.org/officeDocument/2006/relationships/image" Target="../media/image57.svg"/><Relationship Id="rId23" Type="http://schemas.openxmlformats.org/officeDocument/2006/relationships/image" Target="../media/image65.svg"/><Relationship Id="rId10" Type="http://schemas.openxmlformats.org/officeDocument/2006/relationships/image" Target="../media/image52.png"/><Relationship Id="rId19" Type="http://schemas.openxmlformats.org/officeDocument/2006/relationships/image" Target="../media/image61.svg"/><Relationship Id="rId4" Type="http://schemas.openxmlformats.org/officeDocument/2006/relationships/tags" Target="../tags/tag257.xml"/><Relationship Id="rId9" Type="http://schemas.openxmlformats.org/officeDocument/2006/relationships/image" Target="../media/image51.emf"/><Relationship Id="rId14" Type="http://schemas.openxmlformats.org/officeDocument/2006/relationships/image" Target="../media/image56.png"/><Relationship Id="rId22" Type="http://schemas.openxmlformats.org/officeDocument/2006/relationships/image" Target="../media/image6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tags" Target="../tags/tag261.xml"/><Relationship Id="rId7" Type="http://schemas.openxmlformats.org/officeDocument/2006/relationships/oleObject" Target="../embeddings/oleObject27.bin"/><Relationship Id="rId2" Type="http://schemas.openxmlformats.org/officeDocument/2006/relationships/tags" Target="../tags/tag260.xml"/><Relationship Id="rId1" Type="http://schemas.openxmlformats.org/officeDocument/2006/relationships/tags" Target="../tags/tag259.x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263.xml"/><Relationship Id="rId10" Type="http://schemas.openxmlformats.org/officeDocument/2006/relationships/image" Target="../media/image67.svg"/><Relationship Id="rId4" Type="http://schemas.openxmlformats.org/officeDocument/2006/relationships/tags" Target="../tags/tag262.xml"/><Relationship Id="rId9" Type="http://schemas.openxmlformats.org/officeDocument/2006/relationships/image" Target="../media/image6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image" Target="../media/image72.png"/><Relationship Id="rId3" Type="http://schemas.openxmlformats.org/officeDocument/2006/relationships/tags" Target="../tags/tag266.xml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71.svg"/><Relationship Id="rId2" Type="http://schemas.openxmlformats.org/officeDocument/2006/relationships/tags" Target="../tags/tag265.xml"/><Relationship Id="rId1" Type="http://schemas.openxmlformats.org/officeDocument/2006/relationships/tags" Target="../tags/tag264.xml"/><Relationship Id="rId6" Type="http://schemas.openxmlformats.org/officeDocument/2006/relationships/notesSlide" Target="../notesSlides/notesSlide3.xml"/><Relationship Id="rId11" Type="http://schemas.openxmlformats.org/officeDocument/2006/relationships/image" Target="../media/image70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69.svg"/><Relationship Id="rId4" Type="http://schemas.openxmlformats.org/officeDocument/2006/relationships/tags" Target="../tags/tag267.xml"/><Relationship Id="rId9" Type="http://schemas.openxmlformats.org/officeDocument/2006/relationships/image" Target="../media/image68.png"/><Relationship Id="rId14" Type="http://schemas.openxmlformats.org/officeDocument/2006/relationships/image" Target="../media/image7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75.xml"/><Relationship Id="rId13" Type="http://schemas.openxmlformats.org/officeDocument/2006/relationships/oleObject" Target="../embeddings/oleObject29.bin"/><Relationship Id="rId3" Type="http://schemas.openxmlformats.org/officeDocument/2006/relationships/tags" Target="../tags/tag270.xml"/><Relationship Id="rId7" Type="http://schemas.openxmlformats.org/officeDocument/2006/relationships/tags" Target="../tags/tag274.xml"/><Relationship Id="rId12" Type="http://schemas.openxmlformats.org/officeDocument/2006/relationships/slideLayout" Target="../slideLayouts/slideLayout5.xml"/><Relationship Id="rId2" Type="http://schemas.openxmlformats.org/officeDocument/2006/relationships/tags" Target="../tags/tag269.xml"/><Relationship Id="rId16" Type="http://schemas.openxmlformats.org/officeDocument/2006/relationships/image" Target="../media/image75.svg"/><Relationship Id="rId1" Type="http://schemas.openxmlformats.org/officeDocument/2006/relationships/tags" Target="../tags/tag268.xml"/><Relationship Id="rId6" Type="http://schemas.openxmlformats.org/officeDocument/2006/relationships/tags" Target="../tags/tag273.xml"/><Relationship Id="rId11" Type="http://schemas.openxmlformats.org/officeDocument/2006/relationships/tags" Target="../tags/tag278.xml"/><Relationship Id="rId5" Type="http://schemas.openxmlformats.org/officeDocument/2006/relationships/tags" Target="../tags/tag272.xml"/><Relationship Id="rId15" Type="http://schemas.openxmlformats.org/officeDocument/2006/relationships/image" Target="../media/image74.png"/><Relationship Id="rId10" Type="http://schemas.openxmlformats.org/officeDocument/2006/relationships/tags" Target="../tags/tag277.xml"/><Relationship Id="rId4" Type="http://schemas.openxmlformats.org/officeDocument/2006/relationships/tags" Target="../tags/tag271.xml"/><Relationship Id="rId9" Type="http://schemas.openxmlformats.org/officeDocument/2006/relationships/tags" Target="../tags/tag276.xml"/><Relationship Id="rId14" Type="http://schemas.openxmlformats.org/officeDocument/2006/relationships/image" Target="../media/image22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3" Type="http://schemas.openxmlformats.org/officeDocument/2006/relationships/tags" Target="../tags/tag281.xml"/><Relationship Id="rId7" Type="http://schemas.openxmlformats.org/officeDocument/2006/relationships/tags" Target="../tags/tag285.xml"/><Relationship Id="rId12" Type="http://schemas.openxmlformats.org/officeDocument/2006/relationships/image" Target="../media/image77.svg"/><Relationship Id="rId2" Type="http://schemas.openxmlformats.org/officeDocument/2006/relationships/tags" Target="../tags/tag280.xml"/><Relationship Id="rId1" Type="http://schemas.openxmlformats.org/officeDocument/2006/relationships/tags" Target="../tags/tag279.xml"/><Relationship Id="rId6" Type="http://schemas.openxmlformats.org/officeDocument/2006/relationships/tags" Target="../tags/tag284.xml"/><Relationship Id="rId11" Type="http://schemas.openxmlformats.org/officeDocument/2006/relationships/image" Target="../media/image76.png"/><Relationship Id="rId5" Type="http://schemas.openxmlformats.org/officeDocument/2006/relationships/tags" Target="../tags/tag283.xml"/><Relationship Id="rId10" Type="http://schemas.openxmlformats.org/officeDocument/2006/relationships/image" Target="../media/image22.emf"/><Relationship Id="rId4" Type="http://schemas.openxmlformats.org/officeDocument/2006/relationships/tags" Target="../tags/tag282.xml"/><Relationship Id="rId9" Type="http://schemas.openxmlformats.org/officeDocument/2006/relationships/oleObject" Target="../embeddings/oleObject30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3" Type="http://schemas.openxmlformats.org/officeDocument/2006/relationships/tags" Target="../tags/tag288.xml"/><Relationship Id="rId7" Type="http://schemas.openxmlformats.org/officeDocument/2006/relationships/tags" Target="../tags/tag292.xml"/><Relationship Id="rId12" Type="http://schemas.openxmlformats.org/officeDocument/2006/relationships/image" Target="../media/image79.svg"/><Relationship Id="rId2" Type="http://schemas.openxmlformats.org/officeDocument/2006/relationships/tags" Target="../tags/tag287.xml"/><Relationship Id="rId1" Type="http://schemas.openxmlformats.org/officeDocument/2006/relationships/tags" Target="../tags/tag286.xml"/><Relationship Id="rId6" Type="http://schemas.openxmlformats.org/officeDocument/2006/relationships/tags" Target="../tags/tag291.xml"/><Relationship Id="rId11" Type="http://schemas.openxmlformats.org/officeDocument/2006/relationships/image" Target="../media/image78.png"/><Relationship Id="rId5" Type="http://schemas.openxmlformats.org/officeDocument/2006/relationships/tags" Target="../tags/tag290.xml"/><Relationship Id="rId10" Type="http://schemas.openxmlformats.org/officeDocument/2006/relationships/image" Target="../media/image22.emf"/><Relationship Id="rId4" Type="http://schemas.openxmlformats.org/officeDocument/2006/relationships/tags" Target="../tags/tag289.xml"/><Relationship Id="rId9" Type="http://schemas.openxmlformats.org/officeDocument/2006/relationships/oleObject" Target="../embeddings/oleObject31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3" Type="http://schemas.openxmlformats.org/officeDocument/2006/relationships/tags" Target="../tags/tag295.xml"/><Relationship Id="rId7" Type="http://schemas.openxmlformats.org/officeDocument/2006/relationships/tags" Target="../tags/tag299.xml"/><Relationship Id="rId2" Type="http://schemas.openxmlformats.org/officeDocument/2006/relationships/tags" Target="../tags/tag294.xml"/><Relationship Id="rId1" Type="http://schemas.openxmlformats.org/officeDocument/2006/relationships/tags" Target="../tags/tag293.xml"/><Relationship Id="rId6" Type="http://schemas.openxmlformats.org/officeDocument/2006/relationships/tags" Target="../tags/tag298.xml"/><Relationship Id="rId11" Type="http://schemas.openxmlformats.org/officeDocument/2006/relationships/image" Target="../media/image80.emf"/><Relationship Id="rId5" Type="http://schemas.openxmlformats.org/officeDocument/2006/relationships/tags" Target="../tags/tag297.xml"/><Relationship Id="rId10" Type="http://schemas.openxmlformats.org/officeDocument/2006/relationships/oleObject" Target="../embeddings/oleObject32.bin"/><Relationship Id="rId4" Type="http://schemas.openxmlformats.org/officeDocument/2006/relationships/tags" Target="../tags/tag296.xml"/><Relationship Id="rId9" Type="http://schemas.openxmlformats.org/officeDocument/2006/relationships/notesSlide" Target="../notesSlides/notesSlid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02.xml"/><Relationship Id="rId7" Type="http://schemas.openxmlformats.org/officeDocument/2006/relationships/image" Target="../media/image22.emf"/><Relationship Id="rId2" Type="http://schemas.openxmlformats.org/officeDocument/2006/relationships/tags" Target="../tags/tag301.xml"/><Relationship Id="rId1" Type="http://schemas.openxmlformats.org/officeDocument/2006/relationships/tags" Target="../tags/tag300.xml"/><Relationship Id="rId6" Type="http://schemas.openxmlformats.org/officeDocument/2006/relationships/oleObject" Target="../embeddings/oleObject33.bin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30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3" Type="http://schemas.openxmlformats.org/officeDocument/2006/relationships/tags" Target="../tags/tag306.xml"/><Relationship Id="rId7" Type="http://schemas.openxmlformats.org/officeDocument/2006/relationships/tags" Target="../tags/tag310.xml"/><Relationship Id="rId2" Type="http://schemas.openxmlformats.org/officeDocument/2006/relationships/tags" Target="../tags/tag305.xml"/><Relationship Id="rId1" Type="http://schemas.openxmlformats.org/officeDocument/2006/relationships/tags" Target="../tags/tag304.xml"/><Relationship Id="rId6" Type="http://schemas.openxmlformats.org/officeDocument/2006/relationships/tags" Target="../tags/tag309.xml"/><Relationship Id="rId5" Type="http://schemas.openxmlformats.org/officeDocument/2006/relationships/tags" Target="../tags/tag308.xml"/><Relationship Id="rId10" Type="http://schemas.openxmlformats.org/officeDocument/2006/relationships/image" Target="../media/image22.emf"/><Relationship Id="rId4" Type="http://schemas.openxmlformats.org/officeDocument/2006/relationships/tags" Target="../tags/tag307.xml"/><Relationship Id="rId9" Type="http://schemas.openxmlformats.org/officeDocument/2006/relationships/oleObject" Target="../embeddings/oleObject34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318.xml"/><Relationship Id="rId13" Type="http://schemas.openxmlformats.org/officeDocument/2006/relationships/oleObject" Target="../embeddings/oleObject35.bin"/><Relationship Id="rId3" Type="http://schemas.openxmlformats.org/officeDocument/2006/relationships/tags" Target="../tags/tag313.xml"/><Relationship Id="rId7" Type="http://schemas.openxmlformats.org/officeDocument/2006/relationships/tags" Target="../tags/tag317.xml"/><Relationship Id="rId12" Type="http://schemas.openxmlformats.org/officeDocument/2006/relationships/slideLayout" Target="../slideLayouts/slideLayout5.xml"/><Relationship Id="rId2" Type="http://schemas.openxmlformats.org/officeDocument/2006/relationships/tags" Target="../tags/tag312.xml"/><Relationship Id="rId1" Type="http://schemas.openxmlformats.org/officeDocument/2006/relationships/tags" Target="../tags/tag311.xml"/><Relationship Id="rId6" Type="http://schemas.openxmlformats.org/officeDocument/2006/relationships/tags" Target="../tags/tag316.xml"/><Relationship Id="rId11" Type="http://schemas.openxmlformats.org/officeDocument/2006/relationships/tags" Target="../tags/tag321.xml"/><Relationship Id="rId5" Type="http://schemas.openxmlformats.org/officeDocument/2006/relationships/tags" Target="../tags/tag315.xml"/><Relationship Id="rId10" Type="http://schemas.openxmlformats.org/officeDocument/2006/relationships/tags" Target="../tags/tag320.xml"/><Relationship Id="rId4" Type="http://schemas.openxmlformats.org/officeDocument/2006/relationships/tags" Target="../tags/tag314.xml"/><Relationship Id="rId9" Type="http://schemas.openxmlformats.org/officeDocument/2006/relationships/tags" Target="../tags/tag319.xml"/><Relationship Id="rId14" Type="http://schemas.openxmlformats.org/officeDocument/2006/relationships/image" Target="../media/image81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329.xml"/><Relationship Id="rId13" Type="http://schemas.openxmlformats.org/officeDocument/2006/relationships/image" Target="../media/image81.emf"/><Relationship Id="rId3" Type="http://schemas.openxmlformats.org/officeDocument/2006/relationships/tags" Target="../tags/tag324.xml"/><Relationship Id="rId7" Type="http://schemas.openxmlformats.org/officeDocument/2006/relationships/tags" Target="../tags/tag328.xml"/><Relationship Id="rId12" Type="http://schemas.openxmlformats.org/officeDocument/2006/relationships/oleObject" Target="../embeddings/oleObject36.bin"/><Relationship Id="rId2" Type="http://schemas.openxmlformats.org/officeDocument/2006/relationships/tags" Target="../tags/tag323.xml"/><Relationship Id="rId1" Type="http://schemas.openxmlformats.org/officeDocument/2006/relationships/tags" Target="../tags/tag322.xml"/><Relationship Id="rId6" Type="http://schemas.openxmlformats.org/officeDocument/2006/relationships/tags" Target="../tags/tag327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326.xml"/><Relationship Id="rId10" Type="http://schemas.openxmlformats.org/officeDocument/2006/relationships/tags" Target="../tags/tag331.xml"/><Relationship Id="rId4" Type="http://schemas.openxmlformats.org/officeDocument/2006/relationships/tags" Target="../tags/tag325.xml"/><Relationship Id="rId9" Type="http://schemas.openxmlformats.org/officeDocument/2006/relationships/tags" Target="../tags/tag330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339.xml"/><Relationship Id="rId3" Type="http://schemas.openxmlformats.org/officeDocument/2006/relationships/tags" Target="../tags/tag334.xml"/><Relationship Id="rId7" Type="http://schemas.openxmlformats.org/officeDocument/2006/relationships/tags" Target="../tags/tag338.xml"/><Relationship Id="rId12" Type="http://schemas.openxmlformats.org/officeDocument/2006/relationships/image" Target="../media/image81.emf"/><Relationship Id="rId2" Type="http://schemas.openxmlformats.org/officeDocument/2006/relationships/tags" Target="../tags/tag333.xml"/><Relationship Id="rId1" Type="http://schemas.openxmlformats.org/officeDocument/2006/relationships/tags" Target="../tags/tag332.xml"/><Relationship Id="rId6" Type="http://schemas.openxmlformats.org/officeDocument/2006/relationships/tags" Target="../tags/tag337.xml"/><Relationship Id="rId11" Type="http://schemas.openxmlformats.org/officeDocument/2006/relationships/oleObject" Target="../embeddings/oleObject37.bin"/><Relationship Id="rId5" Type="http://schemas.openxmlformats.org/officeDocument/2006/relationships/tags" Target="../tags/tag336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335.xml"/><Relationship Id="rId9" Type="http://schemas.openxmlformats.org/officeDocument/2006/relationships/tags" Target="../tags/tag34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348.xml"/><Relationship Id="rId13" Type="http://schemas.openxmlformats.org/officeDocument/2006/relationships/oleObject" Target="../embeddings/oleObject38.bin"/><Relationship Id="rId3" Type="http://schemas.openxmlformats.org/officeDocument/2006/relationships/tags" Target="../tags/tag343.xml"/><Relationship Id="rId7" Type="http://schemas.openxmlformats.org/officeDocument/2006/relationships/tags" Target="../tags/tag347.xml"/><Relationship Id="rId12" Type="http://schemas.openxmlformats.org/officeDocument/2006/relationships/slideLayout" Target="../slideLayouts/slideLayout5.xml"/><Relationship Id="rId2" Type="http://schemas.openxmlformats.org/officeDocument/2006/relationships/tags" Target="../tags/tag342.xml"/><Relationship Id="rId1" Type="http://schemas.openxmlformats.org/officeDocument/2006/relationships/tags" Target="../tags/tag341.xml"/><Relationship Id="rId6" Type="http://schemas.openxmlformats.org/officeDocument/2006/relationships/tags" Target="../tags/tag346.xml"/><Relationship Id="rId11" Type="http://schemas.openxmlformats.org/officeDocument/2006/relationships/tags" Target="../tags/tag351.xml"/><Relationship Id="rId5" Type="http://schemas.openxmlformats.org/officeDocument/2006/relationships/tags" Target="../tags/tag345.xml"/><Relationship Id="rId10" Type="http://schemas.openxmlformats.org/officeDocument/2006/relationships/tags" Target="../tags/tag350.xml"/><Relationship Id="rId4" Type="http://schemas.openxmlformats.org/officeDocument/2006/relationships/tags" Target="../tags/tag344.xml"/><Relationship Id="rId9" Type="http://schemas.openxmlformats.org/officeDocument/2006/relationships/tags" Target="../tags/tag349.xml"/><Relationship Id="rId14" Type="http://schemas.openxmlformats.org/officeDocument/2006/relationships/image" Target="../media/image81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359.xml"/><Relationship Id="rId13" Type="http://schemas.openxmlformats.org/officeDocument/2006/relationships/image" Target="../media/image81.emf"/><Relationship Id="rId3" Type="http://schemas.openxmlformats.org/officeDocument/2006/relationships/tags" Target="../tags/tag354.xml"/><Relationship Id="rId7" Type="http://schemas.openxmlformats.org/officeDocument/2006/relationships/tags" Target="../tags/tag358.xml"/><Relationship Id="rId12" Type="http://schemas.openxmlformats.org/officeDocument/2006/relationships/oleObject" Target="../embeddings/oleObject39.bin"/><Relationship Id="rId2" Type="http://schemas.openxmlformats.org/officeDocument/2006/relationships/tags" Target="../tags/tag353.xml"/><Relationship Id="rId1" Type="http://schemas.openxmlformats.org/officeDocument/2006/relationships/tags" Target="../tags/tag352.xml"/><Relationship Id="rId6" Type="http://schemas.openxmlformats.org/officeDocument/2006/relationships/tags" Target="../tags/tag357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356.xml"/><Relationship Id="rId10" Type="http://schemas.openxmlformats.org/officeDocument/2006/relationships/tags" Target="../tags/tag361.xml"/><Relationship Id="rId4" Type="http://schemas.openxmlformats.org/officeDocument/2006/relationships/tags" Target="../tags/tag355.xml"/><Relationship Id="rId9" Type="http://schemas.openxmlformats.org/officeDocument/2006/relationships/tags" Target="../tags/tag36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369.xml"/><Relationship Id="rId3" Type="http://schemas.openxmlformats.org/officeDocument/2006/relationships/tags" Target="../tags/tag364.xml"/><Relationship Id="rId7" Type="http://schemas.openxmlformats.org/officeDocument/2006/relationships/tags" Target="../tags/tag368.xml"/><Relationship Id="rId2" Type="http://schemas.openxmlformats.org/officeDocument/2006/relationships/tags" Target="../tags/tag363.xml"/><Relationship Id="rId1" Type="http://schemas.openxmlformats.org/officeDocument/2006/relationships/tags" Target="../tags/tag362.xml"/><Relationship Id="rId6" Type="http://schemas.openxmlformats.org/officeDocument/2006/relationships/tags" Target="../tags/tag367.xml"/><Relationship Id="rId11" Type="http://schemas.openxmlformats.org/officeDocument/2006/relationships/image" Target="../media/image81.emf"/><Relationship Id="rId5" Type="http://schemas.openxmlformats.org/officeDocument/2006/relationships/tags" Target="../tags/tag366.xml"/><Relationship Id="rId10" Type="http://schemas.openxmlformats.org/officeDocument/2006/relationships/oleObject" Target="../embeddings/oleObject40.bin"/><Relationship Id="rId4" Type="http://schemas.openxmlformats.org/officeDocument/2006/relationships/tags" Target="../tags/tag365.xml"/><Relationship Id="rId9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377.xml"/><Relationship Id="rId13" Type="http://schemas.openxmlformats.org/officeDocument/2006/relationships/oleObject" Target="../embeddings/oleObject41.bin"/><Relationship Id="rId3" Type="http://schemas.openxmlformats.org/officeDocument/2006/relationships/tags" Target="../tags/tag372.xml"/><Relationship Id="rId7" Type="http://schemas.openxmlformats.org/officeDocument/2006/relationships/tags" Target="../tags/tag376.xml"/><Relationship Id="rId12" Type="http://schemas.openxmlformats.org/officeDocument/2006/relationships/slideLayout" Target="../slideLayouts/slideLayout5.xml"/><Relationship Id="rId2" Type="http://schemas.openxmlformats.org/officeDocument/2006/relationships/tags" Target="../tags/tag371.xml"/><Relationship Id="rId1" Type="http://schemas.openxmlformats.org/officeDocument/2006/relationships/tags" Target="../tags/tag370.xml"/><Relationship Id="rId6" Type="http://schemas.openxmlformats.org/officeDocument/2006/relationships/tags" Target="../tags/tag375.xml"/><Relationship Id="rId11" Type="http://schemas.openxmlformats.org/officeDocument/2006/relationships/tags" Target="../tags/tag380.xml"/><Relationship Id="rId5" Type="http://schemas.openxmlformats.org/officeDocument/2006/relationships/tags" Target="../tags/tag374.xml"/><Relationship Id="rId10" Type="http://schemas.openxmlformats.org/officeDocument/2006/relationships/tags" Target="../tags/tag379.xml"/><Relationship Id="rId4" Type="http://schemas.openxmlformats.org/officeDocument/2006/relationships/tags" Target="../tags/tag373.xml"/><Relationship Id="rId9" Type="http://schemas.openxmlformats.org/officeDocument/2006/relationships/tags" Target="../tags/tag378.xml"/><Relationship Id="rId14" Type="http://schemas.openxmlformats.org/officeDocument/2006/relationships/image" Target="../media/image8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 hidden="1">
            <a:extLst>
              <a:ext uri="{FF2B5EF4-FFF2-40B4-BE49-F238E27FC236}">
                <a16:creationId xmlns:a16="http://schemas.microsoft.com/office/drawing/2014/main" id="{5F10B409-B6A0-461E-BCE8-C890298090F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95" imgH="396" progId="TCLayout.ActiveDocument.1">
                  <p:embed/>
                </p:oleObj>
              </mc:Choice>
              <mc:Fallback>
                <p:oleObj name="think-cell Slide" r:id="rId6" imgW="395" imgH="39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F10B409-B6A0-461E-BCE8-C890298090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cumenttype">
            <a:extLst>
              <a:ext uri="{FF2B5EF4-FFF2-40B4-BE49-F238E27FC236}">
                <a16:creationId xmlns:a16="http://schemas.microsoft.com/office/drawing/2014/main" id="{8F8BA62C-6AB4-4388-B6ED-976892ED00B1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ru-RU" dirty="0"/>
              <a:t>Апрель 2021 г.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82431C4-9CAB-4D4C-8D9A-5E6A403BC20A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ECA7D466-F355-4E3A-A2CE-238713019731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2491740" y="1913302"/>
            <a:ext cx="9145524" cy="1754326"/>
          </a:xfrm>
        </p:spPr>
        <p:txBody>
          <a:bodyPr vert="horz"/>
          <a:lstStyle/>
          <a:p>
            <a:r>
              <a:rPr lang="ru-RU" dirty="0"/>
              <a:t>Проект внедрения решений умного дома в Москве: </a:t>
            </a:r>
            <a:br>
              <a:rPr lang="ru-RU" dirty="0"/>
            </a:br>
            <a:r>
              <a:rPr lang="ru-RU" dirty="0"/>
              <a:t>статус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727876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6" hidden="1">
            <a:extLst>
              <a:ext uri="{FF2B5EF4-FFF2-40B4-BE49-F238E27FC236}">
                <a16:creationId xmlns:a16="http://schemas.microsoft.com/office/drawing/2014/main" id="{5D191142-C5D4-46EC-BC1F-A24052F0FA4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899324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95" imgH="396" progId="TCLayout.ActiveDocument.1">
                  <p:embed/>
                </p:oleObj>
              </mc:Choice>
              <mc:Fallback>
                <p:oleObj name="think-cell Slide" r:id="rId6" imgW="395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1FD97025-22A1-4FFC-9BD6-FC4A76640E48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226624"/>
            <a:ext cx="11082528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История презентации по статусу внедрения решений умного</a:t>
            </a:r>
            <a:r>
              <a:rPr lang="en-US" dirty="0"/>
              <a:t> </a:t>
            </a:r>
            <a:r>
              <a:rPr lang="ru-RU" dirty="0"/>
              <a:t>дома</a:t>
            </a:r>
          </a:p>
        </p:txBody>
      </p:sp>
      <p:sp>
        <p:nvSpPr>
          <p:cNvPr id="3" name="3. Subtitle">
            <a:extLst>
              <a:ext uri="{FF2B5EF4-FFF2-40B4-BE49-F238E27FC236}">
                <a16:creationId xmlns:a16="http://schemas.microsoft.com/office/drawing/2014/main" id="{120BAA09-21AC-4640-9963-F32D18A138C6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2EE58CCC-4E67-4B8E-8DD5-F83534A2E88E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0" name="Slide Zoom 19">
                <a:extLst>
                  <a:ext uri="{FF2B5EF4-FFF2-40B4-BE49-F238E27FC236}">
                    <a16:creationId xmlns:a16="http://schemas.microsoft.com/office/drawing/2014/main" id="{D04AF4E0-991A-45F3-A73E-D4DCD6CF876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634596873"/>
                  </p:ext>
                </p:extLst>
              </p:nvPr>
            </p:nvGraphicFramePr>
            <p:xfrm>
              <a:off x="554734" y="1326350"/>
              <a:ext cx="2489097" cy="1514858"/>
            </p:xfrm>
            <a:graphic>
              <a:graphicData uri="http://schemas.microsoft.com/office/powerpoint/2016/slidezoom">
                <pslz:sldZm>
                  <pslz:sldZmObj sldId="3561" cId="12643617">
                    <pslz:zmPr id="{95E07F87-BD15-448D-BD63-258E31C30A01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489097" cy="151485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0" name="Slide Zoom 19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D04AF4E0-991A-45F3-A73E-D4DCD6CF876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54734" y="1326350"/>
                <a:ext cx="2489097" cy="151485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7" name="Slide Zoom 26">
                <a:extLst>
                  <a:ext uri="{FF2B5EF4-FFF2-40B4-BE49-F238E27FC236}">
                    <a16:creationId xmlns:a16="http://schemas.microsoft.com/office/drawing/2014/main" id="{E9D07811-34AD-4A9E-B00C-17DCD97CD8D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87193090"/>
                  </p:ext>
                </p:extLst>
              </p:nvPr>
            </p:nvGraphicFramePr>
            <p:xfrm>
              <a:off x="3419211" y="1326350"/>
              <a:ext cx="2489097" cy="1514858"/>
            </p:xfrm>
            <a:graphic>
              <a:graphicData uri="http://schemas.microsoft.com/office/powerpoint/2016/slidezoom">
                <pslz:sldZm>
                  <pslz:sldZmObj sldId="3567" cId="342549772">
                    <pslz:zmPr id="{AAC3424B-E2C6-46A9-9DC4-DC03D31D7092}" returnToParent="0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489097" cy="151485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7" name="Slide Zoom 26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E9D07811-34AD-4A9E-B00C-17DCD97CD8D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419211" y="1326350"/>
                <a:ext cx="2489097" cy="151485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9" name="Slide Zoom 28">
                <a:extLst>
                  <a:ext uri="{FF2B5EF4-FFF2-40B4-BE49-F238E27FC236}">
                    <a16:creationId xmlns:a16="http://schemas.microsoft.com/office/drawing/2014/main" id="{FF92B94C-0EA9-424D-922E-F68DC23D7FC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64680377"/>
                  </p:ext>
                </p:extLst>
              </p:nvPr>
            </p:nvGraphicFramePr>
            <p:xfrm>
              <a:off x="6283688" y="1326350"/>
              <a:ext cx="2489097" cy="1514858"/>
            </p:xfrm>
            <a:graphic>
              <a:graphicData uri="http://schemas.microsoft.com/office/powerpoint/2016/slidezoom">
                <pslz:sldZm>
                  <pslz:sldZmObj sldId="436" cId="1226230584">
                    <pslz:zmPr id="{7F61734E-553E-4518-850C-527618B50ADD}" returnToParent="0" transitionDur="1000">
                      <p166:blipFill xmlns:p166="http://schemas.microsoft.com/office/powerpoint/2016/6/main">
                        <a:blip r:embed="rId1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489097" cy="151485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9" name="Slide Zoom 28">
                <a:hlinkClick r:id="rId16" action="ppaction://hlinksldjump"/>
                <a:extLst>
                  <a:ext uri="{FF2B5EF4-FFF2-40B4-BE49-F238E27FC236}">
                    <a16:creationId xmlns:a16="http://schemas.microsoft.com/office/drawing/2014/main" id="{FF92B94C-0EA9-424D-922E-F68DC23D7FC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283688" y="1326350"/>
                <a:ext cx="2489097" cy="151485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Slide Zoom 8">
                <a:extLst>
                  <a:ext uri="{FF2B5EF4-FFF2-40B4-BE49-F238E27FC236}">
                    <a16:creationId xmlns:a16="http://schemas.microsoft.com/office/drawing/2014/main" id="{116BD2A4-1654-4644-B92F-AC608231620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757385751"/>
                  </p:ext>
                </p:extLst>
              </p:nvPr>
            </p:nvGraphicFramePr>
            <p:xfrm>
              <a:off x="554734" y="2959189"/>
              <a:ext cx="2489097" cy="1514858"/>
            </p:xfrm>
            <a:graphic>
              <a:graphicData uri="http://schemas.microsoft.com/office/powerpoint/2016/slidezoom">
                <pslz:sldZm>
                  <pslz:sldZmObj sldId="3550" cId="3941738949">
                    <pslz:zmPr id="{530A9A43-BDF4-4010-8EF3-8E1074D1267B}" returnToParent="0" transitionDur="1000">
                      <p166:blipFill xmlns:p166="http://schemas.microsoft.com/office/powerpoint/2016/6/main">
                        <a:blip r:embed="rId1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489097" cy="151485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Slide Zoom 8">
                <a:hlinkClick r:id="rId22" action="ppaction://hlinksldjump"/>
                <a:extLst>
                  <a:ext uri="{FF2B5EF4-FFF2-40B4-BE49-F238E27FC236}">
                    <a16:creationId xmlns:a16="http://schemas.microsoft.com/office/drawing/2014/main" id="{116BD2A4-1654-4644-B92F-AC608231620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54734" y="2959189"/>
                <a:ext cx="2489097" cy="151485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3" name="Slide Zoom 12">
                <a:extLst>
                  <a:ext uri="{FF2B5EF4-FFF2-40B4-BE49-F238E27FC236}">
                    <a16:creationId xmlns:a16="http://schemas.microsoft.com/office/drawing/2014/main" id="{8FB1EAA7-17A4-4F5A-8098-6D05B025B77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621929319"/>
                  </p:ext>
                </p:extLst>
              </p:nvPr>
            </p:nvGraphicFramePr>
            <p:xfrm>
              <a:off x="3419211" y="2959189"/>
              <a:ext cx="2489097" cy="1514858"/>
            </p:xfrm>
            <a:graphic>
              <a:graphicData uri="http://schemas.microsoft.com/office/powerpoint/2016/slidezoom">
                <pslz:sldZm>
                  <pslz:sldZmObj sldId="439" cId="3433249455">
                    <pslz:zmPr id="{8FE541C4-6B5B-48F7-8003-9DFE0AE8A6F0}" returnToParent="0" transitionDur="1000">
                      <p166:blipFill xmlns:p166="http://schemas.microsoft.com/office/powerpoint/2016/6/main">
                        <a:blip r:embed="rId2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489097" cy="151485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3" name="Slide Zoom 12">
                <a:hlinkClick r:id="rId28" action="ppaction://hlinksldjump"/>
                <a:extLst>
                  <a:ext uri="{FF2B5EF4-FFF2-40B4-BE49-F238E27FC236}">
                    <a16:creationId xmlns:a16="http://schemas.microsoft.com/office/drawing/2014/main" id="{8FB1EAA7-17A4-4F5A-8098-6D05B025B77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419211" y="2959189"/>
                <a:ext cx="2489097" cy="151485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5" name="Slide Zoom 34">
                <a:extLst>
                  <a:ext uri="{FF2B5EF4-FFF2-40B4-BE49-F238E27FC236}">
                    <a16:creationId xmlns:a16="http://schemas.microsoft.com/office/drawing/2014/main" id="{BC84372D-05F9-4341-812A-CE83C348DC3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825155894"/>
                  </p:ext>
                </p:extLst>
              </p:nvPr>
            </p:nvGraphicFramePr>
            <p:xfrm>
              <a:off x="3419211" y="4592027"/>
              <a:ext cx="2489097" cy="1514858"/>
            </p:xfrm>
            <a:graphic>
              <a:graphicData uri="http://schemas.microsoft.com/office/powerpoint/2016/slidezoom">
                <pslz:sldZm>
                  <pslz:sldZmObj sldId="3553" cId="743990835">
                    <pslz:zmPr id="{EE834826-8DD7-4D8A-A742-440C896817CD}" returnToParent="0" transitionDur="1000">
                      <p166:blipFill xmlns:p166="http://schemas.microsoft.com/office/powerpoint/2016/6/main">
                        <a:blip r:embed="rId3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489097" cy="151485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5" name="Slide Zoom 34">
                <a:hlinkClick r:id="rId37" action="ppaction://hlinksldjump"/>
                <a:extLst>
                  <a:ext uri="{FF2B5EF4-FFF2-40B4-BE49-F238E27FC236}">
                    <a16:creationId xmlns:a16="http://schemas.microsoft.com/office/drawing/2014/main" id="{BC84372D-05F9-4341-812A-CE83C348DC3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419211" y="4592027"/>
                <a:ext cx="2489097" cy="151485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7" name="Slide Zoom 36">
                <a:extLst>
                  <a:ext uri="{FF2B5EF4-FFF2-40B4-BE49-F238E27FC236}">
                    <a16:creationId xmlns:a16="http://schemas.microsoft.com/office/drawing/2014/main" id="{43E1A91E-05CA-406C-835C-F544BE5170D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549321186"/>
                  </p:ext>
                </p:extLst>
              </p:nvPr>
            </p:nvGraphicFramePr>
            <p:xfrm>
              <a:off x="6283688" y="4592027"/>
              <a:ext cx="2489097" cy="1514858"/>
            </p:xfrm>
            <a:graphic>
              <a:graphicData uri="http://schemas.microsoft.com/office/powerpoint/2016/slidezoom">
                <pslz:sldZm>
                  <pslz:sldZmObj sldId="3574" cId="1622518031">
                    <pslz:zmPr id="{941A80ED-B77C-4057-9732-58346F7C65BB}" returnToParent="0" transitionDur="1000">
                      <p166:blipFill xmlns:p166="http://schemas.microsoft.com/office/powerpoint/2016/6/main">
                        <a:blip r:embed="rId3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489097" cy="151485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7" name="Slide Zoom 36">
                <a:hlinkClick r:id="rId40" action="ppaction://hlinksldjump"/>
                <a:extLst>
                  <a:ext uri="{FF2B5EF4-FFF2-40B4-BE49-F238E27FC236}">
                    <a16:creationId xmlns:a16="http://schemas.microsoft.com/office/drawing/2014/main" id="{43E1A91E-05CA-406C-835C-F544BE5170D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283688" y="4592027"/>
                <a:ext cx="2489097" cy="151485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052528C2-644B-413D-A912-6E6BA527D19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99233195"/>
                  </p:ext>
                </p:extLst>
              </p:nvPr>
            </p:nvGraphicFramePr>
            <p:xfrm>
              <a:off x="9144000" y="1326350"/>
              <a:ext cx="2489097" cy="1514858"/>
            </p:xfrm>
            <a:graphic>
              <a:graphicData uri="http://schemas.microsoft.com/office/powerpoint/2016/slidezoom">
                <pslz:sldZm>
                  <pslz:sldZmObj sldId="2145706494" cId="900952396">
                    <pslz:zmPr id="{7B00CCEB-5750-4D94-A7E9-7BB6BE963D3D}" returnToParent="0" transitionDur="1000">
                      <p166:blipFill xmlns:p166="http://schemas.microsoft.com/office/powerpoint/2016/6/main">
                        <a:blip r:embed="rId4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489097" cy="151485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hlinkClick r:id="rId43" action="ppaction://hlinksldjump"/>
                <a:extLst>
                  <a:ext uri="{FF2B5EF4-FFF2-40B4-BE49-F238E27FC236}">
                    <a16:creationId xmlns:a16="http://schemas.microsoft.com/office/drawing/2014/main" id="{052528C2-644B-413D-A912-6E6BA527D19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144000" y="1326350"/>
                <a:ext cx="2489097" cy="151485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Slide Zoom 9">
                <a:extLst>
                  <a:ext uri="{FF2B5EF4-FFF2-40B4-BE49-F238E27FC236}">
                    <a16:creationId xmlns:a16="http://schemas.microsoft.com/office/drawing/2014/main" id="{ADB923C8-FAC4-482F-BDF4-E12AD210D3C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22220239"/>
                  </p:ext>
                </p:extLst>
              </p:nvPr>
            </p:nvGraphicFramePr>
            <p:xfrm>
              <a:off x="9144000" y="2959189"/>
              <a:ext cx="2493264" cy="1514858"/>
            </p:xfrm>
            <a:graphic>
              <a:graphicData uri="http://schemas.microsoft.com/office/powerpoint/2016/slidezoom">
                <pslz:sldZm>
                  <pslz:sldZmObj sldId="2145706486" cId="186322022">
                    <pslz:zmPr id="{C9ECB5F7-F9E0-4817-903F-29AF71822047}" returnToParent="0" transitionDur="1000">
                      <p166:blipFill xmlns:p166="http://schemas.microsoft.com/office/powerpoint/2016/6/main">
                        <a:blip r:embed="rId4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493264" cy="151485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Slide Zoom 9">
                <a:hlinkClick r:id="rId46" action="ppaction://hlinksldjump"/>
                <a:extLst>
                  <a:ext uri="{FF2B5EF4-FFF2-40B4-BE49-F238E27FC236}">
                    <a16:creationId xmlns:a16="http://schemas.microsoft.com/office/drawing/2014/main" id="{ADB923C8-FAC4-482F-BDF4-E12AD210D3C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144000" y="2959189"/>
                <a:ext cx="2493264" cy="151485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4" name="Slide Zoom 13">
                <a:extLst>
                  <a:ext uri="{FF2B5EF4-FFF2-40B4-BE49-F238E27FC236}">
                    <a16:creationId xmlns:a16="http://schemas.microsoft.com/office/drawing/2014/main" id="{1B0E9E74-6D63-4649-9317-64D7A290FC7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83476366"/>
                  </p:ext>
                </p:extLst>
              </p:nvPr>
            </p:nvGraphicFramePr>
            <p:xfrm>
              <a:off x="554736" y="4592027"/>
              <a:ext cx="2489095" cy="1514858"/>
            </p:xfrm>
            <a:graphic>
              <a:graphicData uri="http://schemas.microsoft.com/office/powerpoint/2016/slidezoom">
                <pslz:sldZm>
                  <pslz:sldZmObj sldId="2145706493" cId="2095207636">
                    <pslz:zmPr id="{3D4D43AF-30C0-4291-A922-B16EEB6F2C2B}" returnToParent="0" transitionDur="1000">
                      <p166:blipFill xmlns:p166="http://schemas.microsoft.com/office/powerpoint/2016/6/main">
                        <a:blip r:embed="rId4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489095" cy="151485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4" name="Slide Zoom 13">
                <a:hlinkClick r:id="rId49" action="ppaction://hlinksldjump"/>
                <a:extLst>
                  <a:ext uri="{FF2B5EF4-FFF2-40B4-BE49-F238E27FC236}">
                    <a16:creationId xmlns:a16="http://schemas.microsoft.com/office/drawing/2014/main" id="{1B0E9E74-6D63-4649-9317-64D7A290FC7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54736" y="4592027"/>
                <a:ext cx="2489095" cy="151485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Slide Zoom 7">
                <a:extLst>
                  <a:ext uri="{FF2B5EF4-FFF2-40B4-BE49-F238E27FC236}">
                    <a16:creationId xmlns:a16="http://schemas.microsoft.com/office/drawing/2014/main" id="{FEDD1ADC-641F-4F88-9AC8-6C6B069D722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44377097"/>
                  </p:ext>
                </p:extLst>
              </p:nvPr>
            </p:nvGraphicFramePr>
            <p:xfrm>
              <a:off x="6283688" y="2962741"/>
              <a:ext cx="2489097" cy="1511306"/>
            </p:xfrm>
            <a:graphic>
              <a:graphicData uri="http://schemas.microsoft.com/office/powerpoint/2016/slidezoom">
                <pslz:sldZm>
                  <pslz:sldZmObj sldId="2145706492" cId="978371373">
                    <pslz:zmPr id="{715E5E9A-E7B2-41F3-9F21-A2231518CF8E}" returnToParent="0" transitionDur="1000">
                      <p166:blipFill xmlns:p166="http://schemas.microsoft.com/office/powerpoint/2016/6/main">
                        <a:blip r:embed="rId5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489097" cy="151130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Slide Zoom 7">
                <a:hlinkClick r:id="rId52" action="ppaction://hlinksldjump"/>
                <a:extLst>
                  <a:ext uri="{FF2B5EF4-FFF2-40B4-BE49-F238E27FC236}">
                    <a16:creationId xmlns:a16="http://schemas.microsoft.com/office/drawing/2014/main" id="{FEDD1ADC-641F-4F88-9AC8-6C6B069D722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283688" y="2962741"/>
                <a:ext cx="2489097" cy="151130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529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" name="Object 6" hidden="1">
            <a:extLst>
              <a:ext uri="{FF2B5EF4-FFF2-40B4-BE49-F238E27FC236}">
                <a16:creationId xmlns:a16="http://schemas.microsoft.com/office/drawing/2014/main" id="{122F8D4F-CE86-4EF3-A12E-C19E3BDAD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75247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95" imgH="396" progId="TCLayout.ActiveDocument.1">
                  <p:embed/>
                </p:oleObj>
              </mc:Choice>
              <mc:Fallback>
                <p:oleObj name="think-cell Slide" r:id="rId6" imgW="395" imgH="396" progId="TCLayout.ActiveDocument.1">
                  <p:embed/>
                  <p:pic>
                    <p:nvPicPr>
                      <p:cNvPr id="55" name="Object 6" hidden="1">
                        <a:extLst>
                          <a:ext uri="{FF2B5EF4-FFF2-40B4-BE49-F238E27FC236}">
                            <a16:creationId xmlns:a16="http://schemas.microsoft.com/office/drawing/2014/main" id="{122F8D4F-CE86-4EF3-A12E-C19E3BDAD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02FF8785-C1B0-43D4-A9A0-B31A3F9298C3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Дома по реновации должны стать умными, современными домами для комфортной жизни</a:t>
            </a:r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BAA5F741-DAEA-46A1-AD23-3A1C95CF35E3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6" name="1. On-page tracker">
            <a:extLst>
              <a:ext uri="{FF2B5EF4-FFF2-40B4-BE49-F238E27FC236}">
                <a16:creationId xmlns:a16="http://schemas.microsoft.com/office/drawing/2014/main" id="{D553E5A8-A8C4-441F-A897-1D2AC0D63E19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2" name="Picture 21" descr="Собянин Сергей Семёнович – глава региона Москва">
            <a:extLst>
              <a:ext uri="{FF2B5EF4-FFF2-40B4-BE49-F238E27FC236}">
                <a16:creationId xmlns:a16="http://schemas.microsoft.com/office/drawing/2014/main" id="{CCF65725-B42F-4C05-921C-8B565845BC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97" r="16925" b="37422"/>
          <a:stretch/>
        </p:blipFill>
        <p:spPr bwMode="auto">
          <a:xfrm>
            <a:off x="554734" y="2374729"/>
            <a:ext cx="2597322" cy="2597322"/>
          </a:xfrm>
          <a:custGeom>
            <a:avLst/>
            <a:gdLst>
              <a:gd name="connsiteX0" fmla="*/ 1525882 w 3051802"/>
              <a:gd name="connsiteY0" fmla="*/ 0 h 3051801"/>
              <a:gd name="connsiteX1" fmla="*/ 1525920 w 3051802"/>
              <a:gd name="connsiteY1" fmla="*/ 0 h 3051801"/>
              <a:gd name="connsiteX2" fmla="*/ 1681916 w 3051802"/>
              <a:gd name="connsiteY2" fmla="*/ 7877 h 3051801"/>
              <a:gd name="connsiteX3" fmla="*/ 3051802 w 3051802"/>
              <a:gd name="connsiteY3" fmla="*/ 1525900 h 3051801"/>
              <a:gd name="connsiteX4" fmla="*/ 1525901 w 3051802"/>
              <a:gd name="connsiteY4" fmla="*/ 3051801 h 3051801"/>
              <a:gd name="connsiteX5" fmla="*/ 0 w 3051802"/>
              <a:gd name="connsiteY5" fmla="*/ 1525900 h 3051801"/>
              <a:gd name="connsiteX6" fmla="*/ 1369887 w 3051802"/>
              <a:gd name="connsiteY6" fmla="*/ 7877 h 3051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1802" h="3051801">
                <a:moveTo>
                  <a:pt x="1525882" y="0"/>
                </a:moveTo>
                <a:lnTo>
                  <a:pt x="1525920" y="0"/>
                </a:lnTo>
                <a:lnTo>
                  <a:pt x="1681916" y="7877"/>
                </a:lnTo>
                <a:cubicBezTo>
                  <a:pt x="2451361" y="86019"/>
                  <a:pt x="3051802" y="735839"/>
                  <a:pt x="3051802" y="1525900"/>
                </a:cubicBezTo>
                <a:cubicBezTo>
                  <a:pt x="3051802" y="2368632"/>
                  <a:pt x="2368633" y="3051801"/>
                  <a:pt x="1525901" y="3051801"/>
                </a:cubicBezTo>
                <a:cubicBezTo>
                  <a:pt x="683169" y="3051801"/>
                  <a:pt x="0" y="2368632"/>
                  <a:pt x="0" y="1525900"/>
                </a:cubicBezTo>
                <a:cubicBezTo>
                  <a:pt x="0" y="735839"/>
                  <a:pt x="600442" y="86019"/>
                  <a:pt x="1369887" y="7877"/>
                </a:cubicBezTo>
                <a:close/>
              </a:path>
            </a:pathLst>
          </a:custGeom>
          <a:ln w="12700"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861B98F6-C8D3-4E28-BAC3-1AE5B07325A1}"/>
              </a:ext>
            </a:extLst>
          </p:cNvPr>
          <p:cNvGrpSpPr/>
          <p:nvPr/>
        </p:nvGrpSpPr>
        <p:grpSpPr>
          <a:xfrm>
            <a:off x="3727843" y="3019365"/>
            <a:ext cx="7909419" cy="1308050"/>
            <a:chOff x="3727843" y="2895540"/>
            <a:chExt cx="7909419" cy="130805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733C1D8-D4BB-46B4-8A4B-42E9B70CCCAB}"/>
                </a:ext>
              </a:extLst>
            </p:cNvPr>
            <p:cNvSpPr txBox="1"/>
            <p:nvPr/>
          </p:nvSpPr>
          <p:spPr>
            <a:xfrm>
              <a:off x="5124450" y="2895540"/>
              <a:ext cx="6512812" cy="1308050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2000" dirty="0"/>
                <a:t>Мы пытаемся насытить </a:t>
              </a:r>
              <a:r>
                <a:rPr lang="ru-RU" sz="2000" b="1" dirty="0"/>
                <a:t>новые дома новыми решениями </a:t>
              </a:r>
              <a:r>
                <a:rPr lang="ru-RU" sz="2000" dirty="0"/>
                <a:t>и в </a:t>
              </a:r>
              <a:r>
                <a:rPr lang="ru-RU" sz="2000" b="1" dirty="0"/>
                <a:t>программе реновации </a:t>
              </a:r>
              <a:r>
                <a:rPr lang="ru-RU" sz="2000" dirty="0"/>
                <a:t>как раз </a:t>
              </a:r>
              <a:r>
                <a:rPr lang="ru-RU" sz="2000" b="1" dirty="0"/>
                <a:t>такая возможность есть</a:t>
              </a:r>
              <a:endParaRPr lang="en-US" sz="2000" b="1" dirty="0"/>
            </a:p>
            <a:p>
              <a:pPr algn="r"/>
              <a:r>
                <a:rPr lang="ru-RU" sz="2000" b="1" dirty="0"/>
                <a:t>С.С. Собянин</a:t>
              </a:r>
              <a:endParaRPr lang="en-US" sz="2000" b="1" dirty="0"/>
            </a:p>
          </p:txBody>
        </p:sp>
        <p:sp>
          <p:nvSpPr>
            <p:cNvPr id="35" name="Freeform 115">
              <a:extLst>
                <a:ext uri="{FF2B5EF4-FFF2-40B4-BE49-F238E27FC236}">
                  <a16:creationId xmlns:a16="http://schemas.microsoft.com/office/drawing/2014/main" id="{498C8A33-E126-42C3-A4E4-08A21DB5FB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7843" y="2895540"/>
              <a:ext cx="1177376" cy="839749"/>
            </a:xfrm>
            <a:custGeom>
              <a:avLst/>
              <a:gdLst>
                <a:gd name="T0" fmla="*/ 291 w 544"/>
                <a:gd name="T1" fmla="*/ 0 h 388"/>
                <a:gd name="T2" fmla="*/ 544 w 544"/>
                <a:gd name="T3" fmla="*/ 0 h 388"/>
                <a:gd name="T4" fmla="*/ 544 w 544"/>
                <a:gd name="T5" fmla="*/ 224 h 388"/>
                <a:gd name="T6" fmla="*/ 418 w 544"/>
                <a:gd name="T7" fmla="*/ 388 h 388"/>
                <a:gd name="T8" fmla="*/ 418 w 544"/>
                <a:gd name="T9" fmla="*/ 240 h 388"/>
                <a:gd name="T10" fmla="*/ 291 w 544"/>
                <a:gd name="T11" fmla="*/ 240 h 388"/>
                <a:gd name="T12" fmla="*/ 291 w 544"/>
                <a:gd name="T13" fmla="*/ 0 h 388"/>
                <a:gd name="T14" fmla="*/ 291 w 544"/>
                <a:gd name="T15" fmla="*/ 0 h 388"/>
                <a:gd name="T16" fmla="*/ 0 w 544"/>
                <a:gd name="T17" fmla="*/ 0 h 388"/>
                <a:gd name="T18" fmla="*/ 252 w 544"/>
                <a:gd name="T19" fmla="*/ 0 h 388"/>
                <a:gd name="T20" fmla="*/ 252 w 544"/>
                <a:gd name="T21" fmla="*/ 224 h 388"/>
                <a:gd name="T22" fmla="*/ 126 w 544"/>
                <a:gd name="T23" fmla="*/ 388 h 388"/>
                <a:gd name="T24" fmla="*/ 126 w 544"/>
                <a:gd name="T25" fmla="*/ 240 h 388"/>
                <a:gd name="T26" fmla="*/ 0 w 544"/>
                <a:gd name="T27" fmla="*/ 240 h 388"/>
                <a:gd name="T28" fmla="*/ 0 w 544"/>
                <a:gd name="T29" fmla="*/ 0 h 388"/>
                <a:gd name="T30" fmla="*/ 0 w 544"/>
                <a:gd name="T31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44" h="388">
                  <a:moveTo>
                    <a:pt x="291" y="0"/>
                  </a:moveTo>
                  <a:lnTo>
                    <a:pt x="544" y="0"/>
                  </a:lnTo>
                  <a:lnTo>
                    <a:pt x="544" y="224"/>
                  </a:lnTo>
                  <a:lnTo>
                    <a:pt x="418" y="388"/>
                  </a:lnTo>
                  <a:lnTo>
                    <a:pt x="418" y="240"/>
                  </a:lnTo>
                  <a:lnTo>
                    <a:pt x="291" y="240"/>
                  </a:lnTo>
                  <a:lnTo>
                    <a:pt x="291" y="0"/>
                  </a:lnTo>
                  <a:lnTo>
                    <a:pt x="291" y="0"/>
                  </a:lnTo>
                  <a:close/>
                  <a:moveTo>
                    <a:pt x="0" y="0"/>
                  </a:moveTo>
                  <a:lnTo>
                    <a:pt x="252" y="0"/>
                  </a:lnTo>
                  <a:lnTo>
                    <a:pt x="252" y="224"/>
                  </a:lnTo>
                  <a:lnTo>
                    <a:pt x="126" y="388"/>
                  </a:lnTo>
                  <a:lnTo>
                    <a:pt x="126" y="240"/>
                  </a:lnTo>
                  <a:lnTo>
                    <a:pt x="0" y="24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2723"/>
            </a:solidFill>
            <a:ln w="3175" cap="sq">
              <a:solidFill>
                <a:schemeClr val="bg1"/>
              </a:solidFill>
              <a:beve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43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" name="Object 6" hidden="1">
            <a:extLst>
              <a:ext uri="{FF2B5EF4-FFF2-40B4-BE49-F238E27FC236}">
                <a16:creationId xmlns:a16="http://schemas.microsoft.com/office/drawing/2014/main" id="{122F8D4F-CE86-4EF3-A12E-C19E3BDAD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180242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55" name="Object 6" hidden="1">
                        <a:extLst>
                          <a:ext uri="{FF2B5EF4-FFF2-40B4-BE49-F238E27FC236}">
                            <a16:creationId xmlns:a16="http://schemas.microsoft.com/office/drawing/2014/main" id="{122F8D4F-CE86-4EF3-A12E-C19E3BDAD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02FF8785-C1B0-43D4-A9A0-B31A3F9298C3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226624"/>
            <a:ext cx="11082528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Умные дома повысят не только качество жизни граждан,</a:t>
            </a:r>
            <a:br>
              <a:rPr lang="en-US" dirty="0"/>
            </a:br>
            <a:r>
              <a:rPr lang="ru-RU" dirty="0"/>
              <a:t>но и эффективность управления городским хозяйством</a:t>
            </a:r>
          </a:p>
        </p:txBody>
      </p:sp>
      <p:sp>
        <p:nvSpPr>
          <p:cNvPr id="3" name="3. Subtitle" hidden="1">
            <a:extLst>
              <a:ext uri="{FF2B5EF4-FFF2-40B4-BE49-F238E27FC236}">
                <a16:creationId xmlns:a16="http://schemas.microsoft.com/office/drawing/2014/main" id="{86F17AE7-093C-43D8-9C52-AE754BC7B25F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1. On-page tracker" hidden="1">
            <a:extLst>
              <a:ext uri="{FF2B5EF4-FFF2-40B4-BE49-F238E27FC236}">
                <a16:creationId xmlns:a16="http://schemas.microsoft.com/office/drawing/2014/main" id="{A50C0C1A-0BC4-4942-B79F-27ED0A4DC418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3844C7CE-059B-4648-85C6-52B46EEDA508}"/>
              </a:ext>
            </a:extLst>
          </p:cNvPr>
          <p:cNvSpPr/>
          <p:nvPr/>
        </p:nvSpPr>
        <p:spPr>
          <a:xfrm rot="5400000">
            <a:off x="-120779" y="2056640"/>
            <a:ext cx="4653918" cy="3302888"/>
          </a:xfrm>
          <a:prstGeom prst="round2SameRect">
            <a:avLst>
              <a:gd name="adj1" fmla="val 8085"/>
              <a:gd name="adj2" fmla="val 0"/>
            </a:avLst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5E98B1A-5ADD-4BFF-BCA3-E0E932EDC689}"/>
              </a:ext>
            </a:extLst>
          </p:cNvPr>
          <p:cNvSpPr txBox="1">
            <a:spLocks/>
          </p:cNvSpPr>
          <p:nvPr/>
        </p:nvSpPr>
        <p:spPr>
          <a:xfrm>
            <a:off x="710932" y="1518393"/>
            <a:ext cx="2990496" cy="3077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2000" b="1" dirty="0">
                <a:solidFill>
                  <a:schemeClr val="bg1"/>
                </a:solidFill>
              </a:rPr>
              <a:t>Ценность</a:t>
            </a:r>
          </a:p>
        </p:txBody>
      </p:sp>
      <p:cxnSp>
        <p:nvCxnSpPr>
          <p:cNvPr id="48" name="LineContentSeparatorDefault 13">
            <a:extLst>
              <a:ext uri="{FF2B5EF4-FFF2-40B4-BE49-F238E27FC236}">
                <a16:creationId xmlns:a16="http://schemas.microsoft.com/office/drawing/2014/main" id="{805D4036-0EF8-4AB9-A87F-D764A3207E5C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710932" y="3695137"/>
            <a:ext cx="2990496" cy="0"/>
          </a:xfrm>
          <a:prstGeom prst="straightConnector1">
            <a:avLst/>
          </a:prstGeom>
          <a:ln w="6350" cap="sq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Graphic 51">
            <a:extLst>
              <a:ext uri="{FF2B5EF4-FFF2-40B4-BE49-F238E27FC236}">
                <a16:creationId xmlns:a16="http://schemas.microsoft.com/office/drawing/2014/main" id="{D7ACA327-0F9C-4821-8FFB-4DC035CCA62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8509" y="1968129"/>
            <a:ext cx="416974" cy="461651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CEF22481-70FE-45EC-802D-2BD0839B98D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4861" y="3837097"/>
            <a:ext cx="470827" cy="48531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24475E6-AD46-4AB8-A56D-4AC39622E5AE}"/>
              </a:ext>
            </a:extLst>
          </p:cNvPr>
          <p:cNvSpPr txBox="1"/>
          <p:nvPr/>
        </p:nvSpPr>
        <p:spPr>
          <a:xfrm>
            <a:off x="4215158" y="1518393"/>
            <a:ext cx="7422106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2000" b="1" dirty="0">
                <a:solidFill>
                  <a:schemeClr val="tx2"/>
                </a:solidFill>
              </a:rPr>
              <a:t>Основные направления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ru-RU" sz="2000" b="1" dirty="0">
                <a:solidFill>
                  <a:schemeClr val="tx2"/>
                </a:solidFill>
              </a:rPr>
              <a:t>решений умного дома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ABA9DA0-BEDA-49A9-A7DA-449B85DF4120}"/>
              </a:ext>
            </a:extLst>
          </p:cNvPr>
          <p:cNvGrpSpPr/>
          <p:nvPr/>
        </p:nvGrpSpPr>
        <p:grpSpPr>
          <a:xfrm>
            <a:off x="4215157" y="1854125"/>
            <a:ext cx="7422105" cy="3707918"/>
            <a:chOff x="4215157" y="1804855"/>
            <a:chExt cx="7422105" cy="3707918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EA40254-714E-40B9-B011-279F5F9037BC}"/>
                </a:ext>
              </a:extLst>
            </p:cNvPr>
            <p:cNvSpPr>
              <a:spLocks/>
            </p:cNvSpPr>
            <p:nvPr/>
          </p:nvSpPr>
          <p:spPr>
            <a:xfrm>
              <a:off x="7841882" y="2242556"/>
              <a:ext cx="3526530" cy="307777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r>
                <a:rPr lang="ru-RU" sz="2000" b="1" dirty="0">
                  <a:solidFill>
                    <a:schemeClr val="accent3"/>
                  </a:solidFill>
                </a:rPr>
                <a:t>Безопасность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EB19D73-7C64-41CD-A5C7-1C02ABECA5D2}"/>
                </a:ext>
              </a:extLst>
            </p:cNvPr>
            <p:cNvSpPr>
              <a:spLocks/>
            </p:cNvSpPr>
            <p:nvPr/>
          </p:nvSpPr>
          <p:spPr>
            <a:xfrm>
              <a:off x="7841882" y="5096007"/>
              <a:ext cx="3526530" cy="307777"/>
            </a:xfrm>
            <a:prstGeom prst="rect">
              <a:avLst/>
            </a:prstGeom>
          </p:spPr>
          <p:txBody>
            <a:bodyPr wrap="square" lIns="0" tIns="0" rIns="0" bIns="0" anchor="ctr">
              <a:noAutofit/>
            </a:bodyPr>
            <a:lstStyle/>
            <a:p>
              <a:r>
                <a:rPr lang="ru-RU" sz="2000" b="1" dirty="0">
                  <a:solidFill>
                    <a:schemeClr val="accent3"/>
                  </a:solidFill>
                </a:rPr>
                <a:t>Комфорт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E684DA-2F61-41B5-8B97-38DC565F292A}"/>
                </a:ext>
              </a:extLst>
            </p:cNvPr>
            <p:cNvSpPr>
              <a:spLocks/>
            </p:cNvSpPr>
            <p:nvPr/>
          </p:nvSpPr>
          <p:spPr>
            <a:xfrm>
              <a:off x="8278461" y="3719168"/>
              <a:ext cx="3358801" cy="307777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r>
                <a:rPr lang="ru-RU" sz="2000" b="1" dirty="0">
                  <a:solidFill>
                    <a:schemeClr val="accent3"/>
                  </a:solidFill>
                </a:rPr>
                <a:t>Энергоэффективность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7624223-3BD1-4C7E-8DD0-0C215F71A174}"/>
                </a:ext>
              </a:extLst>
            </p:cNvPr>
            <p:cNvGrpSpPr/>
            <p:nvPr/>
          </p:nvGrpSpPr>
          <p:grpSpPr>
            <a:xfrm>
              <a:off x="4215157" y="1804855"/>
              <a:ext cx="4033493" cy="3707918"/>
              <a:chOff x="4215158" y="2146311"/>
              <a:chExt cx="3997992" cy="3675283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2A32B865-21F9-43FF-90B2-7B1E2E74569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5"/>
              <a:srcRect l="16801" t="3807" r="19506" b="18076"/>
              <a:stretch/>
            </p:blipFill>
            <p:spPr>
              <a:xfrm>
                <a:off x="4215158" y="2354448"/>
                <a:ext cx="3171249" cy="3113597"/>
              </a:xfrm>
              <a:prstGeom prst="round2SameRect">
                <a:avLst>
                  <a:gd name="adj1" fmla="val 7014"/>
                  <a:gd name="adj2" fmla="val 50000"/>
                </a:avLst>
              </a:prstGeom>
            </p:spPr>
          </p:pic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48BD3E0-D65F-4ECD-A49D-6AEA6D48592F}"/>
                  </a:ext>
                </a:extLst>
              </p:cNvPr>
              <p:cNvSpPr/>
              <p:nvPr/>
            </p:nvSpPr>
            <p:spPr>
              <a:xfrm rot="9767208">
                <a:off x="6832734" y="2146311"/>
                <a:ext cx="959813" cy="1433200"/>
              </a:xfrm>
              <a:custGeom>
                <a:avLst/>
                <a:gdLst>
                  <a:gd name="connsiteX0" fmla="*/ 612609 w 1086573"/>
                  <a:gd name="connsiteY0" fmla="*/ 1588052 h 1622479"/>
                  <a:gd name="connsiteX1" fmla="*/ 65 w 1086573"/>
                  <a:gd name="connsiteY1" fmla="*/ 110617 h 1622479"/>
                  <a:gd name="connsiteX2" fmla="*/ 105843 w 1086573"/>
                  <a:gd name="connsiteY2" fmla="*/ 0 h 1622479"/>
                  <a:gd name="connsiteX3" fmla="*/ 517202 w 1086573"/>
                  <a:gd name="connsiteY3" fmla="*/ 0 h 1622479"/>
                  <a:gd name="connsiteX4" fmla="*/ 622289 w 1086573"/>
                  <a:gd name="connsiteY4" fmla="*/ 100247 h 1622479"/>
                  <a:gd name="connsiteX5" fmla="*/ 1059228 w 1086573"/>
                  <a:gd name="connsiteY5" fmla="*/ 1155261 h 1622479"/>
                  <a:gd name="connsiteX6" fmla="*/ 1055771 w 1086573"/>
                  <a:gd name="connsiteY6" fmla="*/ 1300446 h 1622479"/>
                  <a:gd name="connsiteX7" fmla="*/ 764708 w 1086573"/>
                  <a:gd name="connsiteY7" fmla="*/ 1591508 h 1622479"/>
                  <a:gd name="connsiteX8" fmla="*/ 612609 w 1086573"/>
                  <a:gd name="connsiteY8" fmla="*/ 1588052 h 1622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6573" h="1622479">
                    <a:moveTo>
                      <a:pt x="612609" y="1588052"/>
                    </a:moveTo>
                    <a:cubicBezTo>
                      <a:pt x="228905" y="1171853"/>
                      <a:pt x="23571" y="675458"/>
                      <a:pt x="65" y="110617"/>
                    </a:cubicBezTo>
                    <a:cubicBezTo>
                      <a:pt x="-2009" y="50469"/>
                      <a:pt x="45695" y="0"/>
                      <a:pt x="105843" y="0"/>
                    </a:cubicBezTo>
                    <a:lnTo>
                      <a:pt x="517202" y="0"/>
                    </a:lnTo>
                    <a:cubicBezTo>
                      <a:pt x="573202" y="0"/>
                      <a:pt x="619523" y="44247"/>
                      <a:pt x="622289" y="100247"/>
                    </a:cubicBezTo>
                    <a:cubicBezTo>
                      <a:pt x="642338" y="506766"/>
                      <a:pt x="786141" y="853828"/>
                      <a:pt x="1059228" y="1155261"/>
                    </a:cubicBezTo>
                    <a:cubicBezTo>
                      <a:pt x="1097252" y="1196742"/>
                      <a:pt x="1095178" y="1261039"/>
                      <a:pt x="1055771" y="1300446"/>
                    </a:cubicBezTo>
                    <a:lnTo>
                      <a:pt x="764708" y="1591508"/>
                    </a:lnTo>
                    <a:cubicBezTo>
                      <a:pt x="722536" y="1634373"/>
                      <a:pt x="652708" y="1632299"/>
                      <a:pt x="612609" y="1588052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6350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9D8463EF-641A-46EB-8398-AF0854CE2E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7265369" y="2707085"/>
                <a:ext cx="299540" cy="391300"/>
              </a:xfrm>
              <a:prstGeom prst="rect">
                <a:avLst/>
              </a:prstGeom>
            </p:spPr>
          </p:pic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761CDB03-AB9C-409A-B401-74F0E5EE3B06}"/>
                  </a:ext>
                </a:extLst>
              </p:cNvPr>
              <p:cNvSpPr/>
              <p:nvPr/>
            </p:nvSpPr>
            <p:spPr>
              <a:xfrm rot="20523725">
                <a:off x="6419619" y="4861739"/>
                <a:ext cx="1433201" cy="959855"/>
              </a:xfrm>
              <a:custGeom>
                <a:avLst/>
                <a:gdLst>
                  <a:gd name="connsiteX0" fmla="*/ 0 w 1622480"/>
                  <a:gd name="connsiteY0" fmla="*/ 981421 h 1086621"/>
                  <a:gd name="connsiteX1" fmla="*/ 0 w 1622480"/>
                  <a:gd name="connsiteY1" fmla="*/ 569371 h 1086621"/>
                  <a:gd name="connsiteX2" fmla="*/ 100247 w 1622480"/>
                  <a:gd name="connsiteY2" fmla="*/ 464285 h 1086621"/>
                  <a:gd name="connsiteX3" fmla="*/ 1155261 w 1622480"/>
                  <a:gd name="connsiteY3" fmla="*/ 27346 h 1086621"/>
                  <a:gd name="connsiteX4" fmla="*/ 1300447 w 1622480"/>
                  <a:gd name="connsiteY4" fmla="*/ 30803 h 1086621"/>
                  <a:gd name="connsiteX5" fmla="*/ 1591509 w 1622480"/>
                  <a:gd name="connsiteY5" fmla="*/ 321865 h 1086621"/>
                  <a:gd name="connsiteX6" fmla="*/ 1588052 w 1622480"/>
                  <a:gd name="connsiteY6" fmla="*/ 474655 h 1086621"/>
                  <a:gd name="connsiteX7" fmla="*/ 109926 w 1622480"/>
                  <a:gd name="connsiteY7" fmla="*/ 1086508 h 1086621"/>
                  <a:gd name="connsiteX8" fmla="*/ 0 w 1622480"/>
                  <a:gd name="connsiteY8" fmla="*/ 981421 h 1086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2480" h="1086621">
                    <a:moveTo>
                      <a:pt x="0" y="981421"/>
                    </a:moveTo>
                    <a:lnTo>
                      <a:pt x="0" y="569371"/>
                    </a:lnTo>
                    <a:cubicBezTo>
                      <a:pt x="0" y="513371"/>
                      <a:pt x="44247" y="467050"/>
                      <a:pt x="100247" y="464285"/>
                    </a:cubicBezTo>
                    <a:cubicBezTo>
                      <a:pt x="506766" y="444235"/>
                      <a:pt x="853829" y="300433"/>
                      <a:pt x="1155261" y="27346"/>
                    </a:cubicBezTo>
                    <a:cubicBezTo>
                      <a:pt x="1196743" y="-10679"/>
                      <a:pt x="1261039" y="-8605"/>
                      <a:pt x="1300447" y="30803"/>
                    </a:cubicBezTo>
                    <a:lnTo>
                      <a:pt x="1591509" y="321865"/>
                    </a:lnTo>
                    <a:cubicBezTo>
                      <a:pt x="1634373" y="364729"/>
                      <a:pt x="1632299" y="433865"/>
                      <a:pt x="1588052" y="474655"/>
                    </a:cubicBezTo>
                    <a:cubicBezTo>
                      <a:pt x="1171854" y="857668"/>
                      <a:pt x="675458" y="1063001"/>
                      <a:pt x="109926" y="1086508"/>
                    </a:cubicBezTo>
                    <a:cubicBezTo>
                      <a:pt x="50469" y="1089273"/>
                      <a:pt x="0" y="1041569"/>
                      <a:pt x="0" y="98142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6350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1BC29E8-2D70-475A-8A59-B39236E3E482}"/>
                  </a:ext>
                </a:extLst>
              </p:cNvPr>
              <p:cNvSpPr/>
              <p:nvPr/>
            </p:nvSpPr>
            <p:spPr>
              <a:xfrm rot="20635730">
                <a:off x="7253904" y="3520775"/>
                <a:ext cx="959246" cy="1433270"/>
              </a:xfrm>
              <a:custGeom>
                <a:avLst/>
                <a:gdLst>
                  <a:gd name="connsiteX0" fmla="*/ 321865 w 1085931"/>
                  <a:gd name="connsiteY0" fmla="*/ 1591508 h 1622558"/>
                  <a:gd name="connsiteX1" fmla="*/ 30803 w 1085931"/>
                  <a:gd name="connsiteY1" fmla="*/ 1300446 h 1622558"/>
                  <a:gd name="connsiteX2" fmla="*/ 27346 w 1085931"/>
                  <a:gd name="connsiteY2" fmla="*/ 1155261 h 1622558"/>
                  <a:gd name="connsiteX3" fmla="*/ 464284 w 1085931"/>
                  <a:gd name="connsiteY3" fmla="*/ 100247 h 1622558"/>
                  <a:gd name="connsiteX4" fmla="*/ 569371 w 1085931"/>
                  <a:gd name="connsiteY4" fmla="*/ 0 h 1622558"/>
                  <a:gd name="connsiteX5" fmla="*/ 980730 w 1085931"/>
                  <a:gd name="connsiteY5" fmla="*/ 0 h 1622558"/>
                  <a:gd name="connsiteX6" fmla="*/ 1085817 w 1085931"/>
                  <a:gd name="connsiteY6" fmla="*/ 110617 h 1622558"/>
                  <a:gd name="connsiteX7" fmla="*/ 473964 w 1085931"/>
                  <a:gd name="connsiteY7" fmla="*/ 1588743 h 1622558"/>
                  <a:gd name="connsiteX8" fmla="*/ 321865 w 1085931"/>
                  <a:gd name="connsiteY8" fmla="*/ 1591508 h 1622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5931" h="1622558">
                    <a:moveTo>
                      <a:pt x="321865" y="1591508"/>
                    </a:moveTo>
                    <a:lnTo>
                      <a:pt x="30803" y="1300446"/>
                    </a:lnTo>
                    <a:cubicBezTo>
                      <a:pt x="-8605" y="1261039"/>
                      <a:pt x="-10679" y="1196742"/>
                      <a:pt x="27346" y="1155261"/>
                    </a:cubicBezTo>
                    <a:cubicBezTo>
                      <a:pt x="300433" y="853828"/>
                      <a:pt x="444235" y="506766"/>
                      <a:pt x="464284" y="100247"/>
                    </a:cubicBezTo>
                    <a:cubicBezTo>
                      <a:pt x="467050" y="44247"/>
                      <a:pt x="513371" y="0"/>
                      <a:pt x="569371" y="0"/>
                    </a:cubicBezTo>
                    <a:lnTo>
                      <a:pt x="980730" y="0"/>
                    </a:lnTo>
                    <a:cubicBezTo>
                      <a:pt x="1040878" y="0"/>
                      <a:pt x="1088582" y="50469"/>
                      <a:pt x="1085817" y="110617"/>
                    </a:cubicBezTo>
                    <a:cubicBezTo>
                      <a:pt x="1062310" y="676149"/>
                      <a:pt x="856977" y="1171853"/>
                      <a:pt x="473964" y="1588743"/>
                    </a:cubicBezTo>
                    <a:cubicBezTo>
                      <a:pt x="433865" y="1632299"/>
                      <a:pt x="364729" y="1634373"/>
                      <a:pt x="321865" y="1591508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6350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pic>
            <p:nvPicPr>
              <p:cNvPr id="17" name="Graphic 16">
                <a:extLst>
                  <a:ext uri="{FF2B5EF4-FFF2-40B4-BE49-F238E27FC236}">
                    <a16:creationId xmlns:a16="http://schemas.microsoft.com/office/drawing/2014/main" id="{E6EB9FB7-F329-4BAF-81E1-79A127EE6E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7620766" y="3961567"/>
                <a:ext cx="362349" cy="387276"/>
              </a:xfrm>
              <a:prstGeom prst="rect">
                <a:avLst/>
              </a:prstGeom>
            </p:spPr>
          </p:pic>
          <p:pic>
            <p:nvPicPr>
              <p:cNvPr id="28" name="Graphic 27">
                <a:extLst>
                  <a:ext uri="{FF2B5EF4-FFF2-40B4-BE49-F238E27FC236}">
                    <a16:creationId xmlns:a16="http://schemas.microsoft.com/office/drawing/2014/main" id="{87DD5F39-E14E-4786-915A-4F599FBF2385}"/>
                  </a:ext>
                </a:extLst>
              </p:cNvPr>
              <p:cNvPicPr>
                <a:picLocks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6936674" y="5254608"/>
                <a:ext cx="275174" cy="307777"/>
              </a:xfrm>
              <a:prstGeom prst="rect">
                <a:avLst/>
              </a:prstGeom>
            </p:spPr>
          </p:pic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A36CFA4-66B4-4DEC-ABB4-610E3F4C73F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274084" y="3837097"/>
            <a:ext cx="2465144" cy="206210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500"/>
              </a:spcBef>
              <a:buClr>
                <a:srgbClr val="FFFFFF"/>
              </a:buClr>
            </a:pPr>
            <a:r>
              <a:rPr lang="ru-RU" sz="1600" b="1" dirty="0">
                <a:solidFill>
                  <a:schemeClr val="bg1"/>
                </a:solidFill>
                <a:sym typeface="Verdana" panose="020B0604030504040204" pitchFamily="34" charset="0"/>
              </a:rPr>
              <a:t>Город</a:t>
            </a:r>
            <a:endParaRPr lang="en-US" sz="1600" b="1" dirty="0">
              <a:solidFill>
                <a:schemeClr val="bg1"/>
              </a:solidFill>
            </a:endParaRPr>
          </a:p>
          <a:p>
            <a:pPr lvl="1">
              <a:spcBef>
                <a:spcPts val="250"/>
              </a:spcBef>
              <a:buClr>
                <a:srgbClr val="FFFFFF"/>
              </a:buClr>
            </a:pPr>
            <a:r>
              <a:rPr lang="ru-RU" sz="1200" dirty="0">
                <a:solidFill>
                  <a:srgbClr val="FFFFFF"/>
                </a:solidFill>
              </a:rPr>
              <a:t>Повышение </a:t>
            </a:r>
            <a:r>
              <a:rPr lang="ru-RU" sz="1200" b="1" dirty="0">
                <a:solidFill>
                  <a:srgbClr val="FFFFFF"/>
                </a:solidFill>
              </a:rPr>
              <a:t>эффективности управления</a:t>
            </a:r>
          </a:p>
          <a:p>
            <a:pPr lvl="1">
              <a:spcBef>
                <a:spcPts val="250"/>
              </a:spcBef>
              <a:buClr>
                <a:srgbClr val="FFFFFF"/>
              </a:buClr>
            </a:pPr>
            <a:r>
              <a:rPr lang="ru-RU" sz="1200" b="1" dirty="0">
                <a:solidFill>
                  <a:srgbClr val="FFFFFF"/>
                </a:solidFill>
              </a:rPr>
              <a:t>Сокращение</a:t>
            </a:r>
            <a:r>
              <a:rPr lang="ru-RU" sz="1200" dirty="0">
                <a:solidFill>
                  <a:srgbClr val="FFFFFF"/>
                </a:solidFill>
              </a:rPr>
              <a:t> операционных </a:t>
            </a:r>
            <a:r>
              <a:rPr lang="ru-RU" sz="1200" b="1" dirty="0">
                <a:solidFill>
                  <a:srgbClr val="FFFFFF"/>
                </a:solidFill>
              </a:rPr>
              <a:t>издержек</a:t>
            </a:r>
            <a:r>
              <a:rPr lang="ru-RU" sz="1200" dirty="0">
                <a:solidFill>
                  <a:srgbClr val="FFFFFF"/>
                </a:solidFill>
              </a:rPr>
              <a:t> по эксплуатации и содержанию зданий, </a:t>
            </a:r>
            <a:r>
              <a:rPr lang="ru-RU" sz="1200" b="1" dirty="0">
                <a:solidFill>
                  <a:srgbClr val="FFFFFF"/>
                </a:solidFill>
              </a:rPr>
              <a:t>предотвращение аварийных ситуаций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ACEAEA-F458-4983-B595-89F02BF68DC9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332660" y="1968129"/>
            <a:ext cx="2406568" cy="158504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500"/>
              </a:spcBef>
              <a:buClr>
                <a:srgbClr val="FFFFFF"/>
              </a:buClr>
            </a:pPr>
            <a:r>
              <a:rPr lang="ru-RU" sz="1600" b="1" dirty="0">
                <a:solidFill>
                  <a:schemeClr val="bg1"/>
                </a:solidFill>
                <a:sym typeface="Verdana" panose="020B0604030504040204" pitchFamily="34" charset="0"/>
              </a:rPr>
              <a:t>Жители</a:t>
            </a:r>
            <a:endParaRPr lang="en-US" sz="1600" dirty="0">
              <a:solidFill>
                <a:srgbClr val="FFFFFF"/>
              </a:solidFill>
            </a:endParaRPr>
          </a:p>
          <a:p>
            <a:pPr lvl="1">
              <a:spcBef>
                <a:spcPts val="250"/>
              </a:spcBef>
              <a:buClr>
                <a:srgbClr val="FFFFFF"/>
              </a:buClr>
            </a:pPr>
            <a:r>
              <a:rPr lang="ru-RU" sz="1200" dirty="0">
                <a:solidFill>
                  <a:srgbClr val="FFFFFF"/>
                </a:solidFill>
              </a:rPr>
              <a:t>Повышение </a:t>
            </a:r>
            <a:r>
              <a:rPr lang="ru-RU" sz="1200" b="1" dirty="0">
                <a:solidFill>
                  <a:srgbClr val="FFFFFF"/>
                </a:solidFill>
              </a:rPr>
              <a:t>комфорта</a:t>
            </a:r>
            <a:endParaRPr lang="ru-RU" sz="1200" dirty="0">
              <a:solidFill>
                <a:srgbClr val="FFFFFF"/>
              </a:solidFill>
            </a:endParaRPr>
          </a:p>
          <a:p>
            <a:pPr lvl="1">
              <a:spcBef>
                <a:spcPts val="250"/>
              </a:spcBef>
              <a:buClr>
                <a:srgbClr val="FFFFFF"/>
              </a:buClr>
            </a:pPr>
            <a:r>
              <a:rPr lang="ru-RU" sz="1200" b="1" dirty="0">
                <a:solidFill>
                  <a:srgbClr val="FFFFFF"/>
                </a:solidFill>
              </a:rPr>
              <a:t>Упрощение взаимодействия </a:t>
            </a:r>
            <a:r>
              <a:rPr lang="ru-RU" sz="1200" dirty="0">
                <a:solidFill>
                  <a:srgbClr val="FFFFFF"/>
                </a:solidFill>
              </a:rPr>
              <a:t>с УК и ТСЖ</a:t>
            </a:r>
          </a:p>
          <a:p>
            <a:pPr lvl="1">
              <a:spcBef>
                <a:spcPts val="250"/>
              </a:spcBef>
              <a:buClr>
                <a:srgbClr val="FFFFFF"/>
              </a:buClr>
            </a:pPr>
            <a:r>
              <a:rPr lang="ru-RU" sz="1200" b="1" dirty="0">
                <a:solidFill>
                  <a:srgbClr val="FFFFFF"/>
                </a:solidFill>
              </a:rPr>
              <a:t>Экономия</a:t>
            </a:r>
            <a:r>
              <a:rPr lang="ru-RU" sz="1200" dirty="0">
                <a:solidFill>
                  <a:srgbClr val="FFFFFF"/>
                </a:solidFill>
              </a:rPr>
              <a:t> на использовании ресурсов</a:t>
            </a:r>
          </a:p>
        </p:txBody>
      </p:sp>
    </p:spTree>
    <p:extLst>
      <p:ext uri="{BB962C8B-B14F-4D97-AF65-F5344CB8AC3E}">
        <p14:creationId xmlns:p14="http://schemas.microsoft.com/office/powerpoint/2010/main" val="342549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 hidden="1">
            <a:extLst>
              <a:ext uri="{FF2B5EF4-FFF2-40B4-BE49-F238E27FC236}">
                <a16:creationId xmlns:a16="http://schemas.microsoft.com/office/drawing/2014/main" id="{68465D11-1B8E-4385-A9C7-1F83965AA41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25257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6" imgW="395" imgH="396" progId="TCLayout.ActiveDocument.1">
                  <p:embed/>
                </p:oleObj>
              </mc:Choice>
              <mc:Fallback>
                <p:oleObj name="think-cell Slide" r:id="rId56" imgW="395" imgH="396" progId="TCLayout.ActiveDocument.1">
                  <p:embed/>
                  <p:pic>
                    <p:nvPicPr>
                      <p:cNvPr id="4" name="Object 6" hidden="1">
                        <a:extLst>
                          <a:ext uri="{FF2B5EF4-FFF2-40B4-BE49-F238E27FC236}">
                            <a16:creationId xmlns:a16="http://schemas.microsoft.com/office/drawing/2014/main" id="{68465D11-1B8E-4385-A9C7-1F83965AA4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6AE11724-07AF-4DEE-A0BC-148193537AA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2200" b="1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8FFACD99-210E-4152-AEF4-7E369080F25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2200" b="1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ED2BADB1-CF06-406B-8266-060297E03C7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2200" b="1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9C909142-999A-4EE1-BBA2-EDC28C159555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4" y="565178"/>
            <a:ext cx="11082528" cy="33855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noAutofit/>
          </a:bodyPr>
          <a:lstStyle/>
          <a:p>
            <a:r>
              <a:rPr lang="ru-RU" sz="1800" dirty="0"/>
              <a:t>Потенциальный набор решений умного дома, сформированный на основе анализа лучших международных практик</a:t>
            </a:r>
          </a:p>
        </p:txBody>
      </p:sp>
      <p:sp>
        <p:nvSpPr>
          <p:cNvPr id="21" name="1. On-page tracker">
            <a:extLst>
              <a:ext uri="{FF2B5EF4-FFF2-40B4-BE49-F238E27FC236}">
                <a16:creationId xmlns:a16="http://schemas.microsoft.com/office/drawing/2014/main" id="{166ED2DB-9C88-4340-A2D0-39753EA353F7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2F49776-573D-4452-B62C-796502770B39}"/>
              </a:ext>
            </a:extLst>
          </p:cNvPr>
          <p:cNvGrpSpPr/>
          <p:nvPr/>
        </p:nvGrpSpPr>
        <p:grpSpPr>
          <a:xfrm>
            <a:off x="5195392" y="1445456"/>
            <a:ext cx="186763" cy="160147"/>
            <a:chOff x="5811167" y="1373675"/>
            <a:chExt cx="265573" cy="227726"/>
          </a:xfrm>
        </p:grpSpPr>
        <p:sp>
          <p:nvSpPr>
            <p:cNvPr id="170" name="Freeform 125">
              <a:extLst>
                <a:ext uri="{FF2B5EF4-FFF2-40B4-BE49-F238E27FC236}">
                  <a16:creationId xmlns:a16="http://schemas.microsoft.com/office/drawing/2014/main" id="{5724FAAE-AE4B-43CA-9165-A2947CFF8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0939" y="1413447"/>
              <a:ext cx="184746" cy="187954"/>
            </a:xfrm>
            <a:custGeom>
              <a:avLst/>
              <a:gdLst>
                <a:gd name="T0" fmla="*/ 288 w 288"/>
                <a:gd name="T1" fmla="*/ 129 h 293"/>
                <a:gd name="T2" fmla="*/ 145 w 288"/>
                <a:gd name="T3" fmla="*/ 0 h 293"/>
                <a:gd name="T4" fmla="*/ 145 w 288"/>
                <a:gd name="T5" fmla="*/ 0 h 293"/>
                <a:gd name="T6" fmla="*/ 145 w 288"/>
                <a:gd name="T7" fmla="*/ 0 h 293"/>
                <a:gd name="T8" fmla="*/ 145 w 288"/>
                <a:gd name="T9" fmla="*/ 0 h 293"/>
                <a:gd name="T10" fmla="*/ 0 w 288"/>
                <a:gd name="T11" fmla="*/ 129 h 293"/>
                <a:gd name="T12" fmla="*/ 0 w 288"/>
                <a:gd name="T13" fmla="*/ 293 h 293"/>
                <a:gd name="T14" fmla="*/ 107 w 288"/>
                <a:gd name="T15" fmla="*/ 293 h 293"/>
                <a:gd name="T16" fmla="*/ 107 w 288"/>
                <a:gd name="T17" fmla="*/ 198 h 293"/>
                <a:gd name="T18" fmla="*/ 180 w 288"/>
                <a:gd name="T19" fmla="*/ 198 h 293"/>
                <a:gd name="T20" fmla="*/ 180 w 288"/>
                <a:gd name="T21" fmla="*/ 293 h 293"/>
                <a:gd name="T22" fmla="*/ 288 w 288"/>
                <a:gd name="T23" fmla="*/ 293 h 293"/>
                <a:gd name="T24" fmla="*/ 288 w 288"/>
                <a:gd name="T25" fmla="*/ 129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" h="293">
                  <a:moveTo>
                    <a:pt x="288" y="129"/>
                  </a:move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0" y="129"/>
                  </a:lnTo>
                  <a:lnTo>
                    <a:pt x="0" y="293"/>
                  </a:lnTo>
                  <a:lnTo>
                    <a:pt x="107" y="293"/>
                  </a:lnTo>
                  <a:lnTo>
                    <a:pt x="107" y="198"/>
                  </a:lnTo>
                  <a:lnTo>
                    <a:pt x="180" y="198"/>
                  </a:lnTo>
                  <a:lnTo>
                    <a:pt x="180" y="293"/>
                  </a:lnTo>
                  <a:lnTo>
                    <a:pt x="288" y="293"/>
                  </a:lnTo>
                  <a:lnTo>
                    <a:pt x="288" y="129"/>
                  </a:lnTo>
                  <a:close/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800"/>
            </a:p>
          </p:txBody>
        </p:sp>
        <p:sp>
          <p:nvSpPr>
            <p:cNvPr id="171" name="Freeform 126">
              <a:extLst>
                <a:ext uri="{FF2B5EF4-FFF2-40B4-BE49-F238E27FC236}">
                  <a16:creationId xmlns:a16="http://schemas.microsoft.com/office/drawing/2014/main" id="{662B5F4D-AD2D-40A5-A0F5-65E3DAAFC3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1167" y="1373675"/>
              <a:ext cx="265573" cy="115467"/>
            </a:xfrm>
            <a:custGeom>
              <a:avLst/>
              <a:gdLst>
                <a:gd name="T0" fmla="*/ 414 w 414"/>
                <a:gd name="T1" fmla="*/ 180 h 180"/>
                <a:gd name="T2" fmla="*/ 207 w 414"/>
                <a:gd name="T3" fmla="*/ 0 h 180"/>
                <a:gd name="T4" fmla="*/ 109 w 414"/>
                <a:gd name="T5" fmla="*/ 84 h 180"/>
                <a:gd name="T6" fmla="*/ 109 w 414"/>
                <a:gd name="T7" fmla="*/ 30 h 180"/>
                <a:gd name="T8" fmla="*/ 64 w 414"/>
                <a:gd name="T9" fmla="*/ 30 h 180"/>
                <a:gd name="T10" fmla="*/ 64 w 414"/>
                <a:gd name="T11" fmla="*/ 123 h 180"/>
                <a:gd name="T12" fmla="*/ 0 w 414"/>
                <a:gd name="T13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4" h="180">
                  <a:moveTo>
                    <a:pt x="414" y="180"/>
                  </a:moveTo>
                  <a:lnTo>
                    <a:pt x="207" y="0"/>
                  </a:lnTo>
                  <a:lnTo>
                    <a:pt x="109" y="84"/>
                  </a:lnTo>
                  <a:lnTo>
                    <a:pt x="109" y="30"/>
                  </a:lnTo>
                  <a:lnTo>
                    <a:pt x="64" y="30"/>
                  </a:lnTo>
                  <a:lnTo>
                    <a:pt x="64" y="123"/>
                  </a:lnTo>
                  <a:lnTo>
                    <a:pt x="0" y="180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80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AC1FFFF-B0BF-4373-842B-A8144B42B484}"/>
              </a:ext>
            </a:extLst>
          </p:cNvPr>
          <p:cNvGrpSpPr/>
          <p:nvPr/>
        </p:nvGrpSpPr>
        <p:grpSpPr>
          <a:xfrm>
            <a:off x="1939954" y="1409788"/>
            <a:ext cx="264713" cy="195815"/>
            <a:chOff x="2870490" y="1303071"/>
            <a:chExt cx="403298" cy="298330"/>
          </a:xfrm>
        </p:grpSpPr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FB88FDF5-6DBA-4EC0-8330-43D7A4A91B48}"/>
                </a:ext>
              </a:extLst>
            </p:cNvPr>
            <p:cNvSpPr/>
            <p:nvPr/>
          </p:nvSpPr>
          <p:spPr>
            <a:xfrm>
              <a:off x="2870490" y="1325170"/>
              <a:ext cx="143640" cy="143640"/>
            </a:xfrm>
            <a:custGeom>
              <a:avLst/>
              <a:gdLst>
                <a:gd name="connsiteX0" fmla="*/ 247650 w 495300"/>
                <a:gd name="connsiteY0" fmla="*/ 495300 h 495300"/>
                <a:gd name="connsiteX1" fmla="*/ 0 w 495300"/>
                <a:gd name="connsiteY1" fmla="*/ 247650 h 495300"/>
                <a:gd name="connsiteX2" fmla="*/ 247650 w 495300"/>
                <a:gd name="connsiteY2" fmla="*/ 0 h 495300"/>
                <a:gd name="connsiteX3" fmla="*/ 495300 w 495300"/>
                <a:gd name="connsiteY3" fmla="*/ 247650 h 495300"/>
                <a:gd name="connsiteX4" fmla="*/ 247650 w 495300"/>
                <a:gd name="connsiteY4" fmla="*/ 495300 h 495300"/>
                <a:gd name="connsiteX5" fmla="*/ 247650 w 495300"/>
                <a:gd name="connsiteY5" fmla="*/ 38100 h 495300"/>
                <a:gd name="connsiteX6" fmla="*/ 38100 w 495300"/>
                <a:gd name="connsiteY6" fmla="*/ 247650 h 495300"/>
                <a:gd name="connsiteX7" fmla="*/ 247650 w 495300"/>
                <a:gd name="connsiteY7" fmla="*/ 457200 h 495300"/>
                <a:gd name="connsiteX8" fmla="*/ 457200 w 495300"/>
                <a:gd name="connsiteY8" fmla="*/ 247650 h 495300"/>
                <a:gd name="connsiteX9" fmla="*/ 247650 w 495300"/>
                <a:gd name="connsiteY9" fmla="*/ 38100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5300" h="495300">
                  <a:moveTo>
                    <a:pt x="247650" y="495300"/>
                  </a:moveTo>
                  <a:cubicBezTo>
                    <a:pt x="111062" y="495300"/>
                    <a:pt x="0" y="384239"/>
                    <a:pt x="0" y="247650"/>
                  </a:cubicBezTo>
                  <a:cubicBezTo>
                    <a:pt x="0" y="111062"/>
                    <a:pt x="111062" y="0"/>
                    <a:pt x="247650" y="0"/>
                  </a:cubicBezTo>
                  <a:cubicBezTo>
                    <a:pt x="384239" y="0"/>
                    <a:pt x="495300" y="111062"/>
                    <a:pt x="495300" y="247650"/>
                  </a:cubicBezTo>
                  <a:cubicBezTo>
                    <a:pt x="495300" y="384239"/>
                    <a:pt x="384239" y="495300"/>
                    <a:pt x="247650" y="495300"/>
                  </a:cubicBezTo>
                  <a:close/>
                  <a:moveTo>
                    <a:pt x="247650" y="38100"/>
                  </a:moveTo>
                  <a:cubicBezTo>
                    <a:pt x="132112" y="38100"/>
                    <a:pt x="38100" y="132112"/>
                    <a:pt x="38100" y="247650"/>
                  </a:cubicBezTo>
                  <a:cubicBezTo>
                    <a:pt x="38100" y="363188"/>
                    <a:pt x="132112" y="457200"/>
                    <a:pt x="247650" y="457200"/>
                  </a:cubicBezTo>
                  <a:cubicBezTo>
                    <a:pt x="363188" y="457200"/>
                    <a:pt x="457200" y="363188"/>
                    <a:pt x="457200" y="247650"/>
                  </a:cubicBezTo>
                  <a:cubicBezTo>
                    <a:pt x="457200" y="132112"/>
                    <a:pt x="363188" y="38100"/>
                    <a:pt x="247650" y="3810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80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94F37868-B3B0-49C7-A6D0-ADEB43AD7E96}"/>
                </a:ext>
              </a:extLst>
            </p:cNvPr>
            <p:cNvSpPr/>
            <p:nvPr/>
          </p:nvSpPr>
          <p:spPr>
            <a:xfrm>
              <a:off x="2936786" y="1435662"/>
              <a:ext cx="11049" cy="165739"/>
            </a:xfrm>
            <a:custGeom>
              <a:avLst/>
              <a:gdLst>
                <a:gd name="connsiteX0" fmla="*/ 19050 w 38100"/>
                <a:gd name="connsiteY0" fmla="*/ 571500 h 571500"/>
                <a:gd name="connsiteX1" fmla="*/ 0 w 38100"/>
                <a:gd name="connsiteY1" fmla="*/ 552450 h 571500"/>
                <a:gd name="connsiteX2" fmla="*/ 0 w 38100"/>
                <a:gd name="connsiteY2" fmla="*/ 19050 h 571500"/>
                <a:gd name="connsiteX3" fmla="*/ 19050 w 38100"/>
                <a:gd name="connsiteY3" fmla="*/ 0 h 571500"/>
                <a:gd name="connsiteX4" fmla="*/ 38100 w 38100"/>
                <a:gd name="connsiteY4" fmla="*/ 19050 h 571500"/>
                <a:gd name="connsiteX5" fmla="*/ 38100 w 38100"/>
                <a:gd name="connsiteY5" fmla="*/ 552450 h 571500"/>
                <a:gd name="connsiteX6" fmla="*/ 19050 w 38100"/>
                <a:gd name="connsiteY6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571500">
                  <a:moveTo>
                    <a:pt x="19050" y="571500"/>
                  </a:moveTo>
                  <a:cubicBezTo>
                    <a:pt x="8477" y="571500"/>
                    <a:pt x="0" y="563023"/>
                    <a:pt x="0" y="552450"/>
                  </a:cubicBezTo>
                  <a:lnTo>
                    <a:pt x="0" y="19050"/>
                  </a:lnTo>
                  <a:cubicBezTo>
                    <a:pt x="0" y="8477"/>
                    <a:pt x="8477" y="0"/>
                    <a:pt x="19050" y="0"/>
                  </a:cubicBezTo>
                  <a:cubicBezTo>
                    <a:pt x="29623" y="0"/>
                    <a:pt x="38100" y="8477"/>
                    <a:pt x="38100" y="19050"/>
                  </a:cubicBezTo>
                  <a:lnTo>
                    <a:pt x="38100" y="552450"/>
                  </a:lnTo>
                  <a:cubicBezTo>
                    <a:pt x="38100" y="563023"/>
                    <a:pt x="29623" y="571500"/>
                    <a:pt x="19050" y="57150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80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550AA961-24D1-4694-92BD-21D83B7F5BD6}"/>
                </a:ext>
              </a:extLst>
            </p:cNvPr>
            <p:cNvSpPr/>
            <p:nvPr/>
          </p:nvSpPr>
          <p:spPr>
            <a:xfrm>
              <a:off x="2914701" y="1413550"/>
              <a:ext cx="55246" cy="33161"/>
            </a:xfrm>
            <a:custGeom>
              <a:avLst/>
              <a:gdLst>
                <a:gd name="connsiteX0" fmla="*/ 95202 w 190499"/>
                <a:gd name="connsiteY0" fmla="*/ 114348 h 114347"/>
                <a:gd name="connsiteX1" fmla="*/ 81772 w 190499"/>
                <a:gd name="connsiteY1" fmla="*/ 108728 h 114347"/>
                <a:gd name="connsiteX2" fmla="*/ 5572 w 190499"/>
                <a:gd name="connsiteY2" fmla="*/ 32528 h 114347"/>
                <a:gd name="connsiteX3" fmla="*/ 5572 w 190499"/>
                <a:gd name="connsiteY3" fmla="*/ 5572 h 114347"/>
                <a:gd name="connsiteX4" fmla="*/ 32528 w 190499"/>
                <a:gd name="connsiteY4" fmla="*/ 5572 h 114347"/>
                <a:gd name="connsiteX5" fmla="*/ 95202 w 190499"/>
                <a:gd name="connsiteY5" fmla="*/ 68342 h 114347"/>
                <a:gd name="connsiteX6" fmla="*/ 157972 w 190499"/>
                <a:gd name="connsiteY6" fmla="*/ 5572 h 114347"/>
                <a:gd name="connsiteX7" fmla="*/ 184928 w 190499"/>
                <a:gd name="connsiteY7" fmla="*/ 5572 h 114347"/>
                <a:gd name="connsiteX8" fmla="*/ 184928 w 190499"/>
                <a:gd name="connsiteY8" fmla="*/ 32528 h 114347"/>
                <a:gd name="connsiteX9" fmla="*/ 108728 w 190499"/>
                <a:gd name="connsiteY9" fmla="*/ 108728 h 114347"/>
                <a:gd name="connsiteX10" fmla="*/ 95202 w 190499"/>
                <a:gd name="connsiteY10" fmla="*/ 114348 h 114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499" h="114347">
                  <a:moveTo>
                    <a:pt x="95202" y="114348"/>
                  </a:moveTo>
                  <a:cubicBezTo>
                    <a:pt x="90345" y="114348"/>
                    <a:pt x="85487" y="112443"/>
                    <a:pt x="81772" y="108728"/>
                  </a:cubicBezTo>
                  <a:lnTo>
                    <a:pt x="5572" y="32528"/>
                  </a:lnTo>
                  <a:cubicBezTo>
                    <a:pt x="-1857" y="25098"/>
                    <a:pt x="-1857" y="13002"/>
                    <a:pt x="5572" y="5572"/>
                  </a:cubicBezTo>
                  <a:cubicBezTo>
                    <a:pt x="13002" y="-1857"/>
                    <a:pt x="25098" y="-1857"/>
                    <a:pt x="32528" y="5572"/>
                  </a:cubicBezTo>
                  <a:lnTo>
                    <a:pt x="95202" y="68342"/>
                  </a:lnTo>
                  <a:lnTo>
                    <a:pt x="157972" y="5572"/>
                  </a:lnTo>
                  <a:cubicBezTo>
                    <a:pt x="165402" y="-1857"/>
                    <a:pt x="177498" y="-1857"/>
                    <a:pt x="184928" y="5572"/>
                  </a:cubicBezTo>
                  <a:cubicBezTo>
                    <a:pt x="192357" y="13002"/>
                    <a:pt x="192357" y="25098"/>
                    <a:pt x="184928" y="32528"/>
                  </a:cubicBezTo>
                  <a:lnTo>
                    <a:pt x="108728" y="108728"/>
                  </a:lnTo>
                  <a:cubicBezTo>
                    <a:pt x="104918" y="112443"/>
                    <a:pt x="100060" y="114348"/>
                    <a:pt x="95202" y="114348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80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F2AC2155-032D-4BE5-A6BA-1329D0200D9D}"/>
                </a:ext>
              </a:extLst>
            </p:cNvPr>
            <p:cNvSpPr/>
            <p:nvPr/>
          </p:nvSpPr>
          <p:spPr>
            <a:xfrm>
              <a:off x="2920212" y="1590352"/>
              <a:ext cx="353576" cy="11049"/>
            </a:xfrm>
            <a:custGeom>
              <a:avLst/>
              <a:gdLst>
                <a:gd name="connsiteX0" fmla="*/ 0 w 1219200"/>
                <a:gd name="connsiteY0" fmla="*/ 0 h 38100"/>
                <a:gd name="connsiteX1" fmla="*/ 1219200 w 1219200"/>
                <a:gd name="connsiteY1" fmla="*/ 0 h 38100"/>
                <a:gd name="connsiteX2" fmla="*/ 1219200 w 1219200"/>
                <a:gd name="connsiteY2" fmla="*/ 38100 h 38100"/>
                <a:gd name="connsiteX3" fmla="*/ 0 w 12192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" h="38100">
                  <a:moveTo>
                    <a:pt x="0" y="0"/>
                  </a:moveTo>
                  <a:lnTo>
                    <a:pt x="1219200" y="0"/>
                  </a:lnTo>
                  <a:lnTo>
                    <a:pt x="1219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80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909776BD-39DD-4072-9DAA-BECE26950988}"/>
                </a:ext>
              </a:extLst>
            </p:cNvPr>
            <p:cNvSpPr/>
            <p:nvPr/>
          </p:nvSpPr>
          <p:spPr>
            <a:xfrm>
              <a:off x="3069404" y="1303071"/>
              <a:ext cx="55219" cy="33148"/>
            </a:xfrm>
            <a:custGeom>
              <a:avLst/>
              <a:gdLst>
                <a:gd name="connsiteX0" fmla="*/ 95156 w 190405"/>
                <a:gd name="connsiteY0" fmla="*/ 114300 h 114300"/>
                <a:gd name="connsiteX1" fmla="*/ 76106 w 190405"/>
                <a:gd name="connsiteY1" fmla="*/ 95536 h 114300"/>
                <a:gd name="connsiteX2" fmla="*/ 76106 w 190405"/>
                <a:gd name="connsiteY2" fmla="*/ 95536 h 114300"/>
                <a:gd name="connsiteX3" fmla="*/ 76106 w 190405"/>
                <a:gd name="connsiteY3" fmla="*/ 95536 h 114300"/>
                <a:gd name="connsiteX4" fmla="*/ 76106 w 190405"/>
                <a:gd name="connsiteY4" fmla="*/ 95536 h 114300"/>
                <a:gd name="connsiteX5" fmla="*/ 76106 w 190405"/>
                <a:gd name="connsiteY5" fmla="*/ 95441 h 114300"/>
                <a:gd name="connsiteX6" fmla="*/ 76106 w 190405"/>
                <a:gd name="connsiteY6" fmla="*/ 95345 h 114300"/>
                <a:gd name="connsiteX7" fmla="*/ 76106 w 190405"/>
                <a:gd name="connsiteY7" fmla="*/ 95345 h 114300"/>
                <a:gd name="connsiteX8" fmla="*/ 76106 w 190405"/>
                <a:gd name="connsiteY8" fmla="*/ 95250 h 114300"/>
                <a:gd name="connsiteX9" fmla="*/ 18860 w 190405"/>
                <a:gd name="connsiteY9" fmla="*/ 38100 h 114300"/>
                <a:gd name="connsiteX10" fmla="*/ 1 w 190405"/>
                <a:gd name="connsiteY10" fmla="*/ 18955 h 114300"/>
                <a:gd name="connsiteX11" fmla="*/ 18956 w 190405"/>
                <a:gd name="connsiteY11" fmla="*/ 0 h 114300"/>
                <a:gd name="connsiteX12" fmla="*/ 95441 w 190405"/>
                <a:gd name="connsiteY12" fmla="*/ 35243 h 114300"/>
                <a:gd name="connsiteX13" fmla="*/ 171356 w 190405"/>
                <a:gd name="connsiteY13" fmla="*/ 0 h 114300"/>
                <a:gd name="connsiteX14" fmla="*/ 190406 w 190405"/>
                <a:gd name="connsiteY14" fmla="*/ 19050 h 114300"/>
                <a:gd name="connsiteX15" fmla="*/ 171356 w 190405"/>
                <a:gd name="connsiteY15" fmla="*/ 38100 h 114300"/>
                <a:gd name="connsiteX16" fmla="*/ 114206 w 190405"/>
                <a:gd name="connsiteY16" fmla="*/ 95345 h 114300"/>
                <a:gd name="connsiteX17" fmla="*/ 95156 w 190405"/>
                <a:gd name="connsiteY17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0405" h="114300">
                  <a:moveTo>
                    <a:pt x="95156" y="114300"/>
                  </a:moveTo>
                  <a:cubicBezTo>
                    <a:pt x="84678" y="114300"/>
                    <a:pt x="76296" y="105918"/>
                    <a:pt x="76106" y="95536"/>
                  </a:cubicBezTo>
                  <a:cubicBezTo>
                    <a:pt x="76106" y="95536"/>
                    <a:pt x="76106" y="95536"/>
                    <a:pt x="76106" y="95536"/>
                  </a:cubicBezTo>
                  <a:lnTo>
                    <a:pt x="76106" y="95536"/>
                  </a:lnTo>
                  <a:lnTo>
                    <a:pt x="76106" y="95536"/>
                  </a:lnTo>
                  <a:cubicBezTo>
                    <a:pt x="76106" y="95536"/>
                    <a:pt x="76106" y="95441"/>
                    <a:pt x="76106" y="95441"/>
                  </a:cubicBezTo>
                  <a:cubicBezTo>
                    <a:pt x="76106" y="95441"/>
                    <a:pt x="76106" y="95441"/>
                    <a:pt x="76106" y="95345"/>
                  </a:cubicBezTo>
                  <a:lnTo>
                    <a:pt x="76106" y="95345"/>
                  </a:lnTo>
                  <a:cubicBezTo>
                    <a:pt x="76106" y="95345"/>
                    <a:pt x="76106" y="95345"/>
                    <a:pt x="76106" y="95250"/>
                  </a:cubicBezTo>
                  <a:cubicBezTo>
                    <a:pt x="76106" y="41434"/>
                    <a:pt x="28385" y="38195"/>
                    <a:pt x="18860" y="38100"/>
                  </a:cubicBezTo>
                  <a:cubicBezTo>
                    <a:pt x="8383" y="38005"/>
                    <a:pt x="-94" y="29432"/>
                    <a:pt x="1" y="18955"/>
                  </a:cubicBezTo>
                  <a:cubicBezTo>
                    <a:pt x="1" y="8477"/>
                    <a:pt x="8478" y="0"/>
                    <a:pt x="18956" y="0"/>
                  </a:cubicBezTo>
                  <a:cubicBezTo>
                    <a:pt x="40482" y="0"/>
                    <a:pt x="74391" y="8477"/>
                    <a:pt x="95441" y="35243"/>
                  </a:cubicBezTo>
                  <a:cubicBezTo>
                    <a:pt x="109824" y="15621"/>
                    <a:pt x="133637" y="0"/>
                    <a:pt x="171356" y="0"/>
                  </a:cubicBezTo>
                  <a:cubicBezTo>
                    <a:pt x="181928" y="0"/>
                    <a:pt x="190406" y="8573"/>
                    <a:pt x="190406" y="19050"/>
                  </a:cubicBezTo>
                  <a:cubicBezTo>
                    <a:pt x="190406" y="29528"/>
                    <a:pt x="181928" y="38100"/>
                    <a:pt x="171356" y="38100"/>
                  </a:cubicBezTo>
                  <a:cubicBezTo>
                    <a:pt x="117635" y="38100"/>
                    <a:pt x="114301" y="85725"/>
                    <a:pt x="114206" y="95345"/>
                  </a:cubicBezTo>
                  <a:cubicBezTo>
                    <a:pt x="114110" y="105823"/>
                    <a:pt x="105633" y="114300"/>
                    <a:pt x="95156" y="11430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80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2DF7C713-AEAB-492B-84B9-C7C62A532F98}"/>
                </a:ext>
              </a:extLst>
            </p:cNvPr>
            <p:cNvSpPr/>
            <p:nvPr/>
          </p:nvSpPr>
          <p:spPr>
            <a:xfrm>
              <a:off x="3113601" y="1325170"/>
              <a:ext cx="55219" cy="33148"/>
            </a:xfrm>
            <a:custGeom>
              <a:avLst/>
              <a:gdLst>
                <a:gd name="connsiteX0" fmla="*/ 95156 w 190405"/>
                <a:gd name="connsiteY0" fmla="*/ 114300 h 114300"/>
                <a:gd name="connsiteX1" fmla="*/ 76106 w 190405"/>
                <a:gd name="connsiteY1" fmla="*/ 95536 h 114300"/>
                <a:gd name="connsiteX2" fmla="*/ 76106 w 190405"/>
                <a:gd name="connsiteY2" fmla="*/ 95536 h 114300"/>
                <a:gd name="connsiteX3" fmla="*/ 76106 w 190405"/>
                <a:gd name="connsiteY3" fmla="*/ 95536 h 114300"/>
                <a:gd name="connsiteX4" fmla="*/ 76106 w 190405"/>
                <a:gd name="connsiteY4" fmla="*/ 95536 h 114300"/>
                <a:gd name="connsiteX5" fmla="*/ 76106 w 190405"/>
                <a:gd name="connsiteY5" fmla="*/ 95441 h 114300"/>
                <a:gd name="connsiteX6" fmla="*/ 76106 w 190405"/>
                <a:gd name="connsiteY6" fmla="*/ 95345 h 114300"/>
                <a:gd name="connsiteX7" fmla="*/ 76106 w 190405"/>
                <a:gd name="connsiteY7" fmla="*/ 95345 h 114300"/>
                <a:gd name="connsiteX8" fmla="*/ 76106 w 190405"/>
                <a:gd name="connsiteY8" fmla="*/ 95250 h 114300"/>
                <a:gd name="connsiteX9" fmla="*/ 18860 w 190405"/>
                <a:gd name="connsiteY9" fmla="*/ 38100 h 114300"/>
                <a:gd name="connsiteX10" fmla="*/ 1 w 190405"/>
                <a:gd name="connsiteY10" fmla="*/ 18955 h 114300"/>
                <a:gd name="connsiteX11" fmla="*/ 18956 w 190405"/>
                <a:gd name="connsiteY11" fmla="*/ 0 h 114300"/>
                <a:gd name="connsiteX12" fmla="*/ 95441 w 190405"/>
                <a:gd name="connsiteY12" fmla="*/ 35243 h 114300"/>
                <a:gd name="connsiteX13" fmla="*/ 171356 w 190405"/>
                <a:gd name="connsiteY13" fmla="*/ 0 h 114300"/>
                <a:gd name="connsiteX14" fmla="*/ 190406 w 190405"/>
                <a:gd name="connsiteY14" fmla="*/ 19050 h 114300"/>
                <a:gd name="connsiteX15" fmla="*/ 171356 w 190405"/>
                <a:gd name="connsiteY15" fmla="*/ 38100 h 114300"/>
                <a:gd name="connsiteX16" fmla="*/ 114206 w 190405"/>
                <a:gd name="connsiteY16" fmla="*/ 95345 h 114300"/>
                <a:gd name="connsiteX17" fmla="*/ 95156 w 190405"/>
                <a:gd name="connsiteY17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0405" h="114300">
                  <a:moveTo>
                    <a:pt x="95156" y="114300"/>
                  </a:moveTo>
                  <a:cubicBezTo>
                    <a:pt x="84678" y="114300"/>
                    <a:pt x="76296" y="105918"/>
                    <a:pt x="76106" y="95536"/>
                  </a:cubicBezTo>
                  <a:cubicBezTo>
                    <a:pt x="76106" y="95536"/>
                    <a:pt x="76106" y="95536"/>
                    <a:pt x="76106" y="95536"/>
                  </a:cubicBezTo>
                  <a:lnTo>
                    <a:pt x="76106" y="95536"/>
                  </a:lnTo>
                  <a:lnTo>
                    <a:pt x="76106" y="95536"/>
                  </a:lnTo>
                  <a:cubicBezTo>
                    <a:pt x="76106" y="95536"/>
                    <a:pt x="76106" y="95441"/>
                    <a:pt x="76106" y="95441"/>
                  </a:cubicBezTo>
                  <a:cubicBezTo>
                    <a:pt x="76106" y="95441"/>
                    <a:pt x="76106" y="95441"/>
                    <a:pt x="76106" y="95345"/>
                  </a:cubicBezTo>
                  <a:lnTo>
                    <a:pt x="76106" y="95345"/>
                  </a:lnTo>
                  <a:cubicBezTo>
                    <a:pt x="76106" y="95345"/>
                    <a:pt x="76106" y="95345"/>
                    <a:pt x="76106" y="95250"/>
                  </a:cubicBezTo>
                  <a:cubicBezTo>
                    <a:pt x="76106" y="41434"/>
                    <a:pt x="28385" y="38195"/>
                    <a:pt x="18860" y="38100"/>
                  </a:cubicBezTo>
                  <a:cubicBezTo>
                    <a:pt x="8383" y="38005"/>
                    <a:pt x="-94" y="29432"/>
                    <a:pt x="1" y="18955"/>
                  </a:cubicBezTo>
                  <a:cubicBezTo>
                    <a:pt x="1" y="8477"/>
                    <a:pt x="8478" y="0"/>
                    <a:pt x="18956" y="0"/>
                  </a:cubicBezTo>
                  <a:cubicBezTo>
                    <a:pt x="40482" y="0"/>
                    <a:pt x="74391" y="8477"/>
                    <a:pt x="95441" y="35243"/>
                  </a:cubicBezTo>
                  <a:cubicBezTo>
                    <a:pt x="109824" y="15621"/>
                    <a:pt x="133637" y="0"/>
                    <a:pt x="171356" y="0"/>
                  </a:cubicBezTo>
                  <a:cubicBezTo>
                    <a:pt x="181928" y="0"/>
                    <a:pt x="190406" y="8572"/>
                    <a:pt x="190406" y="19050"/>
                  </a:cubicBezTo>
                  <a:cubicBezTo>
                    <a:pt x="190406" y="29528"/>
                    <a:pt x="181928" y="38100"/>
                    <a:pt x="171356" y="38100"/>
                  </a:cubicBezTo>
                  <a:cubicBezTo>
                    <a:pt x="117635" y="38100"/>
                    <a:pt x="114301" y="85725"/>
                    <a:pt x="114206" y="95345"/>
                  </a:cubicBezTo>
                  <a:cubicBezTo>
                    <a:pt x="114110" y="105823"/>
                    <a:pt x="105633" y="114300"/>
                    <a:pt x="95156" y="11430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80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1AA94342-08BF-440E-ADA1-9F50E17D1586}"/>
                </a:ext>
              </a:extLst>
            </p:cNvPr>
            <p:cNvSpPr/>
            <p:nvPr/>
          </p:nvSpPr>
          <p:spPr>
            <a:xfrm>
              <a:off x="3047305" y="1347268"/>
              <a:ext cx="55219" cy="33148"/>
            </a:xfrm>
            <a:custGeom>
              <a:avLst/>
              <a:gdLst>
                <a:gd name="connsiteX0" fmla="*/ 95156 w 190405"/>
                <a:gd name="connsiteY0" fmla="*/ 114300 h 114300"/>
                <a:gd name="connsiteX1" fmla="*/ 76106 w 190405"/>
                <a:gd name="connsiteY1" fmla="*/ 95536 h 114300"/>
                <a:gd name="connsiteX2" fmla="*/ 76106 w 190405"/>
                <a:gd name="connsiteY2" fmla="*/ 95536 h 114300"/>
                <a:gd name="connsiteX3" fmla="*/ 76106 w 190405"/>
                <a:gd name="connsiteY3" fmla="*/ 95536 h 114300"/>
                <a:gd name="connsiteX4" fmla="*/ 76106 w 190405"/>
                <a:gd name="connsiteY4" fmla="*/ 95536 h 114300"/>
                <a:gd name="connsiteX5" fmla="*/ 76106 w 190405"/>
                <a:gd name="connsiteY5" fmla="*/ 95441 h 114300"/>
                <a:gd name="connsiteX6" fmla="*/ 76106 w 190405"/>
                <a:gd name="connsiteY6" fmla="*/ 95345 h 114300"/>
                <a:gd name="connsiteX7" fmla="*/ 76106 w 190405"/>
                <a:gd name="connsiteY7" fmla="*/ 95345 h 114300"/>
                <a:gd name="connsiteX8" fmla="*/ 76106 w 190405"/>
                <a:gd name="connsiteY8" fmla="*/ 95250 h 114300"/>
                <a:gd name="connsiteX9" fmla="*/ 18860 w 190405"/>
                <a:gd name="connsiteY9" fmla="*/ 38100 h 114300"/>
                <a:gd name="connsiteX10" fmla="*/ 1 w 190405"/>
                <a:gd name="connsiteY10" fmla="*/ 18955 h 114300"/>
                <a:gd name="connsiteX11" fmla="*/ 18956 w 190405"/>
                <a:gd name="connsiteY11" fmla="*/ 0 h 114300"/>
                <a:gd name="connsiteX12" fmla="*/ 95441 w 190405"/>
                <a:gd name="connsiteY12" fmla="*/ 35243 h 114300"/>
                <a:gd name="connsiteX13" fmla="*/ 171356 w 190405"/>
                <a:gd name="connsiteY13" fmla="*/ 0 h 114300"/>
                <a:gd name="connsiteX14" fmla="*/ 190406 w 190405"/>
                <a:gd name="connsiteY14" fmla="*/ 19050 h 114300"/>
                <a:gd name="connsiteX15" fmla="*/ 171356 w 190405"/>
                <a:gd name="connsiteY15" fmla="*/ 38100 h 114300"/>
                <a:gd name="connsiteX16" fmla="*/ 114206 w 190405"/>
                <a:gd name="connsiteY16" fmla="*/ 95345 h 114300"/>
                <a:gd name="connsiteX17" fmla="*/ 95156 w 190405"/>
                <a:gd name="connsiteY17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0405" h="114300">
                  <a:moveTo>
                    <a:pt x="95156" y="114300"/>
                  </a:moveTo>
                  <a:cubicBezTo>
                    <a:pt x="84678" y="114300"/>
                    <a:pt x="76296" y="105918"/>
                    <a:pt x="76106" y="95536"/>
                  </a:cubicBezTo>
                  <a:cubicBezTo>
                    <a:pt x="76106" y="95536"/>
                    <a:pt x="76106" y="95536"/>
                    <a:pt x="76106" y="95536"/>
                  </a:cubicBezTo>
                  <a:lnTo>
                    <a:pt x="76106" y="95536"/>
                  </a:lnTo>
                  <a:lnTo>
                    <a:pt x="76106" y="95536"/>
                  </a:lnTo>
                  <a:cubicBezTo>
                    <a:pt x="76106" y="95536"/>
                    <a:pt x="76106" y="95441"/>
                    <a:pt x="76106" y="95441"/>
                  </a:cubicBezTo>
                  <a:cubicBezTo>
                    <a:pt x="76106" y="95441"/>
                    <a:pt x="76106" y="95441"/>
                    <a:pt x="76106" y="95345"/>
                  </a:cubicBezTo>
                  <a:lnTo>
                    <a:pt x="76106" y="95345"/>
                  </a:lnTo>
                  <a:cubicBezTo>
                    <a:pt x="76106" y="95345"/>
                    <a:pt x="76106" y="95345"/>
                    <a:pt x="76106" y="95250"/>
                  </a:cubicBezTo>
                  <a:cubicBezTo>
                    <a:pt x="76106" y="41434"/>
                    <a:pt x="28385" y="38195"/>
                    <a:pt x="18860" y="38100"/>
                  </a:cubicBezTo>
                  <a:cubicBezTo>
                    <a:pt x="8383" y="38005"/>
                    <a:pt x="-94" y="29432"/>
                    <a:pt x="1" y="18955"/>
                  </a:cubicBezTo>
                  <a:cubicBezTo>
                    <a:pt x="1" y="8477"/>
                    <a:pt x="8478" y="0"/>
                    <a:pt x="18956" y="0"/>
                  </a:cubicBezTo>
                  <a:cubicBezTo>
                    <a:pt x="40482" y="0"/>
                    <a:pt x="74391" y="8477"/>
                    <a:pt x="95441" y="35243"/>
                  </a:cubicBezTo>
                  <a:cubicBezTo>
                    <a:pt x="109824" y="15621"/>
                    <a:pt x="133637" y="0"/>
                    <a:pt x="171356" y="0"/>
                  </a:cubicBezTo>
                  <a:cubicBezTo>
                    <a:pt x="181928" y="0"/>
                    <a:pt x="190406" y="8572"/>
                    <a:pt x="190406" y="19050"/>
                  </a:cubicBezTo>
                  <a:cubicBezTo>
                    <a:pt x="190406" y="29528"/>
                    <a:pt x="181928" y="38100"/>
                    <a:pt x="171356" y="38100"/>
                  </a:cubicBezTo>
                  <a:cubicBezTo>
                    <a:pt x="117635" y="38100"/>
                    <a:pt x="114301" y="85725"/>
                    <a:pt x="114206" y="95345"/>
                  </a:cubicBezTo>
                  <a:cubicBezTo>
                    <a:pt x="114110" y="105823"/>
                    <a:pt x="105633" y="114300"/>
                    <a:pt x="95156" y="11430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800"/>
            </a:p>
          </p:txBody>
        </p:sp>
        <p:grpSp>
          <p:nvGrpSpPr>
            <p:cNvPr id="180" name="Graphic 112">
              <a:extLst>
                <a:ext uri="{FF2B5EF4-FFF2-40B4-BE49-F238E27FC236}">
                  <a16:creationId xmlns:a16="http://schemas.microsoft.com/office/drawing/2014/main" id="{39870F8B-9FC3-4D7E-B11A-9786B8CC4321}"/>
                </a:ext>
              </a:extLst>
            </p:cNvPr>
            <p:cNvGrpSpPr/>
            <p:nvPr/>
          </p:nvGrpSpPr>
          <p:grpSpPr>
            <a:xfrm>
              <a:off x="2977309" y="1457837"/>
              <a:ext cx="239382" cy="140884"/>
              <a:chOff x="5769006" y="3448315"/>
              <a:chExt cx="825436" cy="485795"/>
            </a:xfrm>
            <a:solidFill>
              <a:schemeClr val="accent3"/>
            </a:solidFill>
          </p:grpSpPr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9C22048B-7529-40C4-AD81-8ADF79CDB951}"/>
                  </a:ext>
                </a:extLst>
              </p:cNvPr>
              <p:cNvSpPr/>
              <p:nvPr/>
            </p:nvSpPr>
            <p:spPr>
              <a:xfrm>
                <a:off x="5932836" y="3448335"/>
                <a:ext cx="133540" cy="38100"/>
              </a:xfrm>
              <a:custGeom>
                <a:avLst/>
                <a:gdLst>
                  <a:gd name="connsiteX0" fmla="*/ 114491 w 133540"/>
                  <a:gd name="connsiteY0" fmla="*/ 38100 h 38100"/>
                  <a:gd name="connsiteX1" fmla="*/ 19050 w 133540"/>
                  <a:gd name="connsiteY1" fmla="*/ 38100 h 38100"/>
                  <a:gd name="connsiteX2" fmla="*/ 0 w 133540"/>
                  <a:gd name="connsiteY2" fmla="*/ 19050 h 38100"/>
                  <a:gd name="connsiteX3" fmla="*/ 19050 w 133540"/>
                  <a:gd name="connsiteY3" fmla="*/ 0 h 38100"/>
                  <a:gd name="connsiteX4" fmla="*/ 114491 w 133540"/>
                  <a:gd name="connsiteY4" fmla="*/ 0 h 38100"/>
                  <a:gd name="connsiteX5" fmla="*/ 133541 w 133540"/>
                  <a:gd name="connsiteY5" fmla="*/ 19050 h 38100"/>
                  <a:gd name="connsiteX6" fmla="*/ 114491 w 133540"/>
                  <a:gd name="connsiteY6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540" h="38100">
                    <a:moveTo>
                      <a:pt x="114491" y="38100"/>
                    </a:moveTo>
                    <a:lnTo>
                      <a:pt x="19050" y="38100"/>
                    </a:lnTo>
                    <a:cubicBezTo>
                      <a:pt x="8477" y="38100"/>
                      <a:pt x="0" y="29623"/>
                      <a:pt x="0" y="19050"/>
                    </a:cubicBezTo>
                    <a:cubicBezTo>
                      <a:pt x="0" y="8477"/>
                      <a:pt x="8477" y="0"/>
                      <a:pt x="19050" y="0"/>
                    </a:cubicBezTo>
                    <a:lnTo>
                      <a:pt x="114491" y="0"/>
                    </a:lnTo>
                    <a:cubicBezTo>
                      <a:pt x="125063" y="0"/>
                      <a:pt x="133541" y="8477"/>
                      <a:pt x="133541" y="19050"/>
                    </a:cubicBezTo>
                    <a:cubicBezTo>
                      <a:pt x="133541" y="29528"/>
                      <a:pt x="125063" y="38100"/>
                      <a:pt x="114491" y="3810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00"/>
              </a:p>
            </p:txBody>
          </p:sp>
          <p:grpSp>
            <p:nvGrpSpPr>
              <p:cNvPr id="182" name="Graphic 112">
                <a:extLst>
                  <a:ext uri="{FF2B5EF4-FFF2-40B4-BE49-F238E27FC236}">
                    <a16:creationId xmlns:a16="http://schemas.microsoft.com/office/drawing/2014/main" id="{D58AD21A-222D-4F21-B4D1-FA59E726E1E9}"/>
                  </a:ext>
                </a:extLst>
              </p:cNvPr>
              <p:cNvGrpSpPr/>
              <p:nvPr/>
            </p:nvGrpSpPr>
            <p:grpSpPr>
              <a:xfrm>
                <a:off x="5769006" y="3448315"/>
                <a:ext cx="825436" cy="485795"/>
                <a:chOff x="5769006" y="3448315"/>
                <a:chExt cx="825436" cy="485795"/>
              </a:xfrm>
              <a:grpFill/>
            </p:grpSpPr>
            <p:sp>
              <p:nvSpPr>
                <p:cNvPr id="183" name="Freeform: Shape 182">
                  <a:extLst>
                    <a:ext uri="{FF2B5EF4-FFF2-40B4-BE49-F238E27FC236}">
                      <a16:creationId xmlns:a16="http://schemas.microsoft.com/office/drawing/2014/main" id="{960F2A2A-9FCC-404F-8DCE-06446D9F9260}"/>
                    </a:ext>
                  </a:extLst>
                </p:cNvPr>
                <p:cNvSpPr/>
                <p:nvPr/>
              </p:nvSpPr>
              <p:spPr>
                <a:xfrm>
                  <a:off x="5912148" y="3538061"/>
                  <a:ext cx="431762" cy="252888"/>
                </a:xfrm>
                <a:custGeom>
                  <a:avLst/>
                  <a:gdLst>
                    <a:gd name="connsiteX0" fmla="*/ 269576 w 431762"/>
                    <a:gd name="connsiteY0" fmla="*/ 252889 h 252888"/>
                    <a:gd name="connsiteX1" fmla="*/ 19069 w 431762"/>
                    <a:gd name="connsiteY1" fmla="*/ 252889 h 252888"/>
                    <a:gd name="connsiteX2" fmla="*/ 2876 w 431762"/>
                    <a:gd name="connsiteY2" fmla="*/ 243840 h 252888"/>
                    <a:gd name="connsiteX3" fmla="*/ 2019 w 431762"/>
                    <a:gd name="connsiteY3" fmla="*/ 225266 h 252888"/>
                    <a:gd name="connsiteX4" fmla="*/ 109366 w 431762"/>
                    <a:gd name="connsiteY4" fmla="*/ 10573 h 252888"/>
                    <a:gd name="connsiteX5" fmla="*/ 126416 w 431762"/>
                    <a:gd name="connsiteY5" fmla="*/ 0 h 252888"/>
                    <a:gd name="connsiteX6" fmla="*/ 412737 w 431762"/>
                    <a:gd name="connsiteY6" fmla="*/ 0 h 252888"/>
                    <a:gd name="connsiteX7" fmla="*/ 429501 w 431762"/>
                    <a:gd name="connsiteY7" fmla="*/ 10097 h 252888"/>
                    <a:gd name="connsiteX8" fmla="*/ 428549 w 431762"/>
                    <a:gd name="connsiteY8" fmla="*/ 29623 h 252888"/>
                    <a:gd name="connsiteX9" fmla="*/ 285388 w 431762"/>
                    <a:gd name="connsiteY9" fmla="*/ 244412 h 252888"/>
                    <a:gd name="connsiteX10" fmla="*/ 269576 w 431762"/>
                    <a:gd name="connsiteY10" fmla="*/ 252889 h 252888"/>
                    <a:gd name="connsiteX11" fmla="*/ 49835 w 431762"/>
                    <a:gd name="connsiteY11" fmla="*/ 214789 h 252888"/>
                    <a:gd name="connsiteX12" fmla="*/ 259385 w 431762"/>
                    <a:gd name="connsiteY12" fmla="*/ 214789 h 252888"/>
                    <a:gd name="connsiteX13" fmla="*/ 377114 w 431762"/>
                    <a:gd name="connsiteY13" fmla="*/ 38195 h 252888"/>
                    <a:gd name="connsiteX14" fmla="*/ 138227 w 431762"/>
                    <a:gd name="connsiteY14" fmla="*/ 38195 h 252888"/>
                    <a:gd name="connsiteX15" fmla="*/ 49835 w 431762"/>
                    <a:gd name="connsiteY15" fmla="*/ 214789 h 2528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31762" h="252888">
                      <a:moveTo>
                        <a:pt x="269576" y="252889"/>
                      </a:moveTo>
                      <a:lnTo>
                        <a:pt x="19069" y="252889"/>
                      </a:lnTo>
                      <a:cubicBezTo>
                        <a:pt x="12497" y="252889"/>
                        <a:pt x="6305" y="249460"/>
                        <a:pt x="2876" y="243840"/>
                      </a:cubicBezTo>
                      <a:cubicBezTo>
                        <a:pt x="-648" y="238220"/>
                        <a:pt x="-934" y="231172"/>
                        <a:pt x="2019" y="225266"/>
                      </a:cubicBezTo>
                      <a:lnTo>
                        <a:pt x="109366" y="10573"/>
                      </a:lnTo>
                      <a:cubicBezTo>
                        <a:pt x="112604" y="4096"/>
                        <a:pt x="119177" y="0"/>
                        <a:pt x="126416" y="0"/>
                      </a:cubicBezTo>
                      <a:lnTo>
                        <a:pt x="412737" y="0"/>
                      </a:lnTo>
                      <a:cubicBezTo>
                        <a:pt x="419786" y="0"/>
                        <a:pt x="426263" y="3905"/>
                        <a:pt x="429501" y="10097"/>
                      </a:cubicBezTo>
                      <a:cubicBezTo>
                        <a:pt x="432835" y="16288"/>
                        <a:pt x="432454" y="23813"/>
                        <a:pt x="428549" y="29623"/>
                      </a:cubicBezTo>
                      <a:lnTo>
                        <a:pt x="285388" y="244412"/>
                      </a:lnTo>
                      <a:cubicBezTo>
                        <a:pt x="281864" y="249746"/>
                        <a:pt x="275958" y="252889"/>
                        <a:pt x="269576" y="252889"/>
                      </a:cubicBezTo>
                      <a:close/>
                      <a:moveTo>
                        <a:pt x="49835" y="214789"/>
                      </a:moveTo>
                      <a:lnTo>
                        <a:pt x="259385" y="214789"/>
                      </a:lnTo>
                      <a:lnTo>
                        <a:pt x="377114" y="38195"/>
                      </a:lnTo>
                      <a:lnTo>
                        <a:pt x="138227" y="38195"/>
                      </a:lnTo>
                      <a:lnTo>
                        <a:pt x="49835" y="214789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00"/>
                </a:p>
              </p:txBody>
            </p:sp>
            <p:sp>
              <p:nvSpPr>
                <p:cNvPr id="184" name="Freeform: Shape 183">
                  <a:extLst>
                    <a:ext uri="{FF2B5EF4-FFF2-40B4-BE49-F238E27FC236}">
                      <a16:creationId xmlns:a16="http://schemas.microsoft.com/office/drawing/2014/main" id="{3FCA4190-9CDA-453F-B980-8BEDD256FE36}"/>
                    </a:ext>
                  </a:extLst>
                </p:cNvPr>
                <p:cNvSpPr/>
                <p:nvPr/>
              </p:nvSpPr>
              <p:spPr>
                <a:xfrm>
                  <a:off x="5968630" y="3448315"/>
                  <a:ext cx="232070" cy="342634"/>
                </a:xfrm>
                <a:custGeom>
                  <a:avLst/>
                  <a:gdLst>
                    <a:gd name="connsiteX0" fmla="*/ 213095 w 232070"/>
                    <a:gd name="connsiteY0" fmla="*/ 342635 h 342634"/>
                    <a:gd name="connsiteX1" fmla="*/ 196998 w 232070"/>
                    <a:gd name="connsiteY1" fmla="*/ 333777 h 342634"/>
                    <a:gd name="connsiteX2" fmla="*/ 2973 w 232070"/>
                    <a:gd name="connsiteY2" fmla="*/ 29262 h 342634"/>
                    <a:gd name="connsiteX3" fmla="*/ 8784 w 232070"/>
                    <a:gd name="connsiteY3" fmla="*/ 2973 h 342634"/>
                    <a:gd name="connsiteX4" fmla="*/ 35073 w 232070"/>
                    <a:gd name="connsiteY4" fmla="*/ 8784 h 342634"/>
                    <a:gd name="connsiteX5" fmla="*/ 229097 w 232070"/>
                    <a:gd name="connsiteY5" fmla="*/ 313298 h 342634"/>
                    <a:gd name="connsiteX6" fmla="*/ 223287 w 232070"/>
                    <a:gd name="connsiteY6" fmla="*/ 339587 h 342634"/>
                    <a:gd name="connsiteX7" fmla="*/ 213095 w 232070"/>
                    <a:gd name="connsiteY7" fmla="*/ 342635 h 342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32070" h="342634">
                      <a:moveTo>
                        <a:pt x="213095" y="342635"/>
                      </a:moveTo>
                      <a:cubicBezTo>
                        <a:pt x="206808" y="342635"/>
                        <a:pt x="200617" y="339492"/>
                        <a:pt x="196998" y="333777"/>
                      </a:cubicBezTo>
                      <a:lnTo>
                        <a:pt x="2973" y="29262"/>
                      </a:lnTo>
                      <a:cubicBezTo>
                        <a:pt x="-2646" y="20404"/>
                        <a:pt x="-75" y="8593"/>
                        <a:pt x="8784" y="2973"/>
                      </a:cubicBezTo>
                      <a:cubicBezTo>
                        <a:pt x="17642" y="-2646"/>
                        <a:pt x="29453" y="-75"/>
                        <a:pt x="35073" y="8784"/>
                      </a:cubicBezTo>
                      <a:lnTo>
                        <a:pt x="229097" y="313298"/>
                      </a:lnTo>
                      <a:cubicBezTo>
                        <a:pt x="234717" y="322156"/>
                        <a:pt x="232145" y="333967"/>
                        <a:pt x="223287" y="339587"/>
                      </a:cubicBezTo>
                      <a:cubicBezTo>
                        <a:pt x="220143" y="341682"/>
                        <a:pt x="216619" y="342635"/>
                        <a:pt x="213095" y="342635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00"/>
                </a:p>
              </p:txBody>
            </p:sp>
            <p:sp>
              <p:nvSpPr>
                <p:cNvPr id="185" name="Freeform: Shape 184">
                  <a:extLst>
                    <a:ext uri="{FF2B5EF4-FFF2-40B4-BE49-F238E27FC236}">
                      <a16:creationId xmlns:a16="http://schemas.microsoft.com/office/drawing/2014/main" id="{1C6D08D5-ED97-42E0-B365-FDA4C91BB929}"/>
                    </a:ext>
                  </a:extLst>
                </p:cNvPr>
                <p:cNvSpPr/>
                <p:nvPr/>
              </p:nvSpPr>
              <p:spPr>
                <a:xfrm>
                  <a:off x="6198489" y="3466528"/>
                  <a:ext cx="252882" cy="324421"/>
                </a:xfrm>
                <a:custGeom>
                  <a:avLst/>
                  <a:gdLst>
                    <a:gd name="connsiteX0" fmla="*/ 233744 w 252882"/>
                    <a:gd name="connsiteY0" fmla="*/ 324422 h 324421"/>
                    <a:gd name="connsiteX1" fmla="*/ 216694 w 252882"/>
                    <a:gd name="connsiteY1" fmla="*/ 313849 h 324421"/>
                    <a:gd name="connsiteX2" fmla="*/ 78867 w 252882"/>
                    <a:gd name="connsiteY2" fmla="*/ 38100 h 324421"/>
                    <a:gd name="connsiteX3" fmla="*/ 19050 w 252882"/>
                    <a:gd name="connsiteY3" fmla="*/ 38100 h 324421"/>
                    <a:gd name="connsiteX4" fmla="*/ 0 w 252882"/>
                    <a:gd name="connsiteY4" fmla="*/ 19050 h 324421"/>
                    <a:gd name="connsiteX5" fmla="*/ 19050 w 252882"/>
                    <a:gd name="connsiteY5" fmla="*/ 0 h 324421"/>
                    <a:gd name="connsiteX6" fmla="*/ 90678 w 252882"/>
                    <a:gd name="connsiteY6" fmla="*/ 0 h 324421"/>
                    <a:gd name="connsiteX7" fmla="*/ 107728 w 252882"/>
                    <a:gd name="connsiteY7" fmla="*/ 10573 h 324421"/>
                    <a:gd name="connsiteX8" fmla="*/ 250888 w 252882"/>
                    <a:gd name="connsiteY8" fmla="*/ 296894 h 324421"/>
                    <a:gd name="connsiteX9" fmla="*/ 242411 w 252882"/>
                    <a:gd name="connsiteY9" fmla="*/ 322421 h 324421"/>
                    <a:gd name="connsiteX10" fmla="*/ 233744 w 252882"/>
                    <a:gd name="connsiteY10" fmla="*/ 324422 h 324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52882" h="324421">
                      <a:moveTo>
                        <a:pt x="233744" y="324422"/>
                      </a:moveTo>
                      <a:cubicBezTo>
                        <a:pt x="226790" y="324422"/>
                        <a:pt x="220027" y="320612"/>
                        <a:pt x="216694" y="313849"/>
                      </a:cubicBezTo>
                      <a:lnTo>
                        <a:pt x="78867" y="38100"/>
                      </a:lnTo>
                      <a:lnTo>
                        <a:pt x="19050" y="38100"/>
                      </a:lnTo>
                      <a:cubicBezTo>
                        <a:pt x="8477" y="38100"/>
                        <a:pt x="0" y="29623"/>
                        <a:pt x="0" y="19050"/>
                      </a:cubicBezTo>
                      <a:cubicBezTo>
                        <a:pt x="0" y="8477"/>
                        <a:pt x="8477" y="0"/>
                        <a:pt x="19050" y="0"/>
                      </a:cubicBezTo>
                      <a:lnTo>
                        <a:pt x="90678" y="0"/>
                      </a:lnTo>
                      <a:cubicBezTo>
                        <a:pt x="97917" y="0"/>
                        <a:pt x="104489" y="4096"/>
                        <a:pt x="107728" y="10573"/>
                      </a:cubicBezTo>
                      <a:lnTo>
                        <a:pt x="250888" y="296894"/>
                      </a:lnTo>
                      <a:cubicBezTo>
                        <a:pt x="255556" y="306324"/>
                        <a:pt x="251746" y="317754"/>
                        <a:pt x="242411" y="322421"/>
                      </a:cubicBezTo>
                      <a:cubicBezTo>
                        <a:pt x="239554" y="323755"/>
                        <a:pt x="236696" y="324422"/>
                        <a:pt x="233744" y="324422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00"/>
                </a:p>
              </p:txBody>
            </p:sp>
            <p:sp>
              <p:nvSpPr>
                <p:cNvPr id="186" name="Freeform: Shape 185">
                  <a:extLst>
                    <a:ext uri="{FF2B5EF4-FFF2-40B4-BE49-F238E27FC236}">
                      <a16:creationId xmlns:a16="http://schemas.microsoft.com/office/drawing/2014/main" id="{5325B682-8EB1-431F-A49F-D58AB2EF9F6E}"/>
                    </a:ext>
                  </a:extLst>
                </p:cNvPr>
                <p:cNvSpPr/>
                <p:nvPr/>
              </p:nvSpPr>
              <p:spPr>
                <a:xfrm>
                  <a:off x="6377368" y="3717035"/>
                  <a:ext cx="109727" cy="109728"/>
                </a:xfrm>
                <a:custGeom>
                  <a:avLst/>
                  <a:gdLst>
                    <a:gd name="connsiteX0" fmla="*/ 54864 w 109727"/>
                    <a:gd name="connsiteY0" fmla="*/ 109728 h 109728"/>
                    <a:gd name="connsiteX1" fmla="*/ 0 w 109727"/>
                    <a:gd name="connsiteY1" fmla="*/ 54864 h 109728"/>
                    <a:gd name="connsiteX2" fmla="*/ 54864 w 109727"/>
                    <a:gd name="connsiteY2" fmla="*/ 0 h 109728"/>
                    <a:gd name="connsiteX3" fmla="*/ 109728 w 109727"/>
                    <a:gd name="connsiteY3" fmla="*/ 54864 h 109728"/>
                    <a:gd name="connsiteX4" fmla="*/ 54864 w 109727"/>
                    <a:gd name="connsiteY4" fmla="*/ 109728 h 109728"/>
                    <a:gd name="connsiteX5" fmla="*/ 54864 w 109727"/>
                    <a:gd name="connsiteY5" fmla="*/ 38100 h 109728"/>
                    <a:gd name="connsiteX6" fmla="*/ 38100 w 109727"/>
                    <a:gd name="connsiteY6" fmla="*/ 54864 h 109728"/>
                    <a:gd name="connsiteX7" fmla="*/ 54864 w 109727"/>
                    <a:gd name="connsiteY7" fmla="*/ 71628 h 109728"/>
                    <a:gd name="connsiteX8" fmla="*/ 71628 w 109727"/>
                    <a:gd name="connsiteY8" fmla="*/ 54864 h 109728"/>
                    <a:gd name="connsiteX9" fmla="*/ 54864 w 109727"/>
                    <a:gd name="connsiteY9" fmla="*/ 38100 h 109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9727" h="109728">
                      <a:moveTo>
                        <a:pt x="54864" y="109728"/>
                      </a:moveTo>
                      <a:cubicBezTo>
                        <a:pt x="24670" y="109728"/>
                        <a:pt x="0" y="85154"/>
                        <a:pt x="0" y="54864"/>
                      </a:cubicBezTo>
                      <a:cubicBezTo>
                        <a:pt x="0" y="24575"/>
                        <a:pt x="24575" y="0"/>
                        <a:pt x="54864" y="0"/>
                      </a:cubicBezTo>
                      <a:cubicBezTo>
                        <a:pt x="85154" y="0"/>
                        <a:pt x="109728" y="24575"/>
                        <a:pt x="109728" y="54864"/>
                      </a:cubicBezTo>
                      <a:cubicBezTo>
                        <a:pt x="109728" y="85154"/>
                        <a:pt x="85154" y="109728"/>
                        <a:pt x="54864" y="109728"/>
                      </a:cubicBezTo>
                      <a:close/>
                      <a:moveTo>
                        <a:pt x="54864" y="38100"/>
                      </a:moveTo>
                      <a:cubicBezTo>
                        <a:pt x="45625" y="38100"/>
                        <a:pt x="38100" y="45625"/>
                        <a:pt x="38100" y="54864"/>
                      </a:cubicBezTo>
                      <a:cubicBezTo>
                        <a:pt x="38100" y="64103"/>
                        <a:pt x="45625" y="71628"/>
                        <a:pt x="54864" y="71628"/>
                      </a:cubicBezTo>
                      <a:cubicBezTo>
                        <a:pt x="64103" y="71628"/>
                        <a:pt x="71628" y="64103"/>
                        <a:pt x="71628" y="54864"/>
                      </a:cubicBezTo>
                      <a:cubicBezTo>
                        <a:pt x="71628" y="45625"/>
                        <a:pt x="64103" y="38100"/>
                        <a:pt x="54864" y="3810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00"/>
                </a:p>
              </p:txBody>
            </p:sp>
            <p:sp>
              <p:nvSpPr>
                <p:cNvPr id="187" name="Freeform: Shape 186">
                  <a:extLst>
                    <a:ext uri="{FF2B5EF4-FFF2-40B4-BE49-F238E27FC236}">
                      <a16:creationId xmlns:a16="http://schemas.microsoft.com/office/drawing/2014/main" id="{A106D5A8-DA39-45A6-9347-07FFC648C0CB}"/>
                    </a:ext>
                  </a:extLst>
                </p:cNvPr>
                <p:cNvSpPr/>
                <p:nvPr/>
              </p:nvSpPr>
              <p:spPr>
                <a:xfrm>
                  <a:off x="5876353" y="3717035"/>
                  <a:ext cx="109728" cy="109728"/>
                </a:xfrm>
                <a:custGeom>
                  <a:avLst/>
                  <a:gdLst>
                    <a:gd name="connsiteX0" fmla="*/ 54864 w 109728"/>
                    <a:gd name="connsiteY0" fmla="*/ 109728 h 109728"/>
                    <a:gd name="connsiteX1" fmla="*/ 0 w 109728"/>
                    <a:gd name="connsiteY1" fmla="*/ 54864 h 109728"/>
                    <a:gd name="connsiteX2" fmla="*/ 54864 w 109728"/>
                    <a:gd name="connsiteY2" fmla="*/ 0 h 109728"/>
                    <a:gd name="connsiteX3" fmla="*/ 109728 w 109728"/>
                    <a:gd name="connsiteY3" fmla="*/ 54864 h 109728"/>
                    <a:gd name="connsiteX4" fmla="*/ 54864 w 109728"/>
                    <a:gd name="connsiteY4" fmla="*/ 109728 h 109728"/>
                    <a:gd name="connsiteX5" fmla="*/ 54864 w 109728"/>
                    <a:gd name="connsiteY5" fmla="*/ 38100 h 109728"/>
                    <a:gd name="connsiteX6" fmla="*/ 38100 w 109728"/>
                    <a:gd name="connsiteY6" fmla="*/ 54864 h 109728"/>
                    <a:gd name="connsiteX7" fmla="*/ 54864 w 109728"/>
                    <a:gd name="connsiteY7" fmla="*/ 71628 h 109728"/>
                    <a:gd name="connsiteX8" fmla="*/ 71628 w 109728"/>
                    <a:gd name="connsiteY8" fmla="*/ 54864 h 109728"/>
                    <a:gd name="connsiteX9" fmla="*/ 54864 w 109728"/>
                    <a:gd name="connsiteY9" fmla="*/ 38100 h 109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9728" h="109728">
                      <a:moveTo>
                        <a:pt x="54864" y="109728"/>
                      </a:moveTo>
                      <a:cubicBezTo>
                        <a:pt x="24575" y="109728"/>
                        <a:pt x="0" y="85154"/>
                        <a:pt x="0" y="54864"/>
                      </a:cubicBezTo>
                      <a:cubicBezTo>
                        <a:pt x="0" y="24575"/>
                        <a:pt x="24575" y="0"/>
                        <a:pt x="54864" y="0"/>
                      </a:cubicBezTo>
                      <a:cubicBezTo>
                        <a:pt x="85154" y="0"/>
                        <a:pt x="109728" y="24575"/>
                        <a:pt x="109728" y="54864"/>
                      </a:cubicBezTo>
                      <a:cubicBezTo>
                        <a:pt x="109728" y="85154"/>
                        <a:pt x="85058" y="109728"/>
                        <a:pt x="54864" y="109728"/>
                      </a:cubicBezTo>
                      <a:close/>
                      <a:moveTo>
                        <a:pt x="54864" y="38100"/>
                      </a:moveTo>
                      <a:cubicBezTo>
                        <a:pt x="45625" y="38100"/>
                        <a:pt x="38100" y="45625"/>
                        <a:pt x="38100" y="54864"/>
                      </a:cubicBezTo>
                      <a:cubicBezTo>
                        <a:pt x="38100" y="64103"/>
                        <a:pt x="45625" y="71628"/>
                        <a:pt x="54864" y="71628"/>
                      </a:cubicBezTo>
                      <a:cubicBezTo>
                        <a:pt x="64103" y="71628"/>
                        <a:pt x="71628" y="64103"/>
                        <a:pt x="71628" y="54864"/>
                      </a:cubicBezTo>
                      <a:cubicBezTo>
                        <a:pt x="71533" y="45625"/>
                        <a:pt x="64008" y="38100"/>
                        <a:pt x="54864" y="3810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00"/>
                </a:p>
              </p:txBody>
            </p:sp>
            <p:sp>
              <p:nvSpPr>
                <p:cNvPr id="188" name="Freeform: Shape 187">
                  <a:extLst>
                    <a:ext uri="{FF2B5EF4-FFF2-40B4-BE49-F238E27FC236}">
                      <a16:creationId xmlns:a16="http://schemas.microsoft.com/office/drawing/2014/main" id="{85855349-E706-4C42-A37E-BF241F833E9B}"/>
                    </a:ext>
                  </a:extLst>
                </p:cNvPr>
                <p:cNvSpPr/>
                <p:nvPr/>
              </p:nvSpPr>
              <p:spPr>
                <a:xfrm>
                  <a:off x="6270021" y="3609689"/>
                  <a:ext cx="324421" cy="324421"/>
                </a:xfrm>
                <a:custGeom>
                  <a:avLst/>
                  <a:gdLst>
                    <a:gd name="connsiteX0" fmla="*/ 162211 w 324421"/>
                    <a:gd name="connsiteY0" fmla="*/ 324421 h 324421"/>
                    <a:gd name="connsiteX1" fmla="*/ 0 w 324421"/>
                    <a:gd name="connsiteY1" fmla="*/ 162211 h 324421"/>
                    <a:gd name="connsiteX2" fmla="*/ 162211 w 324421"/>
                    <a:gd name="connsiteY2" fmla="*/ 0 h 324421"/>
                    <a:gd name="connsiteX3" fmla="*/ 324422 w 324421"/>
                    <a:gd name="connsiteY3" fmla="*/ 162211 h 324421"/>
                    <a:gd name="connsiteX4" fmla="*/ 162211 w 324421"/>
                    <a:gd name="connsiteY4" fmla="*/ 324421 h 324421"/>
                    <a:gd name="connsiteX5" fmla="*/ 162211 w 324421"/>
                    <a:gd name="connsiteY5" fmla="*/ 38100 h 324421"/>
                    <a:gd name="connsiteX6" fmla="*/ 38100 w 324421"/>
                    <a:gd name="connsiteY6" fmla="*/ 162211 h 324421"/>
                    <a:gd name="connsiteX7" fmla="*/ 162211 w 324421"/>
                    <a:gd name="connsiteY7" fmla="*/ 286321 h 324421"/>
                    <a:gd name="connsiteX8" fmla="*/ 286322 w 324421"/>
                    <a:gd name="connsiteY8" fmla="*/ 162211 h 324421"/>
                    <a:gd name="connsiteX9" fmla="*/ 162211 w 324421"/>
                    <a:gd name="connsiteY9" fmla="*/ 38100 h 324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24421" h="324421">
                      <a:moveTo>
                        <a:pt x="162211" y="324421"/>
                      </a:moveTo>
                      <a:cubicBezTo>
                        <a:pt x="72771" y="324421"/>
                        <a:pt x="0" y="251650"/>
                        <a:pt x="0" y="162211"/>
                      </a:cubicBezTo>
                      <a:cubicBezTo>
                        <a:pt x="0" y="72771"/>
                        <a:pt x="72771" y="0"/>
                        <a:pt x="162211" y="0"/>
                      </a:cubicBezTo>
                      <a:cubicBezTo>
                        <a:pt x="251651" y="0"/>
                        <a:pt x="324422" y="72771"/>
                        <a:pt x="324422" y="162211"/>
                      </a:cubicBezTo>
                      <a:cubicBezTo>
                        <a:pt x="324422" y="251650"/>
                        <a:pt x="251651" y="324421"/>
                        <a:pt x="162211" y="324421"/>
                      </a:cubicBezTo>
                      <a:close/>
                      <a:moveTo>
                        <a:pt x="162211" y="38100"/>
                      </a:moveTo>
                      <a:cubicBezTo>
                        <a:pt x="93821" y="38100"/>
                        <a:pt x="38100" y="93821"/>
                        <a:pt x="38100" y="162211"/>
                      </a:cubicBezTo>
                      <a:cubicBezTo>
                        <a:pt x="38100" y="230696"/>
                        <a:pt x="93821" y="286321"/>
                        <a:pt x="162211" y="286321"/>
                      </a:cubicBezTo>
                      <a:cubicBezTo>
                        <a:pt x="230600" y="286321"/>
                        <a:pt x="286322" y="230600"/>
                        <a:pt x="286322" y="162211"/>
                      </a:cubicBezTo>
                      <a:cubicBezTo>
                        <a:pt x="286322" y="93726"/>
                        <a:pt x="230696" y="38100"/>
                        <a:pt x="162211" y="3810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00"/>
                </a:p>
              </p:txBody>
            </p:sp>
            <p:sp>
              <p:nvSpPr>
                <p:cNvPr id="189" name="Freeform: Shape 188">
                  <a:extLst>
                    <a:ext uri="{FF2B5EF4-FFF2-40B4-BE49-F238E27FC236}">
                      <a16:creationId xmlns:a16="http://schemas.microsoft.com/office/drawing/2014/main" id="{A155A1B8-6F5C-4224-8305-C56D3C41C3A1}"/>
                    </a:ext>
                  </a:extLst>
                </p:cNvPr>
                <p:cNvSpPr/>
                <p:nvPr/>
              </p:nvSpPr>
              <p:spPr>
                <a:xfrm>
                  <a:off x="5769006" y="3609689"/>
                  <a:ext cx="324421" cy="324421"/>
                </a:xfrm>
                <a:custGeom>
                  <a:avLst/>
                  <a:gdLst>
                    <a:gd name="connsiteX0" fmla="*/ 162211 w 324421"/>
                    <a:gd name="connsiteY0" fmla="*/ 324421 h 324421"/>
                    <a:gd name="connsiteX1" fmla="*/ 0 w 324421"/>
                    <a:gd name="connsiteY1" fmla="*/ 162211 h 324421"/>
                    <a:gd name="connsiteX2" fmla="*/ 162211 w 324421"/>
                    <a:gd name="connsiteY2" fmla="*/ 0 h 324421"/>
                    <a:gd name="connsiteX3" fmla="*/ 324422 w 324421"/>
                    <a:gd name="connsiteY3" fmla="*/ 162211 h 324421"/>
                    <a:gd name="connsiteX4" fmla="*/ 162211 w 324421"/>
                    <a:gd name="connsiteY4" fmla="*/ 324421 h 324421"/>
                    <a:gd name="connsiteX5" fmla="*/ 162211 w 324421"/>
                    <a:gd name="connsiteY5" fmla="*/ 38100 h 324421"/>
                    <a:gd name="connsiteX6" fmla="*/ 38100 w 324421"/>
                    <a:gd name="connsiteY6" fmla="*/ 162211 h 324421"/>
                    <a:gd name="connsiteX7" fmla="*/ 162211 w 324421"/>
                    <a:gd name="connsiteY7" fmla="*/ 286321 h 324421"/>
                    <a:gd name="connsiteX8" fmla="*/ 286322 w 324421"/>
                    <a:gd name="connsiteY8" fmla="*/ 162211 h 324421"/>
                    <a:gd name="connsiteX9" fmla="*/ 162211 w 324421"/>
                    <a:gd name="connsiteY9" fmla="*/ 38100 h 324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24421" h="324421">
                      <a:moveTo>
                        <a:pt x="162211" y="324421"/>
                      </a:moveTo>
                      <a:cubicBezTo>
                        <a:pt x="72771" y="324421"/>
                        <a:pt x="0" y="251650"/>
                        <a:pt x="0" y="162211"/>
                      </a:cubicBezTo>
                      <a:cubicBezTo>
                        <a:pt x="0" y="72771"/>
                        <a:pt x="72676" y="0"/>
                        <a:pt x="162211" y="0"/>
                      </a:cubicBezTo>
                      <a:cubicBezTo>
                        <a:pt x="251650" y="0"/>
                        <a:pt x="324422" y="72771"/>
                        <a:pt x="324422" y="162211"/>
                      </a:cubicBezTo>
                      <a:cubicBezTo>
                        <a:pt x="324422" y="251650"/>
                        <a:pt x="251650" y="324421"/>
                        <a:pt x="162211" y="324421"/>
                      </a:cubicBezTo>
                      <a:close/>
                      <a:moveTo>
                        <a:pt x="162211" y="38100"/>
                      </a:moveTo>
                      <a:cubicBezTo>
                        <a:pt x="93726" y="38100"/>
                        <a:pt x="38100" y="93821"/>
                        <a:pt x="38100" y="162211"/>
                      </a:cubicBezTo>
                      <a:cubicBezTo>
                        <a:pt x="38100" y="230696"/>
                        <a:pt x="93821" y="286321"/>
                        <a:pt x="162211" y="286321"/>
                      </a:cubicBezTo>
                      <a:cubicBezTo>
                        <a:pt x="230696" y="286321"/>
                        <a:pt x="286322" y="230600"/>
                        <a:pt x="286322" y="162211"/>
                      </a:cubicBezTo>
                      <a:cubicBezTo>
                        <a:pt x="286322" y="93726"/>
                        <a:pt x="230600" y="38100"/>
                        <a:pt x="162211" y="38100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00"/>
                </a:p>
              </p:txBody>
            </p:sp>
          </p:grp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8ACF1FA-1E9C-4F93-8556-1BBC647DC6FF}"/>
              </a:ext>
            </a:extLst>
          </p:cNvPr>
          <p:cNvGrpSpPr/>
          <p:nvPr/>
        </p:nvGrpSpPr>
        <p:grpSpPr>
          <a:xfrm>
            <a:off x="8450829" y="1446670"/>
            <a:ext cx="164576" cy="158933"/>
            <a:chOff x="8825208" y="1404250"/>
            <a:chExt cx="241431" cy="197149"/>
          </a:xfrm>
        </p:grpSpPr>
        <p:sp>
          <p:nvSpPr>
            <p:cNvPr id="101" name="Freeform 114">
              <a:extLst>
                <a:ext uri="{FF2B5EF4-FFF2-40B4-BE49-F238E27FC236}">
                  <a16:creationId xmlns:a16="http://schemas.microsoft.com/office/drawing/2014/main" id="{FC3A63E2-81A8-46DE-ABC6-2F224C3D137B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6308" y="1404250"/>
              <a:ext cx="30331" cy="27298"/>
            </a:xfrm>
            <a:custGeom>
              <a:avLst/>
              <a:gdLst>
                <a:gd name="T0" fmla="*/ 0 w 50"/>
                <a:gd name="T1" fmla="*/ 0 h 45"/>
                <a:gd name="T2" fmla="*/ 50 w 50"/>
                <a:gd name="T3" fmla="*/ 0 h 45"/>
                <a:gd name="T4" fmla="*/ 50 w 50"/>
                <a:gd name="T5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" h="45">
                  <a:moveTo>
                    <a:pt x="0" y="0"/>
                  </a:moveTo>
                  <a:lnTo>
                    <a:pt x="50" y="0"/>
                  </a:lnTo>
                  <a:lnTo>
                    <a:pt x="50" y="45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800"/>
            </a:p>
          </p:txBody>
        </p:sp>
        <p:sp>
          <p:nvSpPr>
            <p:cNvPr id="102" name="Freeform 115">
              <a:extLst>
                <a:ext uri="{FF2B5EF4-FFF2-40B4-BE49-F238E27FC236}">
                  <a16:creationId xmlns:a16="http://schemas.microsoft.com/office/drawing/2014/main" id="{8D232694-5FE2-48B2-9BB1-2F9E4CF68D7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25208" y="1404250"/>
              <a:ext cx="241431" cy="197149"/>
            </a:xfrm>
            <a:custGeom>
              <a:avLst/>
              <a:gdLst>
                <a:gd name="T0" fmla="*/ 398 w 398"/>
                <a:gd name="T1" fmla="*/ 262 h 325"/>
                <a:gd name="T2" fmla="*/ 398 w 398"/>
                <a:gd name="T3" fmla="*/ 325 h 325"/>
                <a:gd name="T4" fmla="*/ 0 w 398"/>
                <a:gd name="T5" fmla="*/ 325 h 325"/>
                <a:gd name="T6" fmla="*/ 0 w 398"/>
                <a:gd name="T7" fmla="*/ 0 h 325"/>
                <a:gd name="T8" fmla="*/ 284 w 398"/>
                <a:gd name="T9" fmla="*/ 0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8" h="325">
                  <a:moveTo>
                    <a:pt x="398" y="262"/>
                  </a:moveTo>
                  <a:lnTo>
                    <a:pt x="398" y="325"/>
                  </a:lnTo>
                  <a:lnTo>
                    <a:pt x="0" y="325"/>
                  </a:lnTo>
                  <a:lnTo>
                    <a:pt x="0" y="0"/>
                  </a:lnTo>
                  <a:lnTo>
                    <a:pt x="284" y="0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800"/>
            </a:p>
          </p:txBody>
        </p:sp>
        <p:sp>
          <p:nvSpPr>
            <p:cNvPr id="103" name="Line 116">
              <a:extLst>
                <a:ext uri="{FF2B5EF4-FFF2-40B4-BE49-F238E27FC236}">
                  <a16:creationId xmlns:a16="http://schemas.microsoft.com/office/drawing/2014/main" id="{77AEDF19-122F-477F-84D6-4DDE8B6155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26421" y="1503128"/>
              <a:ext cx="104944" cy="0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800"/>
            </a:p>
          </p:txBody>
        </p:sp>
        <p:sp>
          <p:nvSpPr>
            <p:cNvPr id="104" name="Line 117">
              <a:extLst>
                <a:ext uri="{FF2B5EF4-FFF2-40B4-BE49-F238E27FC236}">
                  <a16:creationId xmlns:a16="http://schemas.microsoft.com/office/drawing/2014/main" id="{2DAD2942-9172-4978-A657-3B5AF95989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31365" y="1472797"/>
              <a:ext cx="0" cy="61268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800"/>
            </a:p>
          </p:txBody>
        </p:sp>
        <p:sp>
          <p:nvSpPr>
            <p:cNvPr id="105" name="Line 118">
              <a:extLst>
                <a:ext uri="{FF2B5EF4-FFF2-40B4-BE49-F238E27FC236}">
                  <a16:creationId xmlns:a16="http://schemas.microsoft.com/office/drawing/2014/main" id="{1BFB90CA-9443-4522-B1B9-014F84AB30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31365" y="1404250"/>
              <a:ext cx="0" cy="37004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800"/>
            </a:p>
          </p:txBody>
        </p:sp>
        <p:sp>
          <p:nvSpPr>
            <p:cNvPr id="106" name="Line 119">
              <a:extLst>
                <a:ext uri="{FF2B5EF4-FFF2-40B4-BE49-F238E27FC236}">
                  <a16:creationId xmlns:a16="http://schemas.microsoft.com/office/drawing/2014/main" id="{47BAFD96-3D71-458E-8606-662A214FFE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31365" y="1568642"/>
              <a:ext cx="0" cy="32757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800"/>
            </a:p>
          </p:txBody>
        </p: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4E674523-0C6F-4EF5-B90B-DAB8FAC2C6A6}"/>
                </a:ext>
              </a:extLst>
            </p:cNvPr>
            <p:cNvCxnSpPr>
              <a:cxnSpLocks/>
              <a:stCxn id="101" idx="2"/>
              <a:endCxn id="102" idx="0"/>
            </p:cNvCxnSpPr>
            <p:nvPr/>
          </p:nvCxnSpPr>
          <p:spPr>
            <a:xfrm>
              <a:off x="9066639" y="1431548"/>
              <a:ext cx="0" cy="131635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65D1D86-C56D-4066-A470-E1A93CE1CE48}"/>
              </a:ext>
            </a:extLst>
          </p:cNvPr>
          <p:cNvSpPr txBox="1">
            <a:spLocks/>
          </p:cNvSpPr>
          <p:nvPr/>
        </p:nvSpPr>
        <p:spPr>
          <a:xfrm>
            <a:off x="949647" y="1816778"/>
            <a:ext cx="921302" cy="12311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b="1" dirty="0"/>
              <a:t>Безопасность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AA6960-6DC6-4DED-AF7E-A6693DEAACEF}"/>
              </a:ext>
            </a:extLst>
          </p:cNvPr>
          <p:cNvSpPr txBox="1">
            <a:spLocks/>
          </p:cNvSpPr>
          <p:nvPr/>
        </p:nvSpPr>
        <p:spPr>
          <a:xfrm>
            <a:off x="949647" y="3298448"/>
            <a:ext cx="921302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b="1" dirty="0"/>
              <a:t>Энерго-</a:t>
            </a:r>
            <a:br>
              <a:rPr lang="en-US" sz="800" b="1" dirty="0"/>
            </a:br>
            <a:r>
              <a:rPr lang="ru-RU" sz="800" b="1" dirty="0"/>
              <a:t>эффективность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7701599-B4D1-4297-91EB-C95AABC9C624}"/>
              </a:ext>
            </a:extLst>
          </p:cNvPr>
          <p:cNvSpPr txBox="1">
            <a:spLocks/>
          </p:cNvSpPr>
          <p:nvPr/>
        </p:nvSpPr>
        <p:spPr>
          <a:xfrm>
            <a:off x="949647" y="3861143"/>
            <a:ext cx="921302" cy="12311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b="1" dirty="0"/>
              <a:t>Комфорт</a:t>
            </a:r>
          </a:p>
        </p:txBody>
      </p:sp>
      <p:pic>
        <p:nvPicPr>
          <p:cNvPr id="204" name="Graphic 203">
            <a:extLst>
              <a:ext uri="{FF2B5EF4-FFF2-40B4-BE49-F238E27FC236}">
                <a16:creationId xmlns:a16="http://schemas.microsoft.com/office/drawing/2014/main" id="{9071CF4C-8800-44A2-A0E0-3DDEB9789457}"/>
              </a:ext>
            </a:extLst>
          </p:cNvPr>
          <p:cNvPicPr>
            <a:picLocks/>
          </p:cNvPicPr>
          <p:nvPr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554733" y="3298447"/>
            <a:ext cx="329535" cy="329535"/>
          </a:xfrm>
          <a:prstGeom prst="rect">
            <a:avLst/>
          </a:prstGeom>
        </p:spPr>
      </p:pic>
      <p:pic>
        <p:nvPicPr>
          <p:cNvPr id="206" name="Graphic 205">
            <a:extLst>
              <a:ext uri="{FF2B5EF4-FFF2-40B4-BE49-F238E27FC236}">
                <a16:creationId xmlns:a16="http://schemas.microsoft.com/office/drawing/2014/main" id="{B20019FA-71F1-42DF-AC98-98B22E571472}"/>
              </a:ext>
            </a:extLst>
          </p:cNvPr>
          <p:cNvPicPr>
            <a:picLocks/>
          </p:cNvPicPr>
          <p:nvPr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554733" y="3861142"/>
            <a:ext cx="329533" cy="329533"/>
          </a:xfrm>
          <a:prstGeom prst="rect">
            <a:avLst/>
          </a:prstGeom>
        </p:spPr>
      </p:pic>
      <p:grpSp>
        <p:nvGrpSpPr>
          <p:cNvPr id="18" name="Graphic 202">
            <a:extLst>
              <a:ext uri="{FF2B5EF4-FFF2-40B4-BE49-F238E27FC236}">
                <a16:creationId xmlns:a16="http://schemas.microsoft.com/office/drawing/2014/main" id="{E4C4A530-07E6-4016-84DB-66B2360AE156}"/>
              </a:ext>
            </a:extLst>
          </p:cNvPr>
          <p:cNvGrpSpPr/>
          <p:nvPr/>
        </p:nvGrpSpPr>
        <p:grpSpPr>
          <a:xfrm>
            <a:off x="554734" y="1816778"/>
            <a:ext cx="263042" cy="356652"/>
            <a:chOff x="561441" y="1841654"/>
            <a:chExt cx="241475" cy="327410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A4C619B-CE2E-49E9-8049-DAD1DC8267AB}"/>
                </a:ext>
              </a:extLst>
            </p:cNvPr>
            <p:cNvSpPr/>
            <p:nvPr/>
          </p:nvSpPr>
          <p:spPr>
            <a:xfrm>
              <a:off x="561441" y="1841654"/>
              <a:ext cx="241475" cy="327410"/>
            </a:xfrm>
            <a:custGeom>
              <a:avLst/>
              <a:gdLst>
                <a:gd name="connsiteX0" fmla="*/ 120738 w 241475"/>
                <a:gd name="connsiteY0" fmla="*/ 0 h 327410"/>
                <a:gd name="connsiteX1" fmla="*/ 241476 w 241475"/>
                <a:gd name="connsiteY1" fmla="*/ 53299 h 327410"/>
                <a:gd name="connsiteX2" fmla="*/ 241476 w 241475"/>
                <a:gd name="connsiteY2" fmla="*/ 197969 h 327410"/>
                <a:gd name="connsiteX3" fmla="*/ 120738 w 241475"/>
                <a:gd name="connsiteY3" fmla="*/ 327411 h 327410"/>
                <a:gd name="connsiteX4" fmla="*/ 0 w 241475"/>
                <a:gd name="connsiteY4" fmla="*/ 197969 h 327410"/>
                <a:gd name="connsiteX5" fmla="*/ 0 w 241475"/>
                <a:gd name="connsiteY5" fmla="*/ 53299 h 327410"/>
                <a:gd name="connsiteX6" fmla="*/ 120738 w 241475"/>
                <a:gd name="connsiteY6" fmla="*/ 0 h 327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1475" h="327410">
                  <a:moveTo>
                    <a:pt x="120738" y="0"/>
                  </a:moveTo>
                  <a:cubicBezTo>
                    <a:pt x="132644" y="18655"/>
                    <a:pt x="207434" y="53299"/>
                    <a:pt x="241476" y="53299"/>
                  </a:cubicBezTo>
                  <a:cubicBezTo>
                    <a:pt x="241476" y="115450"/>
                    <a:pt x="241476" y="144479"/>
                    <a:pt x="241476" y="197969"/>
                  </a:cubicBezTo>
                  <a:cubicBezTo>
                    <a:pt x="241476" y="249555"/>
                    <a:pt x="127529" y="325412"/>
                    <a:pt x="120738" y="327411"/>
                  </a:cubicBezTo>
                  <a:cubicBezTo>
                    <a:pt x="113946" y="325412"/>
                    <a:pt x="0" y="249555"/>
                    <a:pt x="0" y="197969"/>
                  </a:cubicBezTo>
                  <a:cubicBezTo>
                    <a:pt x="0" y="144479"/>
                    <a:pt x="0" y="115450"/>
                    <a:pt x="0" y="53299"/>
                  </a:cubicBezTo>
                  <a:cubicBezTo>
                    <a:pt x="34041" y="53299"/>
                    <a:pt x="108832" y="18655"/>
                    <a:pt x="120738" y="0"/>
                  </a:cubicBezTo>
                  <a:close/>
                </a:path>
              </a:pathLst>
            </a:custGeom>
            <a:noFill/>
            <a:ln w="8467" cap="flat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544688E-77AF-4077-A28E-778BD9EF86CE}"/>
                </a:ext>
              </a:extLst>
            </p:cNvPr>
            <p:cNvSpPr/>
            <p:nvPr/>
          </p:nvSpPr>
          <p:spPr>
            <a:xfrm>
              <a:off x="594979" y="1963957"/>
              <a:ext cx="121324" cy="159612"/>
            </a:xfrm>
            <a:custGeom>
              <a:avLst/>
              <a:gdLst>
                <a:gd name="connsiteX0" fmla="*/ 121325 w 121324"/>
                <a:gd name="connsiteY0" fmla="*/ 135723 h 159612"/>
                <a:gd name="connsiteX1" fmla="*/ 87200 w 121324"/>
                <a:gd name="connsiteY1" fmla="*/ 159613 h 159612"/>
                <a:gd name="connsiteX2" fmla="*/ 0 w 121324"/>
                <a:gd name="connsiteY2" fmla="*/ 66148 h 159612"/>
                <a:gd name="connsiteX3" fmla="*/ 0 w 121324"/>
                <a:gd name="connsiteY3" fmla="*/ 0 h 159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324" h="159612">
                  <a:moveTo>
                    <a:pt x="121325" y="135723"/>
                  </a:moveTo>
                  <a:cubicBezTo>
                    <a:pt x="104220" y="149429"/>
                    <a:pt x="89212" y="159042"/>
                    <a:pt x="87200" y="159613"/>
                  </a:cubicBezTo>
                  <a:cubicBezTo>
                    <a:pt x="82253" y="158185"/>
                    <a:pt x="0" y="103363"/>
                    <a:pt x="0" y="66148"/>
                  </a:cubicBezTo>
                  <a:cubicBezTo>
                    <a:pt x="0" y="40355"/>
                    <a:pt x="0" y="22462"/>
                    <a:pt x="0" y="0"/>
                  </a:cubicBezTo>
                </a:path>
              </a:pathLst>
            </a:custGeom>
            <a:noFill/>
            <a:ln w="8467" cap="flat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86A1589-0776-47B3-81D2-B92C1EE20F3E}"/>
                </a:ext>
              </a:extLst>
            </p:cNvPr>
            <p:cNvSpPr/>
            <p:nvPr/>
          </p:nvSpPr>
          <p:spPr>
            <a:xfrm>
              <a:off x="629356" y="1887149"/>
              <a:ext cx="140022" cy="175602"/>
            </a:xfrm>
            <a:custGeom>
              <a:avLst/>
              <a:gdLst>
                <a:gd name="connsiteX0" fmla="*/ 0 w 140022"/>
                <a:gd name="connsiteY0" fmla="*/ 30552 h 175602"/>
                <a:gd name="connsiteX1" fmla="*/ 52823 w 140022"/>
                <a:gd name="connsiteY1" fmla="*/ 0 h 175602"/>
                <a:gd name="connsiteX2" fmla="*/ 140022 w 140022"/>
                <a:gd name="connsiteY2" fmla="*/ 38452 h 175602"/>
                <a:gd name="connsiteX3" fmla="*/ 140022 w 140022"/>
                <a:gd name="connsiteY3" fmla="*/ 142957 h 175602"/>
                <a:gd name="connsiteX4" fmla="*/ 125182 w 140022"/>
                <a:gd name="connsiteY4" fmla="*/ 175602 h 175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022" h="175602">
                  <a:moveTo>
                    <a:pt x="0" y="30552"/>
                  </a:moveTo>
                  <a:cubicBezTo>
                    <a:pt x="23141" y="22081"/>
                    <a:pt x="47289" y="8661"/>
                    <a:pt x="52823" y="0"/>
                  </a:cubicBezTo>
                  <a:cubicBezTo>
                    <a:pt x="61459" y="13515"/>
                    <a:pt x="115456" y="38452"/>
                    <a:pt x="140022" y="38452"/>
                  </a:cubicBezTo>
                  <a:cubicBezTo>
                    <a:pt x="140022" y="83375"/>
                    <a:pt x="140022" y="104315"/>
                    <a:pt x="140022" y="142957"/>
                  </a:cubicBezTo>
                  <a:cubicBezTo>
                    <a:pt x="140022" y="153045"/>
                    <a:pt x="134069" y="164372"/>
                    <a:pt x="125182" y="175602"/>
                  </a:cubicBezTo>
                </a:path>
              </a:pathLst>
            </a:custGeom>
            <a:noFill/>
            <a:ln w="8467" cap="flat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sz="800"/>
            </a:p>
          </p:txBody>
        </p:sp>
      </p:grp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01AEE0C9-60AA-450A-8E84-8E55881A4EBB}"/>
              </a:ext>
            </a:extLst>
          </p:cNvPr>
          <p:cNvCxnSpPr>
            <a:cxnSpLocks/>
          </p:cNvCxnSpPr>
          <p:nvPr/>
        </p:nvCxnSpPr>
        <p:spPr>
          <a:xfrm>
            <a:off x="554734" y="1792431"/>
            <a:ext cx="1108252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2D32159-3153-4615-83C8-9666F450160D}"/>
              </a:ext>
            </a:extLst>
          </p:cNvPr>
          <p:cNvCxnSpPr>
            <a:cxnSpLocks/>
          </p:cNvCxnSpPr>
          <p:nvPr/>
        </p:nvCxnSpPr>
        <p:spPr>
          <a:xfrm>
            <a:off x="554734" y="3274101"/>
            <a:ext cx="11082528" cy="0"/>
          </a:xfrm>
          <a:prstGeom prst="line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5165A33-A20A-4432-8576-B52A83287EC5}"/>
              </a:ext>
            </a:extLst>
          </p:cNvPr>
          <p:cNvCxnSpPr>
            <a:cxnSpLocks/>
          </p:cNvCxnSpPr>
          <p:nvPr/>
        </p:nvCxnSpPr>
        <p:spPr>
          <a:xfrm>
            <a:off x="554734" y="3836796"/>
            <a:ext cx="11082528" cy="0"/>
          </a:xfrm>
          <a:prstGeom prst="line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sp>
        <p:nvSpPr>
          <p:cNvPr id="230" name="Rectangle 17">
            <a:extLst>
              <a:ext uri="{FF2B5EF4-FFF2-40B4-BE49-F238E27FC236}">
                <a16:creationId xmlns:a16="http://schemas.microsoft.com/office/drawing/2014/main" id="{6C52A908-EB20-4507-B759-CDB2E4DE6DF6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1939954" y="4399491"/>
            <a:ext cx="6441871" cy="1102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600" dirty="0">
                <a:solidFill>
                  <a:schemeClr val="bg1"/>
                </a:solidFill>
              </a:rPr>
              <a:t>Онлайн мониторинг парковочных мест</a:t>
            </a:r>
            <a:endParaRPr lang="en-US" sz="600" dirty="0">
              <a:solidFill>
                <a:schemeClr val="bg1"/>
              </a:solidFill>
            </a:endParaRPr>
          </a:p>
        </p:txBody>
      </p:sp>
      <p:sp>
        <p:nvSpPr>
          <p:cNvPr id="251" name="Rectangle 17">
            <a:extLst>
              <a:ext uri="{FF2B5EF4-FFF2-40B4-BE49-F238E27FC236}">
                <a16:creationId xmlns:a16="http://schemas.microsoft.com/office/drawing/2014/main" id="{BF5E4EF7-AE28-4699-A0BD-065AA0C5777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1939954" y="3861143"/>
            <a:ext cx="6441871" cy="1102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600" dirty="0">
                <a:solidFill>
                  <a:schemeClr val="bg1"/>
                </a:solidFill>
              </a:rPr>
              <a:t>Умный шлагбаум</a:t>
            </a:r>
            <a:endParaRPr lang="en-US" sz="600" dirty="0">
              <a:solidFill>
                <a:schemeClr val="bg1"/>
              </a:solidFill>
            </a:endParaRPr>
          </a:p>
        </p:txBody>
      </p:sp>
      <p:sp>
        <p:nvSpPr>
          <p:cNvPr id="255" name="Rectangle 17">
            <a:extLst>
              <a:ext uri="{FF2B5EF4-FFF2-40B4-BE49-F238E27FC236}">
                <a16:creationId xmlns:a16="http://schemas.microsoft.com/office/drawing/2014/main" id="{9681E250-9B8F-469D-80E9-009C101642BC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1939954" y="5333717"/>
            <a:ext cx="6441871" cy="1102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600" dirty="0">
                <a:solidFill>
                  <a:schemeClr val="bg1"/>
                </a:solidFill>
              </a:rPr>
              <a:t>Безбарьерная среда</a:t>
            </a:r>
            <a:endParaRPr lang="en-US" sz="600" dirty="0">
              <a:solidFill>
                <a:schemeClr val="bg1"/>
              </a:solidFill>
            </a:endParaRPr>
          </a:p>
        </p:txBody>
      </p:sp>
      <p:sp>
        <p:nvSpPr>
          <p:cNvPr id="246" name="Rectangle 17">
            <a:extLst>
              <a:ext uri="{FF2B5EF4-FFF2-40B4-BE49-F238E27FC236}">
                <a16:creationId xmlns:a16="http://schemas.microsoft.com/office/drawing/2014/main" id="{6516DB96-0C6D-4767-9C99-198B460CA657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1939954" y="3567622"/>
            <a:ext cx="6441871" cy="11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600" dirty="0"/>
              <a:t>Использование альтернативных источников энергии</a:t>
            </a:r>
            <a:endParaRPr lang="en-US" sz="600" dirty="0"/>
          </a:p>
        </p:txBody>
      </p:sp>
      <p:sp>
        <p:nvSpPr>
          <p:cNvPr id="244" name="Rectangle 17">
            <a:extLst>
              <a:ext uri="{FF2B5EF4-FFF2-40B4-BE49-F238E27FC236}">
                <a16:creationId xmlns:a16="http://schemas.microsoft.com/office/drawing/2014/main" id="{D0943B36-630F-46DF-9362-5DF566A07716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1939954" y="5468304"/>
            <a:ext cx="9697310" cy="11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600" dirty="0"/>
              <a:t>Единое мобильное приложение для дома</a:t>
            </a:r>
            <a:endParaRPr lang="en-US" sz="600" dirty="0"/>
          </a:p>
        </p:txBody>
      </p:sp>
      <p:sp>
        <p:nvSpPr>
          <p:cNvPr id="254" name="Rectangle 17">
            <a:extLst>
              <a:ext uri="{FF2B5EF4-FFF2-40B4-BE49-F238E27FC236}">
                <a16:creationId xmlns:a16="http://schemas.microsoft.com/office/drawing/2014/main" id="{617A24B4-D212-4AAD-8AB9-56A8E7AB5284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1939954" y="5602891"/>
            <a:ext cx="9697310" cy="1102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600" dirty="0">
                <a:solidFill>
                  <a:schemeClr val="bg1"/>
                </a:solidFill>
              </a:rPr>
              <a:t>Единый электронный платежный документ</a:t>
            </a:r>
            <a:endParaRPr lang="en-US" sz="600" dirty="0">
              <a:solidFill>
                <a:schemeClr val="bg1"/>
              </a:solidFill>
            </a:endParaRPr>
          </a:p>
        </p:txBody>
      </p:sp>
      <p:sp>
        <p:nvSpPr>
          <p:cNvPr id="114" name="Rectangle 17">
            <a:extLst>
              <a:ext uri="{FF2B5EF4-FFF2-40B4-BE49-F238E27FC236}">
                <a16:creationId xmlns:a16="http://schemas.microsoft.com/office/drawing/2014/main" id="{BD948A3C-8CA1-42E9-8C07-B480D331505D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>
          <a:xfrm>
            <a:off x="1939954" y="5737478"/>
            <a:ext cx="9697310" cy="11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600" dirty="0"/>
              <a:t>Пункты для беспилотной доставки с помощью дронов </a:t>
            </a:r>
            <a:endParaRPr lang="en-US" sz="600" dirty="0"/>
          </a:p>
        </p:txBody>
      </p:sp>
      <p:sp>
        <p:nvSpPr>
          <p:cNvPr id="122" name="Rectangle 17">
            <a:extLst>
              <a:ext uri="{FF2B5EF4-FFF2-40B4-BE49-F238E27FC236}">
                <a16:creationId xmlns:a16="http://schemas.microsoft.com/office/drawing/2014/main" id="{08653496-038F-4095-ABDC-6D03467F3DFC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>
          <a:xfrm>
            <a:off x="1939954" y="5064543"/>
            <a:ext cx="6441871" cy="11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600" dirty="0"/>
              <a:t>Система распознавания и реагирования на шум</a:t>
            </a:r>
            <a:endParaRPr lang="en-US" sz="600" dirty="0"/>
          </a:p>
        </p:txBody>
      </p:sp>
      <p:sp>
        <p:nvSpPr>
          <p:cNvPr id="260" name="Rectangle 17">
            <a:extLst>
              <a:ext uri="{FF2B5EF4-FFF2-40B4-BE49-F238E27FC236}">
                <a16:creationId xmlns:a16="http://schemas.microsoft.com/office/drawing/2014/main" id="{B9CBF2E2-305D-494D-9DD1-FCBE5714CAD0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>
          <a:xfrm>
            <a:off x="1939954" y="4937839"/>
            <a:ext cx="9697308" cy="11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600" dirty="0"/>
              <a:t>Единый электронный ключ доступа </a:t>
            </a:r>
            <a:endParaRPr lang="en-US" sz="600" dirty="0"/>
          </a:p>
        </p:txBody>
      </p:sp>
      <p:sp>
        <p:nvSpPr>
          <p:cNvPr id="223" name="Rectangle 17">
            <a:extLst>
              <a:ext uri="{FF2B5EF4-FFF2-40B4-BE49-F238E27FC236}">
                <a16:creationId xmlns:a16="http://schemas.microsoft.com/office/drawing/2014/main" id="{0A308019-EC09-4199-A103-B382997FD9E4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>
          <a:xfrm>
            <a:off x="1939954" y="3995730"/>
            <a:ext cx="6441871" cy="11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600" dirty="0"/>
              <a:t>Зарядка электромобилей</a:t>
            </a:r>
            <a:endParaRPr lang="en-US" sz="600" dirty="0"/>
          </a:p>
        </p:txBody>
      </p:sp>
      <p:sp>
        <p:nvSpPr>
          <p:cNvPr id="239" name="Rectangle 17">
            <a:extLst>
              <a:ext uri="{FF2B5EF4-FFF2-40B4-BE49-F238E27FC236}">
                <a16:creationId xmlns:a16="http://schemas.microsoft.com/office/drawing/2014/main" id="{0CB0065C-4D13-437B-B91D-8D7B6AB30616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>
          <a:xfrm>
            <a:off x="1939954" y="4264904"/>
            <a:ext cx="6441871" cy="1102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defPPr>
              <a:defRPr lang="en-US"/>
            </a:defPPr>
            <a:lvl1pPr lvl="0" indent="0" defTabSz="1299242">
              <a:buClr>
                <a:schemeClr val="tx2"/>
              </a:buClr>
              <a:buSzPct val="100000"/>
              <a:defRPr sz="600" b="1" baseline="0">
                <a:solidFill>
                  <a:schemeClr val="tx2"/>
                </a:solidFill>
              </a:defRPr>
            </a:lvl1pPr>
            <a:lvl2pPr marL="281042" lvl="1" indent="-278739" defTabSz="1299242">
              <a:buClr>
                <a:schemeClr val="tx2"/>
              </a:buClr>
              <a:buSzPct val="125000"/>
              <a:buFont typeface="Arial" charset="0"/>
              <a:buChar char="▪"/>
              <a:defRPr sz="1600" baseline="0"/>
            </a:lvl2pPr>
            <a:lvl3pPr marL="663443" lvl="2" indent="-380098" defTabSz="1299242">
              <a:buClr>
                <a:schemeClr val="tx2"/>
              </a:buClr>
              <a:buSzPct val="120000"/>
              <a:buFont typeface="Arial" charset="0"/>
              <a:buChar char="–"/>
              <a:defRPr sz="1600" baseline="0"/>
            </a:lvl3pPr>
            <a:lvl4pPr marL="891502" lvl="3" indent="-225755" defTabSz="1299242">
              <a:buClr>
                <a:schemeClr val="tx2"/>
              </a:buClr>
              <a:buSzPct val="120000"/>
              <a:buFont typeface="Arial" charset="0"/>
              <a:buChar char="▫"/>
              <a:defRPr sz="1600" baseline="0"/>
            </a:lvl4pPr>
            <a:lvl5pPr marL="1088046" lvl="4" indent="-188897" defTabSz="1299242"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ru-RU" b="0" dirty="0">
                <a:solidFill>
                  <a:schemeClr val="bg1"/>
                </a:solidFill>
              </a:rPr>
              <a:t>Инфопанели с навигацией по территории</a:t>
            </a:r>
            <a:endParaRPr lang="en-US" b="0" dirty="0">
              <a:solidFill>
                <a:schemeClr val="bg1"/>
              </a:solidFill>
            </a:endParaRPr>
          </a:p>
        </p:txBody>
      </p:sp>
      <p:sp>
        <p:nvSpPr>
          <p:cNvPr id="108" name="Rectangle 17">
            <a:extLst>
              <a:ext uri="{FF2B5EF4-FFF2-40B4-BE49-F238E27FC236}">
                <a16:creationId xmlns:a16="http://schemas.microsoft.com/office/drawing/2014/main" id="{715BBFCE-F6A0-447F-99DE-0F2324090DD8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>
          <a:xfrm>
            <a:off x="1939954" y="4130317"/>
            <a:ext cx="6441871" cy="11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600" dirty="0"/>
              <a:t>Зарядка </a:t>
            </a:r>
            <a:r>
              <a:rPr lang="ru-RU" sz="600" dirty="0" err="1"/>
              <a:t>электровелосипедов</a:t>
            </a:r>
            <a:r>
              <a:rPr lang="ru-RU" sz="600" dirty="0"/>
              <a:t>, скутеров и пр.</a:t>
            </a:r>
            <a:endParaRPr lang="en-US" sz="600" dirty="0"/>
          </a:p>
        </p:txBody>
      </p:sp>
      <p:sp>
        <p:nvSpPr>
          <p:cNvPr id="242" name="Rectangle 17">
            <a:extLst>
              <a:ext uri="{FF2B5EF4-FFF2-40B4-BE49-F238E27FC236}">
                <a16:creationId xmlns:a16="http://schemas.microsoft.com/office/drawing/2014/main" id="{DECA7F3C-8654-462E-950D-6896D91ABBFD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>
          <a:xfrm>
            <a:off x="5195392" y="4534078"/>
            <a:ext cx="6441870" cy="11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600" dirty="0"/>
              <a:t>Климат-контроль</a:t>
            </a:r>
            <a:endParaRPr lang="en-US" sz="600" dirty="0"/>
          </a:p>
        </p:txBody>
      </p:sp>
      <p:sp>
        <p:nvSpPr>
          <p:cNvPr id="224" name="Rectangle 17">
            <a:extLst>
              <a:ext uri="{FF2B5EF4-FFF2-40B4-BE49-F238E27FC236}">
                <a16:creationId xmlns:a16="http://schemas.microsoft.com/office/drawing/2014/main" id="{FC1BE526-F157-46CD-9B2E-1999C3C0508B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>
          <a:xfrm>
            <a:off x="5195392" y="1951475"/>
            <a:ext cx="6441870" cy="11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600" dirty="0"/>
              <a:t>Автоматизированный мониторинг и реагирование на протечки</a:t>
            </a:r>
            <a:endParaRPr lang="en-US" sz="600" dirty="0"/>
          </a:p>
        </p:txBody>
      </p:sp>
      <p:sp>
        <p:nvSpPr>
          <p:cNvPr id="252" name="Rectangle 17">
            <a:extLst>
              <a:ext uri="{FF2B5EF4-FFF2-40B4-BE49-F238E27FC236}">
                <a16:creationId xmlns:a16="http://schemas.microsoft.com/office/drawing/2014/main" id="{A465A428-AE64-46B5-9BAE-1FD86AB1AB3C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>
          <a:xfrm>
            <a:off x="1939954" y="2986296"/>
            <a:ext cx="6441871" cy="1102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600" dirty="0">
                <a:solidFill>
                  <a:srgbClr val="FFFFFF"/>
                </a:solidFill>
              </a:rPr>
              <a:t>Связь с диспетчером в множестве домовых локаций </a:t>
            </a:r>
            <a:endParaRPr lang="en-US" sz="600" dirty="0">
              <a:solidFill>
                <a:srgbClr val="FFFFFF"/>
              </a:solidFill>
            </a:endParaRPr>
          </a:p>
        </p:txBody>
      </p:sp>
      <p:sp>
        <p:nvSpPr>
          <p:cNvPr id="128" name="Rectangle 17">
            <a:extLst>
              <a:ext uri="{FF2B5EF4-FFF2-40B4-BE49-F238E27FC236}">
                <a16:creationId xmlns:a16="http://schemas.microsoft.com/office/drawing/2014/main" id="{8C7A4176-8FB8-42B7-A2BB-0BE2800652CD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>
          <a:xfrm>
            <a:off x="1939954" y="2850837"/>
            <a:ext cx="6441871" cy="1102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600" dirty="0">
                <a:solidFill>
                  <a:schemeClr val="bg1"/>
                </a:solidFill>
              </a:rPr>
              <a:t>Автоматизированное наблюдение за соблюдением чистоты</a:t>
            </a:r>
            <a:endParaRPr lang="en-US" sz="600" dirty="0">
              <a:solidFill>
                <a:schemeClr val="bg1"/>
              </a:solidFill>
            </a:endParaRPr>
          </a:p>
        </p:txBody>
      </p:sp>
      <p:sp>
        <p:nvSpPr>
          <p:cNvPr id="211" name="Rectangle 17">
            <a:extLst>
              <a:ext uri="{FF2B5EF4-FFF2-40B4-BE49-F238E27FC236}">
                <a16:creationId xmlns:a16="http://schemas.microsoft.com/office/drawing/2014/main" id="{689F08C4-C185-4E59-AC1B-7DAECC4D346A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>
          <a:xfrm>
            <a:off x="1939953" y="4538616"/>
            <a:ext cx="3186433" cy="1102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vert="horz" wrap="square" lIns="18288" tIns="18288" rIns="18288" bIns="18288" rtlCol="0" anchor="ctr" anchorCtr="0">
            <a:noAutofit/>
          </a:bodyPr>
          <a:lstStyle>
            <a:defPPr>
              <a:defRPr lang="en-US"/>
            </a:defPPr>
            <a:lvl1pPr lvl="0" indent="0" defTabSz="1299242">
              <a:buClr>
                <a:schemeClr val="tx2"/>
              </a:buClr>
              <a:buSzPct val="100000"/>
              <a:defRPr sz="600" b="1" baseline="0">
                <a:solidFill>
                  <a:schemeClr val="tx2"/>
                </a:solidFill>
              </a:defRPr>
            </a:lvl1pPr>
            <a:lvl2pPr marL="281042" lvl="1" indent="-278739" defTabSz="1299242">
              <a:buClr>
                <a:schemeClr val="tx2"/>
              </a:buClr>
              <a:buSzPct val="125000"/>
              <a:buFont typeface="Arial" charset="0"/>
              <a:buChar char="▪"/>
              <a:defRPr sz="1600" baseline="0"/>
            </a:lvl2pPr>
            <a:lvl3pPr marL="663443" lvl="2" indent="-380098" defTabSz="1299242">
              <a:buClr>
                <a:schemeClr val="tx2"/>
              </a:buClr>
              <a:buSzPct val="120000"/>
              <a:buFont typeface="Arial" charset="0"/>
              <a:buChar char="–"/>
              <a:defRPr sz="1600" baseline="0"/>
            </a:lvl3pPr>
            <a:lvl4pPr marL="891502" lvl="3" indent="-225755" defTabSz="1299242">
              <a:buClr>
                <a:schemeClr val="tx2"/>
              </a:buClr>
              <a:buSzPct val="120000"/>
              <a:buFont typeface="Arial" charset="0"/>
              <a:buChar char="▫"/>
              <a:defRPr sz="1600" baseline="0"/>
            </a:lvl4pPr>
            <a:lvl5pPr marL="1088046" lvl="4" indent="-188897" defTabSz="1299242"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pPr>
              <a:buClr>
                <a:srgbClr val="FFFFFF"/>
              </a:buClr>
            </a:pPr>
            <a:r>
              <a:rPr lang="ru-RU" b="0" dirty="0">
                <a:solidFill>
                  <a:srgbClr val="FFFFFF"/>
                </a:solidFill>
              </a:rPr>
              <a:t>Общегородской Wi-Fi во дворе</a:t>
            </a:r>
            <a:endParaRPr lang="en-US" b="0" dirty="0">
              <a:solidFill>
                <a:srgbClr val="FFFFFF"/>
              </a:solidFill>
            </a:endParaRPr>
          </a:p>
        </p:txBody>
      </p:sp>
      <p:sp>
        <p:nvSpPr>
          <p:cNvPr id="229" name="Rectangle 17">
            <a:extLst>
              <a:ext uri="{FF2B5EF4-FFF2-40B4-BE49-F238E27FC236}">
                <a16:creationId xmlns:a16="http://schemas.microsoft.com/office/drawing/2014/main" id="{7618662D-5C45-4DEB-8AB1-6DF05A86E751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>
          <a:xfrm>
            <a:off x="1939954" y="5872066"/>
            <a:ext cx="3186433" cy="13456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600" dirty="0">
                <a:solidFill>
                  <a:schemeClr val="bg1"/>
                </a:solidFill>
              </a:rPr>
              <a:t>Автоматизированный контроль наполнения мусорных баков</a:t>
            </a:r>
            <a:endParaRPr lang="en-US" sz="600" dirty="0">
              <a:solidFill>
                <a:schemeClr val="bg1"/>
              </a:solidFill>
            </a:endParaRPr>
          </a:p>
        </p:txBody>
      </p:sp>
      <p:sp>
        <p:nvSpPr>
          <p:cNvPr id="250" name="Rectangle 17">
            <a:extLst>
              <a:ext uri="{FF2B5EF4-FFF2-40B4-BE49-F238E27FC236}">
                <a16:creationId xmlns:a16="http://schemas.microsoft.com/office/drawing/2014/main" id="{639BE5D8-9521-4D90-8FD2-D07724060176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>
          <a:xfrm>
            <a:off x="1939954" y="6031974"/>
            <a:ext cx="3186433" cy="110240"/>
          </a:xfrm>
          <a:prstGeom prst="rect">
            <a:avLst/>
          </a:prstGeom>
          <a:solidFill>
            <a:srgbClr val="EBEFF3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600" dirty="0" err="1"/>
              <a:t>Снегоплавильный</a:t>
            </a:r>
            <a:r>
              <a:rPr lang="ru-RU" sz="600" dirty="0"/>
              <a:t> пункт</a:t>
            </a:r>
            <a:endParaRPr lang="en-US" sz="600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F8659D1-77A6-40D2-B54F-4D24917478C4}"/>
              </a:ext>
            </a:extLst>
          </p:cNvPr>
          <p:cNvSpPr txBox="1">
            <a:spLocks/>
          </p:cNvSpPr>
          <p:nvPr/>
        </p:nvSpPr>
        <p:spPr>
          <a:xfrm>
            <a:off x="5195392" y="1644141"/>
            <a:ext cx="3186433" cy="12311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b="1" dirty="0"/>
              <a:t>Дом</a:t>
            </a:r>
          </a:p>
        </p:txBody>
      </p:sp>
      <p:sp>
        <p:nvSpPr>
          <p:cNvPr id="264" name="Rectangle 17">
            <a:extLst>
              <a:ext uri="{FF2B5EF4-FFF2-40B4-BE49-F238E27FC236}">
                <a16:creationId xmlns:a16="http://schemas.microsoft.com/office/drawing/2014/main" id="{A74854BB-8C0B-45FF-9A92-3AC4DE631D4F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>
          <a:xfrm>
            <a:off x="5195392" y="5872066"/>
            <a:ext cx="3186433" cy="13456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defPPr>
              <a:defRPr lang="en-US"/>
            </a:defPPr>
            <a:lvl1pPr lvl="0" indent="0" defTabSz="1299242">
              <a:buClr>
                <a:schemeClr val="tx2"/>
              </a:buClr>
              <a:buSzPct val="100000"/>
              <a:defRPr sz="600" b="1" baseline="0">
                <a:solidFill>
                  <a:schemeClr val="tx2"/>
                </a:solidFill>
              </a:defRPr>
            </a:lvl1pPr>
            <a:lvl2pPr marL="281042" lvl="1" indent="-278739" defTabSz="1299242">
              <a:buClr>
                <a:schemeClr val="tx2"/>
              </a:buClr>
              <a:buSzPct val="125000"/>
              <a:buFont typeface="Arial" charset="0"/>
              <a:buChar char="▪"/>
              <a:defRPr sz="1600" baseline="0"/>
            </a:lvl2pPr>
            <a:lvl3pPr marL="663443" lvl="2" indent="-380098" defTabSz="1299242">
              <a:buClr>
                <a:schemeClr val="tx2"/>
              </a:buClr>
              <a:buSzPct val="120000"/>
              <a:buFont typeface="Arial" charset="0"/>
              <a:buChar char="–"/>
              <a:defRPr sz="1600" baseline="0"/>
            </a:lvl3pPr>
            <a:lvl4pPr marL="891502" lvl="3" indent="-225755" defTabSz="1299242">
              <a:buClr>
                <a:schemeClr val="tx2"/>
              </a:buClr>
              <a:buSzPct val="120000"/>
              <a:buFont typeface="Arial" charset="0"/>
              <a:buChar char="▫"/>
              <a:defRPr sz="1600" baseline="0"/>
            </a:lvl4pPr>
            <a:lvl5pPr marL="1088046" lvl="4" indent="-188897" defTabSz="1299242"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pPr>
              <a:buClr>
                <a:srgbClr val="FFFFFF"/>
              </a:buClr>
            </a:pPr>
            <a:r>
              <a:rPr lang="ru-RU" b="0" dirty="0">
                <a:solidFill>
                  <a:srgbClr val="FFFFFF"/>
                </a:solidFill>
              </a:rPr>
              <a:t>Вендинговые автоматы</a:t>
            </a:r>
          </a:p>
        </p:txBody>
      </p:sp>
      <p:sp>
        <p:nvSpPr>
          <p:cNvPr id="144" name="Rectangle 17">
            <a:extLst>
              <a:ext uri="{FF2B5EF4-FFF2-40B4-BE49-F238E27FC236}">
                <a16:creationId xmlns:a16="http://schemas.microsoft.com/office/drawing/2014/main" id="{9A2D9C71-CCC1-4F83-9AFF-883CB6768668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>
          <a:xfrm>
            <a:off x="5195392" y="4803252"/>
            <a:ext cx="3186433" cy="11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defPPr>
              <a:defRPr lang="en-US"/>
            </a:defPPr>
            <a:lvl1pPr lvl="0" indent="0" defTabSz="1299242">
              <a:buClr>
                <a:schemeClr val="tx2"/>
              </a:buClr>
              <a:buSzPct val="100000"/>
              <a:defRPr sz="600" b="1" baseline="0">
                <a:solidFill>
                  <a:schemeClr val="tx2"/>
                </a:solidFill>
              </a:defRPr>
            </a:lvl1pPr>
            <a:lvl2pPr marL="281042" lvl="1" indent="-278739" defTabSz="1299242">
              <a:buClr>
                <a:schemeClr val="tx2"/>
              </a:buClr>
              <a:buSzPct val="125000"/>
              <a:buFont typeface="Arial" charset="0"/>
              <a:buChar char="▪"/>
              <a:defRPr sz="1600" baseline="0"/>
            </a:lvl2pPr>
            <a:lvl3pPr marL="663443" lvl="2" indent="-380098" defTabSz="1299242">
              <a:buClr>
                <a:schemeClr val="tx2"/>
              </a:buClr>
              <a:buSzPct val="120000"/>
              <a:buFont typeface="Arial" charset="0"/>
              <a:buChar char="–"/>
              <a:defRPr sz="1600" baseline="0"/>
            </a:lvl3pPr>
            <a:lvl4pPr marL="891502" lvl="3" indent="-225755" defTabSz="1299242">
              <a:buClr>
                <a:schemeClr val="tx2"/>
              </a:buClr>
              <a:buSzPct val="120000"/>
              <a:buFont typeface="Arial" charset="0"/>
              <a:buChar char="▫"/>
              <a:defRPr sz="1600" baseline="0"/>
            </a:lvl4pPr>
            <a:lvl5pPr marL="1088046" lvl="4" indent="-188897" defTabSz="1299242"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ru-RU" b="0" dirty="0">
                <a:solidFill>
                  <a:schemeClr val="tx1"/>
                </a:solidFill>
              </a:rPr>
              <a:t>Инфоматы для представления услуг и важной информации</a:t>
            </a:r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273" name="Rectangle 17">
            <a:extLst>
              <a:ext uri="{FF2B5EF4-FFF2-40B4-BE49-F238E27FC236}">
                <a16:creationId xmlns:a16="http://schemas.microsoft.com/office/drawing/2014/main" id="{9A288C07-77A6-4B64-9E69-B86A0660DC63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>
          <a:xfrm>
            <a:off x="5195392" y="6031974"/>
            <a:ext cx="3186433" cy="1102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600" dirty="0">
                <a:solidFill>
                  <a:srgbClr val="FFFFFF"/>
                </a:solidFill>
              </a:rPr>
              <a:t>Автоматизированные пункты выдачи заказов</a:t>
            </a:r>
            <a:endParaRPr lang="en-US" sz="600" dirty="0">
              <a:solidFill>
                <a:srgbClr val="FFFFFF"/>
              </a:solidFill>
            </a:endParaRPr>
          </a:p>
        </p:txBody>
      </p:sp>
      <p:sp>
        <p:nvSpPr>
          <p:cNvPr id="241" name="Rectangle 17">
            <a:extLst>
              <a:ext uri="{FF2B5EF4-FFF2-40B4-BE49-F238E27FC236}">
                <a16:creationId xmlns:a16="http://schemas.microsoft.com/office/drawing/2014/main" id="{69AE4447-6A55-4485-B277-52E04FB5DF9E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>
          <a:xfrm>
            <a:off x="1939954" y="3702209"/>
            <a:ext cx="9697308" cy="1102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600" dirty="0">
                <a:solidFill>
                  <a:schemeClr val="bg1"/>
                </a:solidFill>
              </a:rPr>
              <a:t>Умные счетчики</a:t>
            </a:r>
            <a:endParaRPr lang="en-US" sz="600" dirty="0">
              <a:solidFill>
                <a:schemeClr val="bg1"/>
              </a:solidFill>
            </a:endParaRPr>
          </a:p>
        </p:txBody>
      </p:sp>
      <p:sp>
        <p:nvSpPr>
          <p:cNvPr id="274" name="Rectangle 17">
            <a:extLst>
              <a:ext uri="{FF2B5EF4-FFF2-40B4-BE49-F238E27FC236}">
                <a16:creationId xmlns:a16="http://schemas.microsoft.com/office/drawing/2014/main" id="{29FF0B65-3A87-42AD-80EA-2907BA9E30D8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>
          <a:xfrm>
            <a:off x="1939954" y="3433035"/>
            <a:ext cx="6441871" cy="11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600" dirty="0"/>
              <a:t>Рекуперация тепловой и электрической энергии</a:t>
            </a:r>
            <a:endParaRPr lang="en-US" sz="600" dirty="0">
              <a:highlight>
                <a:srgbClr val="FFFF00"/>
              </a:highlight>
            </a:endParaRPr>
          </a:p>
        </p:txBody>
      </p:sp>
      <p:sp>
        <p:nvSpPr>
          <p:cNvPr id="236" name="Rectangle 17">
            <a:extLst>
              <a:ext uri="{FF2B5EF4-FFF2-40B4-BE49-F238E27FC236}">
                <a16:creationId xmlns:a16="http://schemas.microsoft.com/office/drawing/2014/main" id="{A6543B95-A593-4771-9C82-05D6416CEAFC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>
          <a:xfrm>
            <a:off x="5195392" y="1816778"/>
            <a:ext cx="6441870" cy="1102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vert="horz" wrap="square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600" dirty="0">
                <a:solidFill>
                  <a:srgbClr val="FFFFFF"/>
                </a:solidFill>
              </a:rPr>
              <a:t>Автоматизированный мониторинг и экстренное реагирование</a:t>
            </a:r>
            <a:r>
              <a:rPr lang="en-US" sz="600" dirty="0">
                <a:solidFill>
                  <a:srgbClr val="FFFFFF"/>
                </a:solidFill>
              </a:rPr>
              <a:t> </a:t>
            </a:r>
            <a:r>
              <a:rPr lang="ru-RU" sz="600" dirty="0">
                <a:solidFill>
                  <a:srgbClr val="FFFFFF"/>
                </a:solidFill>
              </a:rPr>
              <a:t>на возгорания</a:t>
            </a:r>
            <a:endParaRPr lang="en-US" sz="600" dirty="0">
              <a:solidFill>
                <a:srgbClr val="FFFFFF"/>
              </a:solidFill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8FEDDFD-B3A0-4847-A7CE-79D4A00CD50E}"/>
              </a:ext>
            </a:extLst>
          </p:cNvPr>
          <p:cNvGrpSpPr/>
          <p:nvPr/>
        </p:nvGrpSpPr>
        <p:grpSpPr>
          <a:xfrm>
            <a:off x="1948012" y="2438411"/>
            <a:ext cx="6441871" cy="379414"/>
            <a:chOff x="1939954" y="2768105"/>
            <a:chExt cx="6441871" cy="379414"/>
          </a:xfrm>
        </p:grpSpPr>
        <p:sp>
          <p:nvSpPr>
            <p:cNvPr id="231" name="Rectangle 17">
              <a:extLst>
                <a:ext uri="{FF2B5EF4-FFF2-40B4-BE49-F238E27FC236}">
                  <a16:creationId xmlns:a16="http://schemas.microsoft.com/office/drawing/2014/main" id="{E7DC67E9-BB90-48AC-8D0F-D222EC4E6E9F}"/>
                </a:ext>
              </a:extLst>
            </p:cNvPr>
            <p:cNvSpPr txBox="1">
              <a:spLocks/>
            </p:cNvSpPr>
            <p:nvPr>
              <p:custDataLst>
                <p:tags r:id="rId51"/>
              </p:custDataLst>
            </p:nvPr>
          </p:nvSpPr>
          <p:spPr>
            <a:xfrm>
              <a:off x="1939954" y="3037279"/>
              <a:ext cx="6441871" cy="11024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txBody>
            <a:bodyPr vert="horz" lIns="18288" tIns="18288" rIns="18288" bIns="18288" rtlCol="0" anchor="ctr" anchorCtr="0">
              <a:noAutofit/>
            </a:bodyPr>
            <a:lstStyle>
              <a:lvl1pPr marL="0" lvl="0" indent="0" defTabSz="1299242" eaLnBrk="1" latinLnBrk="0" hangingPunct="1">
                <a:buClr>
                  <a:schemeClr val="tx2"/>
                </a:buClr>
                <a:buSzPct val="100000"/>
                <a:defRPr lang="x-none" sz="1600" baseline="0">
                  <a:latin typeface="+mn-lt"/>
                </a:defRPr>
              </a:lvl1pPr>
              <a:lvl2pPr marL="281042" lvl="1" indent="-278739" defTabSz="1299242" eaLnBrk="1" latinLnBrk="0" hangingPunct="1">
                <a:buClr>
                  <a:schemeClr val="tx2"/>
                </a:buClr>
                <a:buSzPct val="125000"/>
                <a:buFont typeface="Arial" charset="0"/>
                <a:buChar char="▪"/>
                <a:defRPr lang="x-none" sz="1600" baseline="0">
                  <a:latin typeface="+mn-lt"/>
                </a:defRPr>
              </a:lvl2pPr>
              <a:lvl3pPr marL="663443" lvl="2" indent="-380098" defTabSz="1299242" eaLnBrk="1" latinLnBrk="0" hangingPunct="1">
                <a:buClr>
                  <a:schemeClr val="tx2"/>
                </a:buClr>
                <a:buSzPct val="120000"/>
                <a:buFont typeface="Arial" charset="0"/>
                <a:buChar char="–"/>
                <a:defRPr lang="x-none" sz="1600" baseline="0">
                  <a:latin typeface="+mn-lt"/>
                </a:defRPr>
              </a:lvl3pPr>
              <a:lvl4pPr marL="891502" lvl="3" indent="-225755" defTabSz="1299242" eaLnBrk="1" latinLnBrk="0" hangingPunct="1">
                <a:buClr>
                  <a:schemeClr val="tx2"/>
                </a:buClr>
                <a:buSzPct val="120000"/>
                <a:buFont typeface="Arial" charset="0"/>
                <a:buChar char="▫"/>
                <a:defRPr lang="x-none" sz="1600" baseline="0">
                  <a:latin typeface="+mn-lt"/>
                </a:defRPr>
              </a:lvl4pPr>
              <a:lvl5pPr marL="1088046" lvl="4" indent="-188897" defTabSz="1299242" eaLnBrk="1" latinLnBrk="0" hangingPunct="1">
                <a:buClr>
                  <a:schemeClr val="tx2"/>
                </a:buClr>
                <a:buSzPct val="89000"/>
                <a:buFont typeface="Arial" charset="0"/>
                <a:buChar char="-"/>
                <a:defRPr lang="x-none" sz="1600" baseline="0">
                  <a:latin typeface="+mn-lt"/>
                </a:defRPr>
              </a:lvl5pPr>
              <a:lvl6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6pPr>
              <a:lvl7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7pPr>
              <a:lvl8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8pPr>
              <a:lvl9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9pPr>
            </a:lstStyle>
            <a:p>
              <a:r>
                <a:rPr lang="ru-RU" sz="600" dirty="0">
                  <a:solidFill>
                    <a:schemeClr val="bg1"/>
                  </a:solidFill>
                </a:rPr>
                <a:t>Автоматизированное выявление нарушений правопорядка по видеонаблюдению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24" name="Rectangle 17">
              <a:extLst>
                <a:ext uri="{FF2B5EF4-FFF2-40B4-BE49-F238E27FC236}">
                  <a16:creationId xmlns:a16="http://schemas.microsoft.com/office/drawing/2014/main" id="{921C0903-E3D4-402E-B5AA-310594B8A5F7}"/>
                </a:ext>
              </a:extLst>
            </p:cNvPr>
            <p:cNvSpPr txBox="1">
              <a:spLocks/>
            </p:cNvSpPr>
            <p:nvPr>
              <p:custDataLst>
                <p:tags r:id="rId52"/>
              </p:custDataLst>
            </p:nvPr>
          </p:nvSpPr>
          <p:spPr>
            <a:xfrm>
              <a:off x="1939954" y="2768105"/>
              <a:ext cx="6441871" cy="11024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txBody>
            <a:bodyPr vert="horz" lIns="18288" tIns="18288" rIns="18288" bIns="18288" rtlCol="0" anchor="ctr" anchorCtr="0">
              <a:noAutofit/>
            </a:bodyPr>
            <a:lstStyle>
              <a:lvl1pPr marL="0" lvl="0" indent="0" defTabSz="1299242" eaLnBrk="1" latinLnBrk="0" hangingPunct="1">
                <a:buClr>
                  <a:schemeClr val="tx2"/>
                </a:buClr>
                <a:buSzPct val="100000"/>
                <a:defRPr lang="x-none" sz="1600" baseline="0">
                  <a:latin typeface="+mn-lt"/>
                </a:defRPr>
              </a:lvl1pPr>
              <a:lvl2pPr marL="281042" lvl="1" indent="-278739" defTabSz="1299242" eaLnBrk="1" latinLnBrk="0" hangingPunct="1">
                <a:buClr>
                  <a:schemeClr val="tx2"/>
                </a:buClr>
                <a:buSzPct val="125000"/>
                <a:buFont typeface="Arial" charset="0"/>
                <a:buChar char="▪"/>
                <a:defRPr lang="x-none" sz="1600" baseline="0">
                  <a:latin typeface="+mn-lt"/>
                </a:defRPr>
              </a:lvl2pPr>
              <a:lvl3pPr marL="663443" lvl="2" indent="-380098" defTabSz="1299242" eaLnBrk="1" latinLnBrk="0" hangingPunct="1">
                <a:buClr>
                  <a:schemeClr val="tx2"/>
                </a:buClr>
                <a:buSzPct val="120000"/>
                <a:buFont typeface="Arial" charset="0"/>
                <a:buChar char="–"/>
                <a:defRPr lang="x-none" sz="1600" baseline="0">
                  <a:latin typeface="+mn-lt"/>
                </a:defRPr>
              </a:lvl3pPr>
              <a:lvl4pPr marL="891502" lvl="3" indent="-225755" defTabSz="1299242" eaLnBrk="1" latinLnBrk="0" hangingPunct="1">
                <a:buClr>
                  <a:schemeClr val="tx2"/>
                </a:buClr>
                <a:buSzPct val="120000"/>
                <a:buFont typeface="Arial" charset="0"/>
                <a:buChar char="▫"/>
                <a:defRPr lang="x-none" sz="1600" baseline="0">
                  <a:latin typeface="+mn-lt"/>
                </a:defRPr>
              </a:lvl4pPr>
              <a:lvl5pPr marL="1088046" lvl="4" indent="-188897" defTabSz="1299242" eaLnBrk="1" latinLnBrk="0" hangingPunct="1">
                <a:buClr>
                  <a:schemeClr val="tx2"/>
                </a:buClr>
                <a:buSzPct val="89000"/>
                <a:buFont typeface="Arial" charset="0"/>
                <a:buChar char="-"/>
                <a:defRPr lang="x-none" sz="1600" baseline="0">
                  <a:latin typeface="+mn-lt"/>
                </a:defRPr>
              </a:lvl5pPr>
              <a:lvl6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6pPr>
              <a:lvl7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7pPr>
              <a:lvl8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8pPr>
              <a:lvl9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9pPr>
            </a:lstStyle>
            <a:p>
              <a:pPr>
                <a:buClr>
                  <a:srgbClr val="FFFFFF"/>
                </a:buClr>
              </a:pPr>
              <a:r>
                <a:rPr lang="ru-RU" sz="600" dirty="0">
                  <a:solidFill>
                    <a:srgbClr val="FFFFFF"/>
                  </a:solidFill>
                </a:rPr>
                <a:t>Городское видеонаблюдение</a:t>
              </a:r>
              <a:endParaRPr lang="en-US" sz="600" dirty="0">
                <a:solidFill>
                  <a:srgbClr val="FFFFFF"/>
                </a:solidFill>
              </a:endParaRPr>
            </a:p>
          </p:txBody>
        </p:sp>
        <p:sp>
          <p:nvSpPr>
            <p:cNvPr id="125" name="Rectangle 17">
              <a:extLst>
                <a:ext uri="{FF2B5EF4-FFF2-40B4-BE49-F238E27FC236}">
                  <a16:creationId xmlns:a16="http://schemas.microsoft.com/office/drawing/2014/main" id="{54C95267-CBBE-4338-A859-4FED41C2849F}"/>
                </a:ext>
              </a:extLst>
            </p:cNvPr>
            <p:cNvSpPr txBox="1">
              <a:spLocks/>
            </p:cNvSpPr>
            <p:nvPr>
              <p:custDataLst>
                <p:tags r:id="rId53"/>
              </p:custDataLst>
            </p:nvPr>
          </p:nvSpPr>
          <p:spPr>
            <a:xfrm>
              <a:off x="1939954" y="2902692"/>
              <a:ext cx="6441871" cy="11024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vert="horz" lIns="18288" tIns="18288" rIns="18288" bIns="18288" rtlCol="0" anchor="ctr" anchorCtr="0">
              <a:noAutofit/>
            </a:bodyPr>
            <a:lstStyle>
              <a:lvl1pPr marL="0" lvl="0" indent="0" defTabSz="1299242" eaLnBrk="1" latinLnBrk="0" hangingPunct="1">
                <a:buClr>
                  <a:schemeClr val="tx2"/>
                </a:buClr>
                <a:buSzPct val="100000"/>
                <a:defRPr lang="x-none" sz="1600" baseline="0">
                  <a:latin typeface="+mn-lt"/>
                </a:defRPr>
              </a:lvl1pPr>
              <a:lvl2pPr marL="281042" lvl="1" indent="-278739" defTabSz="1299242" eaLnBrk="1" latinLnBrk="0" hangingPunct="1">
                <a:buClr>
                  <a:schemeClr val="tx2"/>
                </a:buClr>
                <a:buSzPct val="125000"/>
                <a:buFont typeface="Arial" charset="0"/>
                <a:buChar char="▪"/>
                <a:defRPr lang="x-none" sz="1600" baseline="0">
                  <a:latin typeface="+mn-lt"/>
                </a:defRPr>
              </a:lvl2pPr>
              <a:lvl3pPr marL="663443" lvl="2" indent="-380098" defTabSz="1299242" eaLnBrk="1" latinLnBrk="0" hangingPunct="1">
                <a:buClr>
                  <a:schemeClr val="tx2"/>
                </a:buClr>
                <a:buSzPct val="120000"/>
                <a:buFont typeface="Arial" charset="0"/>
                <a:buChar char="–"/>
                <a:defRPr lang="x-none" sz="1600" baseline="0">
                  <a:latin typeface="+mn-lt"/>
                </a:defRPr>
              </a:lvl3pPr>
              <a:lvl4pPr marL="891502" lvl="3" indent="-225755" defTabSz="1299242" eaLnBrk="1" latinLnBrk="0" hangingPunct="1">
                <a:buClr>
                  <a:schemeClr val="tx2"/>
                </a:buClr>
                <a:buSzPct val="120000"/>
                <a:buFont typeface="Arial" charset="0"/>
                <a:buChar char="▫"/>
                <a:defRPr lang="x-none" sz="1600" baseline="0">
                  <a:latin typeface="+mn-lt"/>
                </a:defRPr>
              </a:lvl4pPr>
              <a:lvl5pPr marL="1088046" lvl="4" indent="-188897" defTabSz="1299242" eaLnBrk="1" latinLnBrk="0" hangingPunct="1">
                <a:buClr>
                  <a:schemeClr val="tx2"/>
                </a:buClr>
                <a:buSzPct val="89000"/>
                <a:buFont typeface="Arial" charset="0"/>
                <a:buChar char="-"/>
                <a:defRPr lang="x-none" sz="1600" baseline="0">
                  <a:latin typeface="+mn-lt"/>
                </a:defRPr>
              </a:lvl5pPr>
              <a:lvl6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6pPr>
              <a:lvl7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7pPr>
              <a:lvl8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8pPr>
              <a:lvl9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9pPr>
            </a:lstStyle>
            <a:p>
              <a:pPr>
                <a:buClr>
                  <a:srgbClr val="FFFFFF"/>
                </a:buClr>
              </a:pPr>
              <a:r>
                <a:rPr lang="ru-RU" sz="600" dirty="0">
                  <a:solidFill>
                    <a:srgbClr val="FFFFFF"/>
                  </a:solidFill>
                </a:rPr>
                <a:t>Видеонаблюдение с возможностью подключения граждан</a:t>
              </a:r>
              <a:endParaRPr lang="en-US" sz="600" dirty="0">
                <a:solidFill>
                  <a:srgbClr val="FFFFFF"/>
                </a:solidFill>
              </a:endParaRPr>
            </a:p>
          </p:txBody>
        </p:sp>
      </p:grpSp>
      <p:sp>
        <p:nvSpPr>
          <p:cNvPr id="221" name="Rectangle 17">
            <a:extLst>
              <a:ext uri="{FF2B5EF4-FFF2-40B4-BE49-F238E27FC236}">
                <a16:creationId xmlns:a16="http://schemas.microsoft.com/office/drawing/2014/main" id="{40869EE8-DA54-466D-BD74-17C17FD5365A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>
          <a:xfrm>
            <a:off x="1939954" y="3298447"/>
            <a:ext cx="3186433" cy="11380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vert="horz" wrap="square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600" dirty="0">
                <a:solidFill>
                  <a:srgbClr val="FFFFFF"/>
                </a:solidFill>
              </a:rPr>
              <a:t>Умное освещение</a:t>
            </a:r>
            <a:endParaRPr lang="en-US" sz="600" dirty="0">
              <a:solidFill>
                <a:srgbClr val="FFFFFF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01117804-4353-4D3B-9DCA-ADE7B7B442DB}"/>
              </a:ext>
            </a:extLst>
          </p:cNvPr>
          <p:cNvSpPr txBox="1">
            <a:spLocks/>
          </p:cNvSpPr>
          <p:nvPr/>
        </p:nvSpPr>
        <p:spPr>
          <a:xfrm>
            <a:off x="1939954" y="1644141"/>
            <a:ext cx="3186433" cy="12311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b="1" dirty="0"/>
              <a:t>Придомовая территория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CC2DC8AE-0EAA-4907-87D2-DC2307B4A93F}"/>
              </a:ext>
            </a:extLst>
          </p:cNvPr>
          <p:cNvSpPr txBox="1">
            <a:spLocks/>
          </p:cNvSpPr>
          <p:nvPr/>
        </p:nvSpPr>
        <p:spPr>
          <a:xfrm>
            <a:off x="8450829" y="1644141"/>
            <a:ext cx="3186433" cy="12311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b="1" dirty="0"/>
              <a:t>Квартира</a:t>
            </a:r>
          </a:p>
        </p:txBody>
      </p:sp>
      <p:sp>
        <p:nvSpPr>
          <p:cNvPr id="237" name="Rectangle 17">
            <a:extLst>
              <a:ext uri="{FF2B5EF4-FFF2-40B4-BE49-F238E27FC236}">
                <a16:creationId xmlns:a16="http://schemas.microsoft.com/office/drawing/2014/main" id="{EA246161-E695-43AF-A0AC-ABF07D454566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>
          <a:xfrm>
            <a:off x="1939954" y="2308924"/>
            <a:ext cx="3186433" cy="11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600" dirty="0"/>
              <a:t>Автономное патрулирование территории дронами</a:t>
            </a:r>
            <a:endParaRPr lang="en-US" sz="600" dirty="0"/>
          </a:p>
        </p:txBody>
      </p:sp>
      <p:sp>
        <p:nvSpPr>
          <p:cNvPr id="225" name="Rectangle 17">
            <a:extLst>
              <a:ext uri="{FF2B5EF4-FFF2-40B4-BE49-F238E27FC236}">
                <a16:creationId xmlns:a16="http://schemas.microsoft.com/office/drawing/2014/main" id="{2330D8FD-721F-4712-B0D6-026BEA2FFE63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>
          <a:xfrm>
            <a:off x="1939952" y="3126638"/>
            <a:ext cx="6449931" cy="12525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600" dirty="0">
                <a:solidFill>
                  <a:schemeClr val="bg1"/>
                </a:solidFill>
              </a:rPr>
              <a:t>Идентификация лиц, представляющих различные виды услуг </a:t>
            </a:r>
          </a:p>
        </p:txBody>
      </p:sp>
      <p:sp>
        <p:nvSpPr>
          <p:cNvPr id="245" name="Rectangle 17">
            <a:extLst>
              <a:ext uri="{FF2B5EF4-FFF2-40B4-BE49-F238E27FC236}">
                <a16:creationId xmlns:a16="http://schemas.microsoft.com/office/drawing/2014/main" id="{C2839659-8CA3-4750-AE16-8FC4A11A9A31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>
          <a:xfrm>
            <a:off x="5192918" y="2084764"/>
            <a:ext cx="3186433" cy="11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600" dirty="0"/>
              <a:t>Автоматизированное управление эвакуацией</a:t>
            </a:r>
            <a:endParaRPr lang="en-US" sz="600" dirty="0"/>
          </a:p>
        </p:txBody>
      </p:sp>
      <p:sp>
        <p:nvSpPr>
          <p:cNvPr id="247" name="Rectangle 17">
            <a:extLst>
              <a:ext uri="{FF2B5EF4-FFF2-40B4-BE49-F238E27FC236}">
                <a16:creationId xmlns:a16="http://schemas.microsoft.com/office/drawing/2014/main" id="{2720E58A-6059-43B4-8683-C0EF02C716E1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>
          <a:xfrm>
            <a:off x="5192918" y="2219351"/>
            <a:ext cx="3186433" cy="198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600" dirty="0"/>
              <a:t>Цифровой двойник дома с прогнозной </a:t>
            </a:r>
            <a:br>
              <a:rPr lang="ru-RU" sz="600" dirty="0"/>
            </a:br>
            <a:r>
              <a:rPr lang="ru-RU" sz="600" dirty="0"/>
              <a:t>аналитикой состояния дома</a:t>
            </a:r>
            <a:endParaRPr lang="en-US" sz="600" dirty="0"/>
          </a:p>
        </p:txBody>
      </p:sp>
      <p:sp>
        <p:nvSpPr>
          <p:cNvPr id="226" name="Rectangle 17">
            <a:extLst>
              <a:ext uri="{FF2B5EF4-FFF2-40B4-BE49-F238E27FC236}">
                <a16:creationId xmlns:a16="http://schemas.microsoft.com/office/drawing/2014/main" id="{61AA764B-A8BF-4A45-B790-8D7DB96D881B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>
          <a:xfrm>
            <a:off x="8448355" y="2084764"/>
            <a:ext cx="3186433" cy="11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600" dirty="0"/>
              <a:t>Системы защиты от взломов и краж</a:t>
            </a:r>
            <a:endParaRPr lang="en-US" sz="6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CA41554-EE7C-4666-8895-A7E57A537E9F}"/>
              </a:ext>
            </a:extLst>
          </p:cNvPr>
          <p:cNvGrpSpPr/>
          <p:nvPr/>
        </p:nvGrpSpPr>
        <p:grpSpPr>
          <a:xfrm>
            <a:off x="8450829" y="3871035"/>
            <a:ext cx="3186433" cy="379414"/>
            <a:chOff x="8450829" y="3893495"/>
            <a:chExt cx="3186433" cy="379414"/>
          </a:xfrm>
        </p:grpSpPr>
        <p:sp>
          <p:nvSpPr>
            <p:cNvPr id="222" name="Rectangle 17">
              <a:extLst>
                <a:ext uri="{FF2B5EF4-FFF2-40B4-BE49-F238E27FC236}">
                  <a16:creationId xmlns:a16="http://schemas.microsoft.com/office/drawing/2014/main" id="{A147E1E3-36B1-4968-9A20-9F321F593EC6}"/>
                </a:ext>
              </a:extLst>
            </p:cNvPr>
            <p:cNvSpPr txBox="1">
              <a:spLocks/>
            </p:cNvSpPr>
            <p:nvPr>
              <p:custDataLst>
                <p:tags r:id="rId48"/>
              </p:custDataLst>
            </p:nvPr>
          </p:nvSpPr>
          <p:spPr>
            <a:xfrm>
              <a:off x="8450829" y="3893495"/>
              <a:ext cx="3186433" cy="1102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lIns="18288" tIns="18288" rIns="18288" bIns="18288" rtlCol="0" anchor="ctr" anchorCtr="0">
              <a:noAutofit/>
            </a:bodyPr>
            <a:lstStyle>
              <a:lvl1pPr marL="0" lvl="0" indent="0" defTabSz="1299242" eaLnBrk="1" latinLnBrk="0" hangingPunct="1">
                <a:buClr>
                  <a:schemeClr val="tx2"/>
                </a:buClr>
                <a:buSzPct val="100000"/>
                <a:defRPr lang="x-none" sz="1600" baseline="0">
                  <a:latin typeface="+mn-lt"/>
                </a:defRPr>
              </a:lvl1pPr>
              <a:lvl2pPr marL="281042" lvl="1" indent="-278739" defTabSz="1299242" eaLnBrk="1" latinLnBrk="0" hangingPunct="1">
                <a:buClr>
                  <a:schemeClr val="tx2"/>
                </a:buClr>
                <a:buSzPct val="125000"/>
                <a:buFont typeface="Arial" charset="0"/>
                <a:buChar char="▪"/>
                <a:defRPr lang="x-none" sz="1600" baseline="0">
                  <a:latin typeface="+mn-lt"/>
                </a:defRPr>
              </a:lvl2pPr>
              <a:lvl3pPr marL="663443" lvl="2" indent="-380098" defTabSz="1299242" eaLnBrk="1" latinLnBrk="0" hangingPunct="1">
                <a:buClr>
                  <a:schemeClr val="tx2"/>
                </a:buClr>
                <a:buSzPct val="120000"/>
                <a:buFont typeface="Arial" charset="0"/>
                <a:buChar char="–"/>
                <a:defRPr lang="x-none" sz="1600" baseline="0">
                  <a:latin typeface="+mn-lt"/>
                </a:defRPr>
              </a:lvl3pPr>
              <a:lvl4pPr marL="891502" lvl="3" indent="-225755" defTabSz="1299242" eaLnBrk="1" latinLnBrk="0" hangingPunct="1">
                <a:buClr>
                  <a:schemeClr val="tx2"/>
                </a:buClr>
                <a:buSzPct val="120000"/>
                <a:buFont typeface="Arial" charset="0"/>
                <a:buChar char="▫"/>
                <a:defRPr lang="x-none" sz="1600" baseline="0">
                  <a:latin typeface="+mn-lt"/>
                </a:defRPr>
              </a:lvl4pPr>
              <a:lvl5pPr marL="1088046" lvl="4" indent="-188897" defTabSz="1299242" eaLnBrk="1" latinLnBrk="0" hangingPunct="1">
                <a:buClr>
                  <a:schemeClr val="tx2"/>
                </a:buClr>
                <a:buSzPct val="89000"/>
                <a:buFont typeface="Arial" charset="0"/>
                <a:buChar char="-"/>
                <a:defRPr lang="x-none" sz="1600" baseline="0">
                  <a:latin typeface="+mn-lt"/>
                </a:defRPr>
              </a:lvl5pPr>
              <a:lvl6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6pPr>
              <a:lvl7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7pPr>
              <a:lvl8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8pPr>
              <a:lvl9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9pPr>
            </a:lstStyle>
            <a:p>
              <a:r>
                <a:rPr lang="ru-RU" sz="600" dirty="0"/>
                <a:t>Умный домашний помощник</a:t>
              </a:r>
              <a:endParaRPr lang="en-US" sz="600" dirty="0"/>
            </a:p>
          </p:txBody>
        </p:sp>
        <p:sp>
          <p:nvSpPr>
            <p:cNvPr id="235" name="Rectangle 17">
              <a:extLst>
                <a:ext uri="{FF2B5EF4-FFF2-40B4-BE49-F238E27FC236}">
                  <a16:creationId xmlns:a16="http://schemas.microsoft.com/office/drawing/2014/main" id="{1E65ADE5-E701-42DC-802B-DA5510B50472}"/>
                </a:ext>
              </a:extLst>
            </p:cNvPr>
            <p:cNvSpPr txBox="1">
              <a:spLocks/>
            </p:cNvSpPr>
            <p:nvPr>
              <p:custDataLst>
                <p:tags r:id="rId49"/>
              </p:custDataLst>
            </p:nvPr>
          </p:nvSpPr>
          <p:spPr>
            <a:xfrm>
              <a:off x="8450829" y="4162669"/>
              <a:ext cx="3186433" cy="1102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lIns="18288" tIns="18288" rIns="18288" bIns="18288" rtlCol="0" anchor="ctr" anchorCtr="0">
              <a:noAutofit/>
            </a:bodyPr>
            <a:lstStyle>
              <a:lvl1pPr marL="0" lvl="0" indent="0" defTabSz="1299242" eaLnBrk="1" latinLnBrk="0" hangingPunct="1">
                <a:buClr>
                  <a:schemeClr val="tx2"/>
                </a:buClr>
                <a:buSzPct val="100000"/>
                <a:defRPr lang="x-none" sz="1600" baseline="0">
                  <a:latin typeface="+mn-lt"/>
                </a:defRPr>
              </a:lvl1pPr>
              <a:lvl2pPr marL="281042" lvl="1" indent="-278739" defTabSz="1299242" eaLnBrk="1" latinLnBrk="0" hangingPunct="1">
                <a:buClr>
                  <a:schemeClr val="tx2"/>
                </a:buClr>
                <a:buSzPct val="125000"/>
                <a:buFont typeface="Arial" charset="0"/>
                <a:buChar char="▪"/>
                <a:defRPr lang="x-none" sz="1600" baseline="0">
                  <a:latin typeface="+mn-lt"/>
                </a:defRPr>
              </a:lvl2pPr>
              <a:lvl3pPr marL="663443" lvl="2" indent="-380098" defTabSz="1299242" eaLnBrk="1" latinLnBrk="0" hangingPunct="1">
                <a:buClr>
                  <a:schemeClr val="tx2"/>
                </a:buClr>
                <a:buSzPct val="120000"/>
                <a:buFont typeface="Arial" charset="0"/>
                <a:buChar char="–"/>
                <a:defRPr lang="x-none" sz="1600" baseline="0">
                  <a:latin typeface="+mn-lt"/>
                </a:defRPr>
              </a:lvl3pPr>
              <a:lvl4pPr marL="891502" lvl="3" indent="-225755" defTabSz="1299242" eaLnBrk="1" latinLnBrk="0" hangingPunct="1">
                <a:buClr>
                  <a:schemeClr val="tx2"/>
                </a:buClr>
                <a:buSzPct val="120000"/>
                <a:buFont typeface="Arial" charset="0"/>
                <a:buChar char="▫"/>
                <a:defRPr lang="x-none" sz="1600" baseline="0">
                  <a:latin typeface="+mn-lt"/>
                </a:defRPr>
              </a:lvl4pPr>
              <a:lvl5pPr marL="1088046" lvl="4" indent="-188897" defTabSz="1299242" eaLnBrk="1" latinLnBrk="0" hangingPunct="1">
                <a:buClr>
                  <a:schemeClr val="tx2"/>
                </a:buClr>
                <a:buSzPct val="89000"/>
                <a:buFont typeface="Arial" charset="0"/>
                <a:buChar char="-"/>
                <a:defRPr lang="x-none" sz="1600" baseline="0">
                  <a:latin typeface="+mn-lt"/>
                </a:defRPr>
              </a:lvl5pPr>
              <a:lvl6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6pPr>
              <a:lvl7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7pPr>
              <a:lvl8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8pPr>
              <a:lvl9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9pPr>
            </a:lstStyle>
            <a:p>
              <a:r>
                <a:rPr lang="ru-RU" sz="600" dirty="0"/>
                <a:t>Временные цифровые ключи доступа в квартиру</a:t>
              </a:r>
              <a:endParaRPr lang="en-US" sz="600" dirty="0"/>
            </a:p>
          </p:txBody>
        </p:sp>
        <p:sp>
          <p:nvSpPr>
            <p:cNvPr id="243" name="Rectangle 17">
              <a:extLst>
                <a:ext uri="{FF2B5EF4-FFF2-40B4-BE49-F238E27FC236}">
                  <a16:creationId xmlns:a16="http://schemas.microsoft.com/office/drawing/2014/main" id="{8123E597-A0D8-487D-843F-9C7B24ED3452}"/>
                </a:ext>
              </a:extLst>
            </p:cNvPr>
            <p:cNvSpPr txBox="1">
              <a:spLocks/>
            </p:cNvSpPr>
            <p:nvPr>
              <p:custDataLst>
                <p:tags r:id="rId50"/>
              </p:custDataLst>
            </p:nvPr>
          </p:nvSpPr>
          <p:spPr>
            <a:xfrm>
              <a:off x="8450829" y="4028082"/>
              <a:ext cx="3186433" cy="1102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lIns="18288" tIns="18288" rIns="18288" bIns="18288" rtlCol="0" anchor="ctr" anchorCtr="0">
              <a:noAutofit/>
            </a:bodyPr>
            <a:lstStyle>
              <a:lvl1pPr marL="0" lvl="0" indent="0" defTabSz="1299242" eaLnBrk="1" latinLnBrk="0" hangingPunct="1">
                <a:buClr>
                  <a:schemeClr val="tx2"/>
                </a:buClr>
                <a:buSzPct val="100000"/>
                <a:defRPr lang="x-none" sz="1600" baseline="0">
                  <a:latin typeface="+mn-lt"/>
                </a:defRPr>
              </a:lvl1pPr>
              <a:lvl2pPr marL="281042" lvl="1" indent="-278739" defTabSz="1299242" eaLnBrk="1" latinLnBrk="0" hangingPunct="1">
                <a:buClr>
                  <a:schemeClr val="tx2"/>
                </a:buClr>
                <a:buSzPct val="125000"/>
                <a:buFont typeface="Arial" charset="0"/>
                <a:buChar char="▪"/>
                <a:defRPr lang="x-none" sz="1600" baseline="0">
                  <a:latin typeface="+mn-lt"/>
                </a:defRPr>
              </a:lvl2pPr>
              <a:lvl3pPr marL="663443" lvl="2" indent="-380098" defTabSz="1299242" eaLnBrk="1" latinLnBrk="0" hangingPunct="1">
                <a:buClr>
                  <a:schemeClr val="tx2"/>
                </a:buClr>
                <a:buSzPct val="120000"/>
                <a:buFont typeface="Arial" charset="0"/>
                <a:buChar char="–"/>
                <a:defRPr lang="x-none" sz="1600" baseline="0">
                  <a:latin typeface="+mn-lt"/>
                </a:defRPr>
              </a:lvl3pPr>
              <a:lvl4pPr marL="891502" lvl="3" indent="-225755" defTabSz="1299242" eaLnBrk="1" latinLnBrk="0" hangingPunct="1">
                <a:buClr>
                  <a:schemeClr val="tx2"/>
                </a:buClr>
                <a:buSzPct val="120000"/>
                <a:buFont typeface="Arial" charset="0"/>
                <a:buChar char="▫"/>
                <a:defRPr lang="x-none" sz="1600" baseline="0">
                  <a:latin typeface="+mn-lt"/>
                </a:defRPr>
              </a:lvl4pPr>
              <a:lvl5pPr marL="1088046" lvl="4" indent="-188897" defTabSz="1299242" eaLnBrk="1" latinLnBrk="0" hangingPunct="1">
                <a:buClr>
                  <a:schemeClr val="tx2"/>
                </a:buClr>
                <a:buSzPct val="89000"/>
                <a:buFont typeface="Arial" charset="0"/>
                <a:buChar char="-"/>
                <a:defRPr lang="x-none" sz="1600" baseline="0">
                  <a:latin typeface="+mn-lt"/>
                </a:defRPr>
              </a:lvl5pPr>
              <a:lvl6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6pPr>
              <a:lvl7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7pPr>
              <a:lvl8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8pPr>
              <a:lvl9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9pPr>
            </a:lstStyle>
            <a:p>
              <a:r>
                <a:rPr lang="ru-RU" sz="600" dirty="0"/>
                <a:t>Умные бытовые устройства</a:t>
              </a:r>
              <a:endParaRPr lang="en-US" sz="600" dirty="0"/>
            </a:p>
          </p:txBody>
        </p:sp>
      </p:grpSp>
      <p:sp>
        <p:nvSpPr>
          <p:cNvPr id="116" name="Rectangle 17">
            <a:extLst>
              <a:ext uri="{FF2B5EF4-FFF2-40B4-BE49-F238E27FC236}">
                <a16:creationId xmlns:a16="http://schemas.microsoft.com/office/drawing/2014/main" id="{F9C47E9D-EA92-4C1D-9B5F-D15B2AF58629}"/>
              </a:ext>
            </a:extLst>
          </p:cNvPr>
          <p:cNvSpPr txBox="1">
            <a:spLocks/>
          </p:cNvSpPr>
          <p:nvPr>
            <p:custDataLst>
              <p:tags r:id="rId38"/>
            </p:custDataLst>
          </p:nvPr>
        </p:nvSpPr>
        <p:spPr>
          <a:xfrm>
            <a:off x="8450829" y="2357591"/>
            <a:ext cx="3186433" cy="11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600" dirty="0"/>
              <a:t>Удаленное видеонаблюдение за квартирой</a:t>
            </a:r>
            <a:endParaRPr lang="en-US" sz="600" dirty="0"/>
          </a:p>
        </p:txBody>
      </p:sp>
      <p:sp>
        <p:nvSpPr>
          <p:cNvPr id="162" name="Rectangle 17">
            <a:extLst>
              <a:ext uri="{FF2B5EF4-FFF2-40B4-BE49-F238E27FC236}">
                <a16:creationId xmlns:a16="http://schemas.microsoft.com/office/drawing/2014/main" id="{199D2E6D-6AF4-4436-A928-AD67ED708541}"/>
              </a:ext>
            </a:extLst>
          </p:cNvPr>
          <p:cNvSpPr txBox="1">
            <a:spLocks/>
          </p:cNvSpPr>
          <p:nvPr>
            <p:custDataLst>
              <p:tags r:id="rId39"/>
            </p:custDataLst>
          </p:nvPr>
        </p:nvSpPr>
        <p:spPr>
          <a:xfrm>
            <a:off x="8450829" y="4803252"/>
            <a:ext cx="3186433" cy="1102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defPPr>
              <a:defRPr lang="en-US"/>
            </a:defPPr>
            <a:lvl1pPr lvl="0" indent="0" defTabSz="1299242">
              <a:buClr>
                <a:schemeClr val="tx2"/>
              </a:buClr>
              <a:buSzPct val="100000"/>
              <a:defRPr sz="600" b="1" baseline="0">
                <a:solidFill>
                  <a:schemeClr val="tx2"/>
                </a:solidFill>
              </a:defRPr>
            </a:lvl1pPr>
            <a:lvl2pPr marL="281042" lvl="1" indent="-278739" defTabSz="1299242">
              <a:buClr>
                <a:schemeClr val="tx2"/>
              </a:buClr>
              <a:buSzPct val="125000"/>
              <a:buFont typeface="Arial" charset="0"/>
              <a:buChar char="▪"/>
              <a:defRPr sz="1600" baseline="0"/>
            </a:lvl2pPr>
            <a:lvl3pPr marL="663443" lvl="2" indent="-380098" defTabSz="1299242">
              <a:buClr>
                <a:schemeClr val="tx2"/>
              </a:buClr>
              <a:buSzPct val="120000"/>
              <a:buFont typeface="Arial" charset="0"/>
              <a:buChar char="–"/>
              <a:defRPr sz="1600" baseline="0"/>
            </a:lvl3pPr>
            <a:lvl4pPr marL="891502" lvl="3" indent="-225755" defTabSz="1299242">
              <a:buClr>
                <a:schemeClr val="tx2"/>
              </a:buClr>
              <a:buSzPct val="120000"/>
              <a:buFont typeface="Arial" charset="0"/>
              <a:buChar char="▫"/>
              <a:defRPr sz="1600" baseline="0"/>
            </a:lvl4pPr>
            <a:lvl5pPr marL="1088046" lvl="4" indent="-188897" defTabSz="1299242"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pPr>
              <a:buClr>
                <a:srgbClr val="FFFFFF"/>
              </a:buClr>
            </a:pPr>
            <a:r>
              <a:rPr lang="ru-RU" b="0" dirty="0">
                <a:solidFill>
                  <a:srgbClr val="FFFFFF"/>
                </a:solidFill>
              </a:rPr>
              <a:t>Интернет от любого провайдера</a:t>
            </a:r>
            <a:endParaRPr lang="en-US" b="0" dirty="0">
              <a:solidFill>
                <a:srgbClr val="FFFFFF"/>
              </a:solidFill>
            </a:endParaRPr>
          </a:p>
        </p:txBody>
      </p:sp>
      <p:sp>
        <p:nvSpPr>
          <p:cNvPr id="249" name="Rectangle 17">
            <a:extLst>
              <a:ext uri="{FF2B5EF4-FFF2-40B4-BE49-F238E27FC236}">
                <a16:creationId xmlns:a16="http://schemas.microsoft.com/office/drawing/2014/main" id="{84BFCD53-FFAB-427D-872A-5BAA80FC70B6}"/>
              </a:ext>
            </a:extLst>
          </p:cNvPr>
          <p:cNvSpPr txBox="1">
            <a:spLocks/>
          </p:cNvSpPr>
          <p:nvPr>
            <p:custDataLst>
              <p:tags r:id="rId40"/>
            </p:custDataLst>
          </p:nvPr>
        </p:nvSpPr>
        <p:spPr>
          <a:xfrm>
            <a:off x="5195392" y="4668665"/>
            <a:ext cx="3186433" cy="11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600" dirty="0"/>
              <a:t>Место для посадки легких летательных аппаратов</a:t>
            </a:r>
            <a:endParaRPr lang="en-US" sz="600" dirty="0"/>
          </a:p>
        </p:txBody>
      </p:sp>
      <p:sp>
        <p:nvSpPr>
          <p:cNvPr id="167" name="Rectangle 17">
            <a:extLst>
              <a:ext uri="{FF2B5EF4-FFF2-40B4-BE49-F238E27FC236}">
                <a16:creationId xmlns:a16="http://schemas.microsoft.com/office/drawing/2014/main" id="{446E6A5A-4E69-4C29-A0E3-0EEEFE6E3C03}"/>
              </a:ext>
            </a:extLst>
          </p:cNvPr>
          <p:cNvSpPr txBox="1">
            <a:spLocks/>
          </p:cNvSpPr>
          <p:nvPr>
            <p:custDataLst>
              <p:tags r:id="rId41"/>
            </p:custDataLst>
          </p:nvPr>
        </p:nvSpPr>
        <p:spPr>
          <a:xfrm>
            <a:off x="8450829" y="4668665"/>
            <a:ext cx="3186433" cy="1102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defPPr>
              <a:defRPr lang="en-US"/>
            </a:defPPr>
            <a:lvl1pPr lvl="0" indent="0" defTabSz="1299242">
              <a:buClr>
                <a:schemeClr val="tx2"/>
              </a:buClr>
              <a:buSzPct val="100000"/>
              <a:defRPr sz="1000" b="1" baseline="0">
                <a:solidFill>
                  <a:schemeClr val="tx2"/>
                </a:solidFill>
              </a:defRPr>
            </a:lvl1pPr>
            <a:lvl2pPr marL="281042" lvl="1" indent="-278739" defTabSz="1299242">
              <a:buClr>
                <a:schemeClr val="tx2"/>
              </a:buClr>
              <a:buSzPct val="125000"/>
              <a:buFont typeface="Arial" charset="0"/>
              <a:buChar char="▪"/>
              <a:defRPr sz="1600" baseline="0"/>
            </a:lvl2pPr>
            <a:lvl3pPr marL="663443" lvl="2" indent="-380098" defTabSz="1299242">
              <a:buClr>
                <a:schemeClr val="tx2"/>
              </a:buClr>
              <a:buSzPct val="120000"/>
              <a:buFont typeface="Arial" charset="0"/>
              <a:buChar char="–"/>
              <a:defRPr sz="1600" baseline="0"/>
            </a:lvl3pPr>
            <a:lvl4pPr marL="891502" lvl="3" indent="-225755" defTabSz="1299242">
              <a:buClr>
                <a:schemeClr val="tx2"/>
              </a:buClr>
              <a:buSzPct val="120000"/>
              <a:buFont typeface="Arial" charset="0"/>
              <a:buChar char="▫"/>
              <a:defRPr sz="1600" baseline="0"/>
            </a:lvl4pPr>
            <a:lvl5pPr marL="1088046" lvl="4" indent="-188897" defTabSz="1299242"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pPr>
              <a:buClr>
                <a:srgbClr val="FFFFFF"/>
              </a:buClr>
            </a:pPr>
            <a:r>
              <a:rPr lang="ru-RU" sz="600" b="0" dirty="0">
                <a:solidFill>
                  <a:srgbClr val="FFFFFF"/>
                </a:solidFill>
              </a:rPr>
              <a:t>Интернет-телевидение </a:t>
            </a:r>
            <a:endParaRPr lang="en-US" sz="600" b="0" dirty="0">
              <a:solidFill>
                <a:srgbClr val="FFFFFF"/>
              </a:solidFill>
            </a:endParaRPr>
          </a:p>
        </p:txBody>
      </p:sp>
      <p:sp>
        <p:nvSpPr>
          <p:cNvPr id="233" name="Rectangle 17">
            <a:extLst>
              <a:ext uri="{FF2B5EF4-FFF2-40B4-BE49-F238E27FC236}">
                <a16:creationId xmlns:a16="http://schemas.microsoft.com/office/drawing/2014/main" id="{62E372E2-95EF-418C-89F8-2E098F53DFBE}"/>
              </a:ext>
            </a:extLst>
          </p:cNvPr>
          <p:cNvSpPr txBox="1">
            <a:spLocks/>
          </p:cNvSpPr>
          <p:nvPr>
            <p:custDataLst>
              <p:tags r:id="rId42"/>
            </p:custDataLst>
          </p:nvPr>
        </p:nvSpPr>
        <p:spPr>
          <a:xfrm>
            <a:off x="8450829" y="2223004"/>
            <a:ext cx="3186433" cy="1102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600" dirty="0">
                <a:solidFill>
                  <a:schemeClr val="bg1"/>
                </a:solidFill>
              </a:rPr>
              <a:t>Видеодомофон в мобильном телефоне</a:t>
            </a:r>
            <a:endParaRPr lang="en-US" sz="600" dirty="0">
              <a:solidFill>
                <a:schemeClr val="bg1"/>
              </a:solidFill>
            </a:endParaRPr>
          </a:p>
        </p:txBody>
      </p:sp>
      <p:sp>
        <p:nvSpPr>
          <p:cNvPr id="126" name="Rectangle 17">
            <a:extLst>
              <a:ext uri="{FF2B5EF4-FFF2-40B4-BE49-F238E27FC236}">
                <a16:creationId xmlns:a16="http://schemas.microsoft.com/office/drawing/2014/main" id="{D9BC0F00-9F41-4C76-BEC7-620B0B4D4B38}"/>
              </a:ext>
            </a:extLst>
          </p:cNvPr>
          <p:cNvSpPr txBox="1">
            <a:spLocks/>
          </p:cNvSpPr>
          <p:nvPr>
            <p:custDataLst>
              <p:tags r:id="rId43"/>
            </p:custDataLst>
          </p:nvPr>
        </p:nvSpPr>
        <p:spPr>
          <a:xfrm>
            <a:off x="8450829" y="3298448"/>
            <a:ext cx="3186433" cy="11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600" dirty="0"/>
              <a:t>Умное освещение</a:t>
            </a:r>
            <a:endParaRPr lang="en-US" sz="600" dirty="0"/>
          </a:p>
        </p:txBody>
      </p:sp>
      <p:sp>
        <p:nvSpPr>
          <p:cNvPr id="109" name="Rectangle 17">
            <a:extLst>
              <a:ext uri="{FF2B5EF4-FFF2-40B4-BE49-F238E27FC236}">
                <a16:creationId xmlns:a16="http://schemas.microsoft.com/office/drawing/2014/main" id="{4117A24F-A2AC-4837-8343-C2674C0EE57C}"/>
              </a:ext>
            </a:extLst>
          </p:cNvPr>
          <p:cNvSpPr txBox="1">
            <a:spLocks/>
          </p:cNvSpPr>
          <p:nvPr>
            <p:custDataLst>
              <p:tags r:id="rId44"/>
            </p:custDataLst>
          </p:nvPr>
        </p:nvSpPr>
        <p:spPr>
          <a:xfrm>
            <a:off x="5168947" y="3298448"/>
            <a:ext cx="3210404" cy="10389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600" dirty="0">
                <a:solidFill>
                  <a:srgbClr val="FFFFFF"/>
                </a:solidFill>
              </a:rPr>
              <a:t>Умное освещение</a:t>
            </a:r>
            <a:endParaRPr lang="en-US" sz="600" dirty="0">
              <a:solidFill>
                <a:srgbClr val="FFFFFF"/>
              </a:solidFill>
            </a:endParaRPr>
          </a:p>
        </p:txBody>
      </p:sp>
      <p:sp>
        <p:nvSpPr>
          <p:cNvPr id="110" name="Rectangle 17">
            <a:extLst>
              <a:ext uri="{FF2B5EF4-FFF2-40B4-BE49-F238E27FC236}">
                <a16:creationId xmlns:a16="http://schemas.microsoft.com/office/drawing/2014/main" id="{18000902-DFCA-4385-BB65-0D70B399BDD8}"/>
              </a:ext>
            </a:extLst>
          </p:cNvPr>
          <p:cNvSpPr txBox="1">
            <a:spLocks/>
          </p:cNvSpPr>
          <p:nvPr>
            <p:custDataLst>
              <p:tags r:id="rId45"/>
            </p:custDataLst>
          </p:nvPr>
        </p:nvSpPr>
        <p:spPr>
          <a:xfrm>
            <a:off x="1939952" y="5195553"/>
            <a:ext cx="9694836" cy="11736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lIns="18288" tIns="18288" rIns="18288" bIns="18288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600" dirty="0">
                <a:solidFill>
                  <a:schemeClr val="bg1"/>
                </a:solidFill>
              </a:rPr>
              <a:t>Единый диспетчерский центр</a:t>
            </a:r>
            <a:endParaRPr lang="en-US" sz="600" dirty="0">
              <a:solidFill>
                <a:schemeClr val="bg1"/>
              </a:solidFill>
            </a:endParaRPr>
          </a:p>
        </p:txBody>
      </p:sp>
      <p:sp>
        <p:nvSpPr>
          <p:cNvPr id="111" name="Rectangle 17">
            <a:extLst>
              <a:ext uri="{FF2B5EF4-FFF2-40B4-BE49-F238E27FC236}">
                <a16:creationId xmlns:a16="http://schemas.microsoft.com/office/drawing/2014/main" id="{4A401F45-76CA-485F-BC28-6C4DD079704F}"/>
              </a:ext>
            </a:extLst>
          </p:cNvPr>
          <p:cNvSpPr txBox="1">
            <a:spLocks/>
          </p:cNvSpPr>
          <p:nvPr>
            <p:custDataLst>
              <p:tags r:id="rId46"/>
            </p:custDataLst>
          </p:nvPr>
        </p:nvSpPr>
        <p:spPr>
          <a:xfrm>
            <a:off x="1948012" y="4675012"/>
            <a:ext cx="3186433" cy="1102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18288" tIns="18288" rIns="18288" bIns="18288" rtlCol="0" anchor="ctr" anchorCtr="0">
            <a:noAutofit/>
          </a:bodyPr>
          <a:lstStyle>
            <a:defPPr>
              <a:defRPr lang="en-US"/>
            </a:defPPr>
            <a:lvl1pPr lvl="0" indent="0" defTabSz="1299242">
              <a:buClr>
                <a:schemeClr val="tx2"/>
              </a:buClr>
              <a:buSzPct val="100000"/>
              <a:defRPr sz="600" b="1" baseline="0">
                <a:solidFill>
                  <a:schemeClr val="tx2"/>
                </a:solidFill>
              </a:defRPr>
            </a:lvl1pPr>
            <a:lvl2pPr marL="281042" lvl="1" indent="-278739" defTabSz="1299242">
              <a:buClr>
                <a:schemeClr val="tx2"/>
              </a:buClr>
              <a:buSzPct val="125000"/>
              <a:buFont typeface="Arial" charset="0"/>
              <a:buChar char="▪"/>
              <a:defRPr sz="1600" baseline="0"/>
            </a:lvl2pPr>
            <a:lvl3pPr marL="663443" lvl="2" indent="-380098" defTabSz="1299242">
              <a:buClr>
                <a:schemeClr val="tx2"/>
              </a:buClr>
              <a:buSzPct val="120000"/>
              <a:buFont typeface="Arial" charset="0"/>
              <a:buChar char="–"/>
              <a:defRPr sz="1600" baseline="0"/>
            </a:lvl3pPr>
            <a:lvl4pPr marL="891502" lvl="3" indent="-225755" defTabSz="1299242">
              <a:buClr>
                <a:schemeClr val="tx2"/>
              </a:buClr>
              <a:buSzPct val="120000"/>
              <a:buFont typeface="Arial" charset="0"/>
              <a:buChar char="▫"/>
              <a:defRPr sz="1600" baseline="0"/>
            </a:lvl4pPr>
            <a:lvl5pPr marL="1088046" lvl="4" indent="-188897" defTabSz="1299242"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pPr>
              <a:buClr>
                <a:srgbClr val="FFFFFF"/>
              </a:buClr>
            </a:pPr>
            <a:r>
              <a:rPr lang="ru-RU" b="0" dirty="0">
                <a:solidFill>
                  <a:schemeClr val="bg1"/>
                </a:solidFill>
              </a:rPr>
              <a:t>Автоматический контроль за состоянием окружающей среды</a:t>
            </a:r>
            <a:endParaRPr lang="en-US" b="0" dirty="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A213188-825B-48D0-8897-35B3899E9C4D}"/>
              </a:ext>
            </a:extLst>
          </p:cNvPr>
          <p:cNvGrpSpPr/>
          <p:nvPr/>
        </p:nvGrpSpPr>
        <p:grpSpPr>
          <a:xfrm>
            <a:off x="9677645" y="1078933"/>
            <a:ext cx="2229033" cy="523305"/>
            <a:chOff x="9677645" y="1078933"/>
            <a:chExt cx="2229033" cy="52330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D639B84-A705-454E-AD56-4F8AF3431A07}"/>
                </a:ext>
              </a:extLst>
            </p:cNvPr>
            <p:cNvGrpSpPr/>
            <p:nvPr/>
          </p:nvGrpSpPr>
          <p:grpSpPr>
            <a:xfrm>
              <a:off x="9677645" y="1465078"/>
              <a:ext cx="2043860" cy="137160"/>
              <a:chOff x="9677645" y="1092567"/>
              <a:chExt cx="2043860" cy="137160"/>
            </a:xfrm>
          </p:grpSpPr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5DB6D3EB-3E6D-4681-A1FB-64B33732A1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677645" y="1092567"/>
                <a:ext cx="137160" cy="137160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vert="horz" wrap="square" lIns="36000" tIns="18000" rIns="18000" bIns="18000" rtlCol="0" anchor="ctr" anchorCtr="0">
                <a:no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sym typeface="+mn-lt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sym typeface="+mn-lt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sym typeface="+mn-lt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sym typeface="+mn-lt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sym typeface="+mn-lt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endParaRPr lang="en-US" sz="600" b="1" dirty="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E1833CB-BB64-47E9-8811-C2EF7F674B7A}"/>
                  </a:ext>
                </a:extLst>
              </p:cNvPr>
              <p:cNvSpPr txBox="1"/>
              <p:nvPr/>
            </p:nvSpPr>
            <p:spPr>
              <a:xfrm>
                <a:off x="9882860" y="1113730"/>
                <a:ext cx="1838645" cy="92333"/>
              </a:xfrm>
              <a:prstGeom prst="rect">
                <a:avLst/>
              </a:prstGeom>
            </p:spPr>
            <p:txBody>
              <a:bodyPr vert="horz" wrap="none" lIns="0" tIns="0" rIns="0" bIns="0" rtlCol="0" anchor="ctr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sym typeface="+mn-lt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sym typeface="+mn-lt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sym typeface="+mn-lt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sym typeface="+mn-lt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sym typeface="+mn-lt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r>
                  <a:rPr lang="ru-RU" sz="600" dirty="0"/>
                  <a:t>Решения с низким приоритетом реализации</a:t>
                </a:r>
                <a:r>
                  <a:rPr lang="ru-RU" sz="600" baseline="30000" dirty="0"/>
                  <a:t>3</a:t>
                </a:r>
                <a:r>
                  <a:rPr lang="ru-RU" sz="600" dirty="0"/>
                  <a:t> </a:t>
                </a:r>
              </a:p>
            </p:txBody>
          </p:sp>
        </p:grp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BFB9ED9E-3E40-4DC1-9FC3-3C007826842D}"/>
                </a:ext>
              </a:extLst>
            </p:cNvPr>
            <p:cNvSpPr txBox="1">
              <a:spLocks/>
            </p:cNvSpPr>
            <p:nvPr/>
          </p:nvSpPr>
          <p:spPr>
            <a:xfrm>
              <a:off x="9677645" y="1287236"/>
              <a:ext cx="137160" cy="137160"/>
            </a:xfrm>
            <a:prstGeom prst="rect">
              <a:avLst/>
            </a:prstGeom>
            <a:solidFill>
              <a:srgbClr val="92D050"/>
            </a:solidFill>
          </p:spPr>
          <p:txBody>
            <a:bodyPr vert="horz" wrap="square" lIns="36000" tIns="36000" rIns="36000" bIns="36000" rtlCol="0" anchor="ctr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FFFFFF"/>
                </a:buClr>
              </a:pPr>
              <a:endParaRPr lang="en-US" sz="600" b="1" dirty="0">
                <a:solidFill>
                  <a:srgbClr val="FFFFFF"/>
                </a:solidFill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5AE4A923-9BEB-4FD0-9B80-C03E32869BB6}"/>
                </a:ext>
              </a:extLst>
            </p:cNvPr>
            <p:cNvSpPr txBox="1"/>
            <p:nvPr/>
          </p:nvSpPr>
          <p:spPr>
            <a:xfrm>
              <a:off x="9882860" y="1303171"/>
              <a:ext cx="2023818" cy="92333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600" dirty="0"/>
                <a:t>Решения со средним приоритетом реализации</a:t>
              </a:r>
              <a:r>
                <a:rPr lang="ru-RU" sz="600" baseline="30000" dirty="0"/>
                <a:t>2</a:t>
              </a:r>
              <a:r>
                <a:rPr lang="ru-RU" sz="600" dirty="0"/>
                <a:t> 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1048428-B3C9-46AD-AC06-F74BB2FDA8A6}"/>
                </a:ext>
              </a:extLst>
            </p:cNvPr>
            <p:cNvGrpSpPr/>
            <p:nvPr/>
          </p:nvGrpSpPr>
          <p:grpSpPr>
            <a:xfrm>
              <a:off x="9677645" y="1078933"/>
              <a:ext cx="2229033" cy="137160"/>
              <a:chOff x="9677645" y="1452448"/>
              <a:chExt cx="2229033" cy="137160"/>
            </a:xfrm>
          </p:grpSpPr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B2F77D41-81C5-4402-8682-9F43B9960A2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677645" y="1452448"/>
                <a:ext cx="137160" cy="137160"/>
              </a:xfrm>
              <a:prstGeom prst="rect">
                <a:avLst/>
              </a:prstGeom>
              <a:solidFill>
                <a:srgbClr val="00B050"/>
              </a:solidFill>
            </p:spPr>
            <p:txBody>
              <a:bodyPr vert="horz" wrap="square" lIns="36000" tIns="36000" rIns="36000" bIns="36000" rtlCol="0" anchor="ctr" anchorCtr="0">
                <a:no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sym typeface="+mn-lt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sym typeface="+mn-lt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sym typeface="+mn-lt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sym typeface="+mn-lt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sym typeface="+mn-lt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pPr>
                  <a:buClr>
                    <a:srgbClr val="FFFFFF"/>
                  </a:buClr>
                </a:pPr>
                <a:endParaRPr lang="en-US" sz="6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6C5A3D2D-C256-4DEF-BCA6-B0D0FBE83CE9}"/>
                  </a:ext>
                </a:extLst>
              </p:cNvPr>
              <p:cNvSpPr txBox="1"/>
              <p:nvPr/>
            </p:nvSpPr>
            <p:spPr>
              <a:xfrm>
                <a:off x="9882860" y="1464917"/>
                <a:ext cx="2023818" cy="92333"/>
              </a:xfrm>
              <a:prstGeom prst="rect">
                <a:avLst/>
              </a:prstGeom>
            </p:spPr>
            <p:txBody>
              <a:bodyPr vert="horz" wrap="square" lIns="0" tIns="0" rIns="0" bIns="0" rtlCol="0" anchor="ctr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sym typeface="+mn-lt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sym typeface="+mn-lt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sym typeface="+mn-lt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sym typeface="+mn-lt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sym typeface="+mn-lt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r>
                  <a:rPr lang="ru-RU" sz="600" dirty="0"/>
                  <a:t>Решения с высоким приоритетом реализации</a:t>
                </a:r>
                <a:r>
                  <a:rPr lang="ru-RU" sz="600" baseline="30000" dirty="0"/>
                  <a:t>1</a:t>
                </a:r>
                <a:r>
                  <a:rPr lang="ru-RU" sz="600" dirty="0"/>
                  <a:t> </a:t>
                </a:r>
              </a:p>
            </p:txBody>
          </p:sp>
        </p:grpSp>
      </p:grpSp>
      <p:sp>
        <p:nvSpPr>
          <p:cNvPr id="117" name="4. Footnote">
            <a:extLst>
              <a:ext uri="{FF2B5EF4-FFF2-40B4-BE49-F238E27FC236}">
                <a16:creationId xmlns:a16="http://schemas.microsoft.com/office/drawing/2014/main" id="{2E45CDFF-5F96-4B9C-85C1-31CD4EBD0CBF}"/>
              </a:ext>
            </a:extLst>
          </p:cNvPr>
          <p:cNvSpPr txBox="1">
            <a:spLocks/>
          </p:cNvSpPr>
          <p:nvPr>
            <p:custDataLst>
              <p:tags r:id="rId47"/>
            </p:custDataLst>
          </p:nvPr>
        </p:nvSpPr>
        <p:spPr>
          <a:xfrm>
            <a:off x="595456" y="6199758"/>
            <a:ext cx="11082528" cy="55399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latin typeface="+mn-lt"/>
                <a:ea typeface="+mn-ea"/>
                <a:cs typeface="+mn-cs"/>
                <a:sym typeface="+mn-lt"/>
              </a:rPr>
              <a:t>1.	Решения проработаны и технически готовы к внедрению в домах по реновации, построенных по Смарт-стандарту</a:t>
            </a:r>
          </a:p>
          <a:p>
            <a:pPr marL="219075" indent="-228600">
              <a:buFontTx/>
              <a:buAutoNum type="arabicPeriod" startAt="2"/>
            </a:pPr>
            <a:r>
              <a:rPr lang="ru-RU" dirty="0">
                <a:latin typeface="+mn-lt"/>
                <a:ea typeface="+mn-ea"/>
                <a:cs typeface="+mn-cs"/>
                <a:sym typeface="+mn-lt"/>
              </a:rPr>
              <a:t>Решения в процессе проработки на предмет востребованности и </a:t>
            </a:r>
            <a:r>
              <a:rPr lang="ru-RU" dirty="0">
                <a:cs typeface="+mn-cs"/>
                <a:sym typeface="+mn-lt"/>
              </a:rPr>
              <a:t>возможности реализации</a:t>
            </a:r>
          </a:p>
          <a:p>
            <a:pPr marL="219075" indent="-228600">
              <a:buFontTx/>
              <a:buAutoNum type="arabicPeriod" startAt="2"/>
            </a:pPr>
            <a:r>
              <a:rPr lang="ru-RU" dirty="0">
                <a:cs typeface="+mn-cs"/>
                <a:sym typeface="+mn-lt"/>
              </a:rPr>
              <a:t>Проработка решений отложена</a:t>
            </a:r>
            <a:endParaRPr lang="ru-RU" dirty="0">
              <a:latin typeface="+mn-lt"/>
              <a:ea typeface="+mn-ea"/>
              <a:cs typeface="+mn-cs"/>
              <a:sym typeface="+mn-lt"/>
            </a:endParaRPr>
          </a:p>
          <a:p>
            <a:pPr marL="0" lvl="0" indent="0"/>
            <a:endParaRPr lang="ru-RU" sz="300" dirty="0">
              <a:latin typeface="+mn-lt"/>
              <a:ea typeface="+mn-ea"/>
              <a:cs typeface="+mn-cs"/>
              <a:sym typeface="+mn-lt"/>
            </a:endParaRPr>
          </a:p>
          <a:p>
            <a:pPr marL="0" lvl="0" indent="0"/>
            <a:r>
              <a:rPr lang="ru-RU" dirty="0">
                <a:latin typeface="+mn-lt"/>
                <a:ea typeface="+mn-ea"/>
                <a:cs typeface="+mn-cs"/>
                <a:sym typeface="+mn-lt"/>
              </a:rPr>
              <a:t>Примечание: Приоритетность решений будет скорректирована по итогам исследования на востребованность жителями</a:t>
            </a:r>
          </a:p>
        </p:txBody>
      </p:sp>
    </p:spTree>
    <p:extLst>
      <p:ext uri="{BB962C8B-B14F-4D97-AF65-F5344CB8AC3E}">
        <p14:creationId xmlns:p14="http://schemas.microsoft.com/office/powerpoint/2010/main" val="1226230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6" hidden="1">
            <a:extLst>
              <a:ext uri="{FF2B5EF4-FFF2-40B4-BE49-F238E27FC236}">
                <a16:creationId xmlns:a16="http://schemas.microsoft.com/office/drawing/2014/main" id="{39125646-DDAD-4E34-9CDB-F5C8D37C003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287295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50" imgH="350" progId="TCLayout.ActiveDocument.1">
                  <p:embed/>
                </p:oleObj>
              </mc:Choice>
              <mc:Fallback>
                <p:oleObj name="think-cell Slide" r:id="rId8" imgW="350" imgH="350" progId="TCLayout.ActiveDocument.1">
                  <p:embed/>
                  <p:pic>
                    <p:nvPicPr>
                      <p:cNvPr id="5" name="Object 6" hidden="1">
                        <a:extLst>
                          <a:ext uri="{FF2B5EF4-FFF2-40B4-BE49-F238E27FC236}">
                            <a16:creationId xmlns:a16="http://schemas.microsoft.com/office/drawing/2014/main" id="{39125646-DDAD-4E34-9CDB-F5C8D37C00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Rectangle 65">
            <a:extLst>
              <a:ext uri="{FF2B5EF4-FFF2-40B4-BE49-F238E27FC236}">
                <a16:creationId xmlns:a16="http://schemas.microsoft.com/office/drawing/2014/main" id="{CEDDB479-E271-45D5-9F85-06B0250274AC}"/>
              </a:ext>
            </a:extLst>
          </p:cNvPr>
          <p:cNvSpPr/>
          <p:nvPr/>
        </p:nvSpPr>
        <p:spPr>
          <a:xfrm>
            <a:off x="6168782" y="2278312"/>
            <a:ext cx="5478815" cy="3913900"/>
          </a:xfrm>
          <a:prstGeom prst="rect">
            <a:avLst/>
          </a:prstGeom>
          <a:solidFill>
            <a:srgbClr val="EBEFF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4AC20E-D51F-495E-B8F3-1FD3FFD6C6EE}"/>
              </a:ext>
            </a:extLst>
          </p:cNvPr>
          <p:cNvSpPr/>
          <p:nvPr/>
        </p:nvSpPr>
        <p:spPr>
          <a:xfrm>
            <a:off x="547688" y="2296399"/>
            <a:ext cx="5478815" cy="3895808"/>
          </a:xfrm>
          <a:prstGeom prst="rect">
            <a:avLst/>
          </a:prstGeom>
          <a:solidFill>
            <a:srgbClr val="F7D1D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B5B7F7F-8BCE-40B1-8CA3-8747A2B63289}"/>
              </a:ext>
            </a:extLst>
          </p:cNvPr>
          <p:cNvSpPr>
            <a:spLocks/>
          </p:cNvSpPr>
          <p:nvPr/>
        </p:nvSpPr>
        <p:spPr>
          <a:xfrm>
            <a:off x="554733" y="2665708"/>
            <a:ext cx="1731264" cy="4390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E77410B-BF69-480E-BB78-5CC1C36BB610}"/>
              </a:ext>
            </a:extLst>
          </p:cNvPr>
          <p:cNvSpPr>
            <a:spLocks/>
          </p:cNvSpPr>
          <p:nvPr/>
        </p:nvSpPr>
        <p:spPr>
          <a:xfrm>
            <a:off x="2419703" y="2665708"/>
            <a:ext cx="1731264" cy="4390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8B579F2-3BA6-43FB-8D3E-DB15FBD0AB50}"/>
              </a:ext>
            </a:extLst>
          </p:cNvPr>
          <p:cNvSpPr>
            <a:spLocks/>
          </p:cNvSpPr>
          <p:nvPr/>
        </p:nvSpPr>
        <p:spPr>
          <a:xfrm>
            <a:off x="4295239" y="2665708"/>
            <a:ext cx="1731264" cy="4390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79812C3-9834-4B91-BDD6-1314D1D4F153}"/>
              </a:ext>
            </a:extLst>
          </p:cNvPr>
          <p:cNvSpPr>
            <a:spLocks/>
          </p:cNvSpPr>
          <p:nvPr/>
        </p:nvSpPr>
        <p:spPr>
          <a:xfrm>
            <a:off x="6165492" y="2665708"/>
            <a:ext cx="1731264" cy="439015"/>
          </a:xfrm>
          <a:prstGeom prst="rect">
            <a:avLst/>
          </a:prstGeom>
          <a:solidFill>
            <a:srgbClr val="EBEFF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5C0C3D0-528C-4A08-B464-C6F965A2D139}"/>
              </a:ext>
            </a:extLst>
          </p:cNvPr>
          <p:cNvSpPr>
            <a:spLocks/>
          </p:cNvSpPr>
          <p:nvPr/>
        </p:nvSpPr>
        <p:spPr>
          <a:xfrm>
            <a:off x="8035744" y="2665708"/>
            <a:ext cx="1731264" cy="439015"/>
          </a:xfrm>
          <a:prstGeom prst="rect">
            <a:avLst/>
          </a:prstGeom>
          <a:solidFill>
            <a:srgbClr val="EBEFF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D2DCA93-8592-468B-989B-4B67861AD5F3}"/>
              </a:ext>
            </a:extLst>
          </p:cNvPr>
          <p:cNvSpPr>
            <a:spLocks/>
          </p:cNvSpPr>
          <p:nvPr/>
        </p:nvSpPr>
        <p:spPr>
          <a:xfrm>
            <a:off x="9905998" y="2665708"/>
            <a:ext cx="1731264" cy="439015"/>
          </a:xfrm>
          <a:prstGeom prst="rect">
            <a:avLst/>
          </a:prstGeom>
          <a:solidFill>
            <a:srgbClr val="EBEFF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A0B5755-3CAE-4980-AC22-1B64770DC442}"/>
              </a:ext>
            </a:extLst>
          </p:cNvPr>
          <p:cNvSpPr/>
          <p:nvPr/>
        </p:nvSpPr>
        <p:spPr>
          <a:xfrm>
            <a:off x="6165491" y="2296399"/>
            <a:ext cx="5471769" cy="295925"/>
          </a:xfrm>
          <a:prstGeom prst="rect">
            <a:avLst/>
          </a:prstGeom>
          <a:solidFill>
            <a:srgbClr val="EBEFF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23C1F4-C4DF-425C-9C5A-77CB62249B06}"/>
              </a:ext>
            </a:extLst>
          </p:cNvPr>
          <p:cNvSpPr/>
          <p:nvPr/>
        </p:nvSpPr>
        <p:spPr>
          <a:xfrm>
            <a:off x="554733" y="2295762"/>
            <a:ext cx="5471769" cy="2959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6" name="Rectangle 1" hidden="1">
            <a:extLst>
              <a:ext uri="{FF2B5EF4-FFF2-40B4-BE49-F238E27FC236}">
                <a16:creationId xmlns:a16="http://schemas.microsoft.com/office/drawing/2014/main" id="{6CA3E4B8-B316-43FD-98ED-CF4DFCCE24D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2500" b="1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C313CB07-3C95-0843-852D-177E62F6EF3D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4" y="180163"/>
            <a:ext cx="11082528" cy="677108"/>
          </a:xfrm>
        </p:spPr>
        <p:txBody>
          <a:bodyPr vert="horz">
            <a:spAutoFit/>
          </a:bodyPr>
          <a:lstStyle/>
          <a:p>
            <a:r>
              <a:rPr lang="ru-RU" dirty="0"/>
              <a:t>Для внедрения городских и коммерческих решений умного дома необходимо заложить городскую инфраструктуру</a:t>
            </a:r>
            <a:endParaRPr lang="en-US" dirty="0"/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7963AFF7-561F-479A-9629-D8AD1DF55820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E14856B3-45AD-784E-B44A-5D4F00B75256}"/>
              </a:ext>
            </a:extLst>
          </p:cNvPr>
          <p:cNvCxnSpPr>
            <a:cxnSpLocks/>
          </p:cNvCxnSpPr>
          <p:nvPr/>
        </p:nvCxnSpPr>
        <p:spPr>
          <a:xfrm>
            <a:off x="2419703" y="3106896"/>
            <a:ext cx="173126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806EA616-CB1E-D44F-BBF1-B7FDDD63CEFD}"/>
              </a:ext>
            </a:extLst>
          </p:cNvPr>
          <p:cNvCxnSpPr>
            <a:cxnSpLocks/>
          </p:cNvCxnSpPr>
          <p:nvPr/>
        </p:nvCxnSpPr>
        <p:spPr>
          <a:xfrm>
            <a:off x="554733" y="3106896"/>
            <a:ext cx="173126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D7CCAAE7-3141-1847-85D3-1FCEAF244535}"/>
              </a:ext>
            </a:extLst>
          </p:cNvPr>
          <p:cNvCxnSpPr>
            <a:cxnSpLocks/>
          </p:cNvCxnSpPr>
          <p:nvPr/>
        </p:nvCxnSpPr>
        <p:spPr>
          <a:xfrm>
            <a:off x="4295239" y="3106896"/>
            <a:ext cx="173126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9B26F9CC-B275-224E-8E46-D43A3979A302}"/>
              </a:ext>
            </a:extLst>
          </p:cNvPr>
          <p:cNvCxnSpPr>
            <a:cxnSpLocks/>
          </p:cNvCxnSpPr>
          <p:nvPr/>
        </p:nvCxnSpPr>
        <p:spPr>
          <a:xfrm>
            <a:off x="8035744" y="3106896"/>
            <a:ext cx="173126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2FD4664F-CABD-F94D-9640-DE5D4674F2D7}"/>
              </a:ext>
            </a:extLst>
          </p:cNvPr>
          <p:cNvCxnSpPr>
            <a:cxnSpLocks/>
          </p:cNvCxnSpPr>
          <p:nvPr/>
        </p:nvCxnSpPr>
        <p:spPr>
          <a:xfrm>
            <a:off x="9905998" y="3106896"/>
            <a:ext cx="173126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CD1BAFF4-8C9F-EC4B-B4B5-8074008679DB}"/>
              </a:ext>
            </a:extLst>
          </p:cNvPr>
          <p:cNvSpPr txBox="1">
            <a:spLocks/>
          </p:cNvSpPr>
          <p:nvPr/>
        </p:nvSpPr>
        <p:spPr>
          <a:xfrm>
            <a:off x="622469" y="2682642"/>
            <a:ext cx="1731264" cy="3693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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Theinhardt Light" panose="020B0404020101020102" pitchFamily="34" charset="0"/>
              <a:buChar char="—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Theinhardt Light" panose="020B0404020101020102" pitchFamily="34" charset="0"/>
              <a:buChar char="»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Theinhardt Light" panose="020B0404020101020102" pitchFamily="34" charset="0"/>
              <a:buChar char="›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9pPr>
          </a:lstStyle>
          <a:p>
            <a:pPr lvl="0">
              <a:defRPr/>
            </a:pPr>
            <a:r>
              <a:rPr lang="ru-RU" sz="1200" dirty="0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Theinhardt Pan Medium" panose="020B0604020101020102" pitchFamily="34" charset="0"/>
              </a:rPr>
              <a:t>Высокоскоростной интернет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575D069C-B4A0-AF4A-8D8B-72F10B23A694}"/>
              </a:ext>
            </a:extLst>
          </p:cNvPr>
          <p:cNvSpPr txBox="1">
            <a:spLocks/>
          </p:cNvSpPr>
          <p:nvPr/>
        </p:nvSpPr>
        <p:spPr>
          <a:xfrm>
            <a:off x="2487439" y="2682642"/>
            <a:ext cx="1731264" cy="3693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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Theinhardt Light" panose="020B0404020101020102" pitchFamily="34" charset="0"/>
              <a:buChar char="—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Theinhardt Light" panose="020B0404020101020102" pitchFamily="34" charset="0"/>
              <a:buChar char="»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Theinhardt Light" panose="020B0404020101020102" pitchFamily="34" charset="0"/>
              <a:buChar char="›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9pPr>
          </a:lstStyle>
          <a:p>
            <a:pPr lvl="0">
              <a:defRPr/>
            </a:pPr>
            <a:r>
              <a:rPr lang="ru-RU" sz="1200" dirty="0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Theinhardt Pan Medium" panose="020B0604020101020102" pitchFamily="34" charset="0"/>
              </a:rPr>
              <a:t>Умные домашние помощники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00130A61-74B1-724B-9EC7-1D5103EC848D}"/>
              </a:ext>
            </a:extLst>
          </p:cNvPr>
          <p:cNvSpPr txBox="1">
            <a:spLocks/>
          </p:cNvSpPr>
          <p:nvPr/>
        </p:nvSpPr>
        <p:spPr>
          <a:xfrm>
            <a:off x="4362975" y="2774975"/>
            <a:ext cx="1731264" cy="1846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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Theinhardt Light" panose="020B0404020101020102" pitchFamily="34" charset="0"/>
              <a:buChar char="—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Theinhardt Light" panose="020B0404020101020102" pitchFamily="34" charset="0"/>
              <a:buChar char="»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Theinhardt Light" panose="020B0404020101020102" pitchFamily="34" charset="0"/>
              <a:buChar char="›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9pPr>
          </a:lstStyle>
          <a:p>
            <a:pPr lvl="0">
              <a:defRPr/>
            </a:pPr>
            <a:r>
              <a:rPr lang="ru-RU" sz="1200" dirty="0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Theinhardt Pan Medium" panose="020B0604020101020102" pitchFamily="34" charset="0"/>
              </a:rPr>
              <a:t>Пункты доставки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A40966F5-DAF8-0845-81B2-00EE67FB50B7}"/>
              </a:ext>
            </a:extLst>
          </p:cNvPr>
          <p:cNvSpPr txBox="1">
            <a:spLocks/>
          </p:cNvSpPr>
          <p:nvPr/>
        </p:nvSpPr>
        <p:spPr>
          <a:xfrm>
            <a:off x="8103480" y="2774975"/>
            <a:ext cx="1731264" cy="1846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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Theinhardt Light" panose="020B0404020101020102" pitchFamily="34" charset="0"/>
              <a:buChar char="—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Theinhardt Light" panose="020B0404020101020102" pitchFamily="34" charset="0"/>
              <a:buChar char="»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Theinhardt Light" panose="020B0404020101020102" pitchFamily="34" charset="0"/>
              <a:buChar char="›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9pPr>
          </a:lstStyle>
          <a:p>
            <a:pPr lvl="0">
              <a:defRPr/>
            </a:pPr>
            <a:r>
              <a:rPr lang="ru-RU" sz="1200" dirty="0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Theinhardt Pan Medium" panose="020B0604020101020102" pitchFamily="34" charset="0"/>
              </a:rPr>
              <a:t>Видеодомофон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3806FEDD-E1E4-0A4C-BEFA-28114AA038A4}"/>
              </a:ext>
            </a:extLst>
          </p:cNvPr>
          <p:cNvSpPr txBox="1">
            <a:spLocks/>
          </p:cNvSpPr>
          <p:nvPr/>
        </p:nvSpPr>
        <p:spPr>
          <a:xfrm>
            <a:off x="6233228" y="2774975"/>
            <a:ext cx="1731264" cy="1846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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Theinhardt Light" panose="020B0404020101020102" pitchFamily="34" charset="0"/>
              <a:buChar char="—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Theinhardt Light" panose="020B0404020101020102" pitchFamily="34" charset="0"/>
              <a:buChar char="»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Theinhardt Light" panose="020B0404020101020102" pitchFamily="34" charset="0"/>
              <a:buChar char="›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9pPr>
          </a:lstStyle>
          <a:p>
            <a:pPr lvl="0">
              <a:defRPr/>
            </a:pPr>
            <a:r>
              <a:rPr lang="ru-RU" sz="1200" dirty="0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Theinhardt Pan Medium" panose="020B0604020101020102" pitchFamily="34" charset="0"/>
              </a:rPr>
              <a:t>Видеонаблюдение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AFEADD8-A224-48EF-AA22-E702B2BB803C}"/>
              </a:ext>
            </a:extLst>
          </p:cNvPr>
          <p:cNvSpPr txBox="1">
            <a:spLocks/>
          </p:cNvSpPr>
          <p:nvPr/>
        </p:nvSpPr>
        <p:spPr>
          <a:xfrm>
            <a:off x="9973734" y="2774975"/>
            <a:ext cx="1731264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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Theinhardt Light" panose="020B0404020101020102" pitchFamily="34" charset="0"/>
              <a:buChar char="—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Theinhardt Light" panose="020B0404020101020102" pitchFamily="34" charset="0"/>
              <a:buChar char="»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Theinhardt Light" panose="020B0404020101020102" pitchFamily="34" charset="0"/>
              <a:buChar char="›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▫"/>
              <a:defRPr>
                <a:solidFill>
                  <a:sysClr val="windowText" lastClr="000000"/>
                </a:solidFill>
                <a:latin typeface="Theinhardt Light" panose="020B0404020101020102" pitchFamily="34" charset="0"/>
                <a:cs typeface="Theinhardt Light" panose="020B0404020101020102" pitchFamily="34" charset="0"/>
              </a:defRPr>
            </a:lvl9pPr>
          </a:lstStyle>
          <a:p>
            <a:pPr lvl="0">
              <a:defRPr/>
            </a:pPr>
            <a:r>
              <a:rPr lang="ru-RU" sz="1200" dirty="0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Theinhardt Pan Medium" panose="020B0604020101020102" pitchFamily="34" charset="0"/>
              </a:rPr>
              <a:t>Умное освещение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D9C727C-B23A-4E84-A7F1-453B96CB5045}"/>
              </a:ext>
            </a:extLst>
          </p:cNvPr>
          <p:cNvCxnSpPr>
            <a:cxnSpLocks/>
          </p:cNvCxnSpPr>
          <p:nvPr/>
        </p:nvCxnSpPr>
        <p:spPr>
          <a:xfrm>
            <a:off x="6165492" y="3106896"/>
            <a:ext cx="173126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Arc 132">
            <a:extLst>
              <a:ext uri="{FF2B5EF4-FFF2-40B4-BE49-F238E27FC236}">
                <a16:creationId xmlns:a16="http://schemas.microsoft.com/office/drawing/2014/main" id="{858B21C3-10EE-8A44-AF4F-4E38A363112C}"/>
              </a:ext>
            </a:extLst>
          </p:cNvPr>
          <p:cNvSpPr>
            <a:spLocks noChangeArrowheads="1"/>
          </p:cNvSpPr>
          <p:nvPr/>
        </p:nvSpPr>
        <p:spPr bwMode="auto">
          <a:xfrm rot="5400000" flipH="1" flipV="1">
            <a:off x="3922304" y="4011129"/>
            <a:ext cx="4347102" cy="4347100"/>
          </a:xfrm>
          <a:prstGeom prst="arc">
            <a:avLst>
              <a:gd name="adj1" fmla="val 16200000"/>
              <a:gd name="adj2" fmla="val 5397303"/>
            </a:avLst>
          </a:prstGeom>
          <a:solidFill>
            <a:schemeClr val="bg1"/>
          </a:solidFill>
          <a:ln w="6350" cap="flat">
            <a:solidFill>
              <a:schemeClr val="accent3"/>
            </a:solidFill>
            <a:bevel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Theinhardt Pan Light" panose="020B0404020101020102" pitchFamily="34" charset="0"/>
            </a:endParaRPr>
          </a:p>
        </p:txBody>
      </p:sp>
      <p:sp>
        <p:nvSpPr>
          <p:cNvPr id="134" name="Chord 133">
            <a:extLst>
              <a:ext uri="{FF2B5EF4-FFF2-40B4-BE49-F238E27FC236}">
                <a16:creationId xmlns:a16="http://schemas.microsoft.com/office/drawing/2014/main" id="{614651D4-EA7E-AC40-AC70-FB93D06B94F7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4527362" y="4613600"/>
            <a:ext cx="3136982" cy="3136231"/>
          </a:xfrm>
          <a:prstGeom prst="chord">
            <a:avLst>
              <a:gd name="adj1" fmla="val 5414429"/>
              <a:gd name="adj2" fmla="val 16200000"/>
            </a:avLst>
          </a:prstGeom>
          <a:solidFill>
            <a:srgbClr val="EBEFF3"/>
          </a:solidFill>
          <a:ln w="9525" cap="flat">
            <a:noFill/>
            <a:bevel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Theinhardt Pan Light" panose="020B0404020101020102" pitchFamily="34" charset="0"/>
            </a:endParaRPr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CB80F4C0-9925-544D-9FDB-C2660210A02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722142" y="4990885"/>
            <a:ext cx="781865" cy="781864"/>
          </a:xfrm>
          <a:prstGeom prst="ellipse">
            <a:avLst/>
          </a:prstGeom>
          <a:solidFill>
            <a:schemeClr val="tx2"/>
          </a:solidFill>
          <a:ln w="6350" cap="flat">
            <a:solidFill>
              <a:schemeClr val="accent3"/>
            </a:solidFill>
            <a:bevel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Theinhardt Pan Light" panose="020B0404020101020102" pitchFamily="34" charset="0"/>
            </a:endParaRP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59CC23CB-BC18-2846-B829-8601CAEC3AA0}"/>
              </a:ext>
            </a:extLst>
          </p:cNvPr>
          <p:cNvSpPr>
            <a:spLocks noChangeArrowheads="1"/>
          </p:cNvSpPr>
          <p:nvPr/>
        </p:nvSpPr>
        <p:spPr bwMode="auto">
          <a:xfrm rot="10800000" flipH="1" flipV="1">
            <a:off x="4264280" y="4147124"/>
            <a:ext cx="781864" cy="781864"/>
          </a:xfrm>
          <a:prstGeom prst="ellipse">
            <a:avLst/>
          </a:prstGeom>
          <a:solidFill>
            <a:schemeClr val="tx2"/>
          </a:solidFill>
          <a:ln w="6350" cap="flat">
            <a:solidFill>
              <a:schemeClr val="accent3"/>
            </a:solidFill>
            <a:bevel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Theinhardt Pan Light" panose="020B0404020101020102" pitchFamily="34" charset="0"/>
            </a:endParaRP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97E2D84E-F16B-EB47-AE3A-65E99052A5A4}"/>
              </a:ext>
            </a:extLst>
          </p:cNvPr>
          <p:cNvSpPr>
            <a:spLocks noChangeArrowheads="1"/>
          </p:cNvSpPr>
          <p:nvPr/>
        </p:nvSpPr>
        <p:spPr bwMode="auto">
          <a:xfrm rot="10800000" flipH="1" flipV="1">
            <a:off x="3686350" y="4990882"/>
            <a:ext cx="781864" cy="781864"/>
          </a:xfrm>
          <a:prstGeom prst="ellipse">
            <a:avLst/>
          </a:prstGeom>
          <a:solidFill>
            <a:schemeClr val="tx2"/>
          </a:solidFill>
          <a:ln w="6350" cap="flat">
            <a:solidFill>
              <a:schemeClr val="accent3"/>
            </a:solidFill>
            <a:bevel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Theinhardt Pan Light" panose="020B0404020101020102" pitchFamily="34" charset="0"/>
            </a:endParaRP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48B09279-3772-AF4B-93DC-C60F58559C41}"/>
              </a:ext>
            </a:extLst>
          </p:cNvPr>
          <p:cNvSpPr>
            <a:spLocks noChangeArrowheads="1"/>
          </p:cNvSpPr>
          <p:nvPr/>
        </p:nvSpPr>
        <p:spPr bwMode="auto">
          <a:xfrm rot="10800000" flipH="1" flipV="1">
            <a:off x="5175811" y="3631625"/>
            <a:ext cx="781864" cy="781864"/>
          </a:xfrm>
          <a:prstGeom prst="ellipse">
            <a:avLst/>
          </a:prstGeom>
          <a:solidFill>
            <a:schemeClr val="tx2"/>
          </a:solidFill>
          <a:ln w="6350" cap="flat">
            <a:solidFill>
              <a:schemeClr val="accent3"/>
            </a:solidFill>
            <a:bevel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Theinhardt Pan Light" panose="020B0404020101020102" pitchFamily="34" charset="0"/>
            </a:endParaRP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2AD25CFC-08D1-497D-824C-2B5016E70C0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234322" y="3631625"/>
            <a:ext cx="781865" cy="781864"/>
          </a:xfrm>
          <a:prstGeom prst="ellipse">
            <a:avLst/>
          </a:prstGeom>
          <a:solidFill>
            <a:schemeClr val="tx2"/>
          </a:solidFill>
          <a:ln w="6350" cap="flat">
            <a:solidFill>
              <a:schemeClr val="accent3"/>
            </a:solidFill>
            <a:bevel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Theinhardt Pan Light" panose="020B0404020101020102" pitchFamily="34" charset="0"/>
            </a:endParaRP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135D8F1C-CA00-420F-B86E-403E21FBC64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145854" y="4147125"/>
            <a:ext cx="781865" cy="781864"/>
          </a:xfrm>
          <a:prstGeom prst="ellipse">
            <a:avLst/>
          </a:prstGeom>
          <a:solidFill>
            <a:schemeClr val="tx2"/>
          </a:solidFill>
          <a:ln w="6350" cap="flat">
            <a:solidFill>
              <a:schemeClr val="accent3"/>
            </a:solidFill>
            <a:bevel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Theinhardt Pan Light" panose="020B0404020101020102" pitchFamily="34" charset="0"/>
            </a:endParaRP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95B1D305-5A1D-482A-87CC-30276643104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08871" y="5113403"/>
            <a:ext cx="536822" cy="536822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A2485127-7EB7-4706-9F02-F5359F5F98B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56844" y="3754146"/>
            <a:ext cx="536822" cy="536822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37F2C85-F723-4879-9952-71B5007E4F8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268375" y="4269646"/>
            <a:ext cx="536822" cy="536822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BB01CDF4-4BD6-4C01-899E-248BF520557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844662" y="5113406"/>
            <a:ext cx="536822" cy="536822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59BC3B18-D650-45AF-8813-865A5459AB7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298332" y="3754146"/>
            <a:ext cx="536822" cy="536822"/>
          </a:xfrm>
          <a:prstGeom prst="rect">
            <a:avLst/>
          </a:prstGeom>
        </p:spPr>
      </p:pic>
      <p:sp>
        <p:nvSpPr>
          <p:cNvPr id="127" name="Freeform 126">
            <a:extLst>
              <a:ext uri="{FF2B5EF4-FFF2-40B4-BE49-F238E27FC236}">
                <a16:creationId xmlns:a16="http://schemas.microsoft.com/office/drawing/2014/main" id="{6F238233-6F6F-9C4B-8021-4FB61C911736}"/>
              </a:ext>
            </a:extLst>
          </p:cNvPr>
          <p:cNvSpPr>
            <a:spLocks/>
          </p:cNvSpPr>
          <p:nvPr/>
        </p:nvSpPr>
        <p:spPr>
          <a:xfrm>
            <a:off x="1120904" y="3106896"/>
            <a:ext cx="2555746" cy="2256732"/>
          </a:xfrm>
          <a:custGeom>
            <a:avLst/>
            <a:gdLst>
              <a:gd name="connsiteX0" fmla="*/ 2414588 w 2414588"/>
              <a:gd name="connsiteY0" fmla="*/ 2014538 h 2014538"/>
              <a:gd name="connsiteX1" fmla="*/ 0 w 2414588"/>
              <a:gd name="connsiteY1" fmla="*/ 2014538 h 2014538"/>
              <a:gd name="connsiteX2" fmla="*/ 0 w 2414588"/>
              <a:gd name="connsiteY2" fmla="*/ 0 h 2014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14588" h="2014538">
                <a:moveTo>
                  <a:pt x="2414588" y="2014538"/>
                </a:moveTo>
                <a:lnTo>
                  <a:pt x="0" y="2014538"/>
                </a:lnTo>
                <a:lnTo>
                  <a:pt x="0" y="0"/>
                </a:lnTo>
              </a:path>
            </a:pathLst>
          </a:custGeom>
          <a:noFill/>
          <a:ln w="6350" cap="rnd">
            <a:solidFill>
              <a:srgbClr val="7F7F7F"/>
            </a:solidFill>
            <a:round/>
            <a:headEnd type="oval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Theinhardt Pan Light" panose="020B0404020101020102" pitchFamily="34" charset="0"/>
            </a:endParaRPr>
          </a:p>
        </p:txBody>
      </p:sp>
      <p:sp>
        <p:nvSpPr>
          <p:cNvPr id="126" name="Freeform 125">
            <a:extLst>
              <a:ext uri="{FF2B5EF4-FFF2-40B4-BE49-F238E27FC236}">
                <a16:creationId xmlns:a16="http://schemas.microsoft.com/office/drawing/2014/main" id="{F61AE52B-7420-A546-8080-16A0BEBD0209}"/>
              </a:ext>
            </a:extLst>
          </p:cNvPr>
          <p:cNvSpPr>
            <a:spLocks/>
          </p:cNvSpPr>
          <p:nvPr/>
        </p:nvSpPr>
        <p:spPr>
          <a:xfrm>
            <a:off x="3198642" y="3106896"/>
            <a:ext cx="1056394" cy="1413877"/>
          </a:xfrm>
          <a:custGeom>
            <a:avLst/>
            <a:gdLst>
              <a:gd name="connsiteX0" fmla="*/ 2414588 w 2414588"/>
              <a:gd name="connsiteY0" fmla="*/ 2014538 h 2014538"/>
              <a:gd name="connsiteX1" fmla="*/ 0 w 2414588"/>
              <a:gd name="connsiteY1" fmla="*/ 2014538 h 2014538"/>
              <a:gd name="connsiteX2" fmla="*/ 0 w 2414588"/>
              <a:gd name="connsiteY2" fmla="*/ 0 h 2014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14588" h="2014538">
                <a:moveTo>
                  <a:pt x="2414588" y="2014538"/>
                </a:moveTo>
                <a:lnTo>
                  <a:pt x="0" y="2014538"/>
                </a:lnTo>
                <a:lnTo>
                  <a:pt x="0" y="0"/>
                </a:lnTo>
              </a:path>
            </a:pathLst>
          </a:custGeom>
          <a:noFill/>
          <a:ln w="6350" cap="rnd">
            <a:solidFill>
              <a:srgbClr val="7F7F7F"/>
            </a:solidFill>
            <a:round/>
            <a:headEnd type="oval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sym typeface="Theinhardt Pan Light" panose="020B0404020101020102" pitchFamily="34" charset="0"/>
            </a:endParaRP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630AEC50-3F20-9144-A553-02DB72D37A1F}"/>
              </a:ext>
            </a:extLst>
          </p:cNvPr>
          <p:cNvCxnSpPr/>
          <p:nvPr/>
        </p:nvCxnSpPr>
        <p:spPr>
          <a:xfrm>
            <a:off x="6625254" y="3106896"/>
            <a:ext cx="0" cy="513041"/>
          </a:xfrm>
          <a:prstGeom prst="line">
            <a:avLst/>
          </a:prstGeom>
          <a:ln w="6350" cap="rnd">
            <a:solidFill>
              <a:srgbClr val="7F7F7F"/>
            </a:solidFill>
            <a:round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22A672A-172A-4329-9F9F-1D0C22E956F0}"/>
              </a:ext>
            </a:extLst>
          </p:cNvPr>
          <p:cNvCxnSpPr/>
          <p:nvPr/>
        </p:nvCxnSpPr>
        <p:spPr>
          <a:xfrm>
            <a:off x="5566743" y="3106896"/>
            <a:ext cx="0" cy="513041"/>
          </a:xfrm>
          <a:prstGeom prst="line">
            <a:avLst/>
          </a:prstGeom>
          <a:ln w="6350" cap="rnd">
            <a:solidFill>
              <a:srgbClr val="7F7F7F"/>
            </a:solidFill>
            <a:round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Freeform 128">
            <a:extLst>
              <a:ext uri="{FF2B5EF4-FFF2-40B4-BE49-F238E27FC236}">
                <a16:creationId xmlns:a16="http://schemas.microsoft.com/office/drawing/2014/main" id="{BAB69D29-FB1A-1E4B-9D62-852CF8E9F335}"/>
              </a:ext>
            </a:extLst>
          </p:cNvPr>
          <p:cNvSpPr>
            <a:spLocks/>
          </p:cNvSpPr>
          <p:nvPr/>
        </p:nvSpPr>
        <p:spPr>
          <a:xfrm flipH="1">
            <a:off x="8504004" y="3106896"/>
            <a:ext cx="2555746" cy="2256732"/>
          </a:xfrm>
          <a:custGeom>
            <a:avLst/>
            <a:gdLst>
              <a:gd name="connsiteX0" fmla="*/ 2414588 w 2414588"/>
              <a:gd name="connsiteY0" fmla="*/ 2014538 h 2014538"/>
              <a:gd name="connsiteX1" fmla="*/ 0 w 2414588"/>
              <a:gd name="connsiteY1" fmla="*/ 2014538 h 2014538"/>
              <a:gd name="connsiteX2" fmla="*/ 0 w 2414588"/>
              <a:gd name="connsiteY2" fmla="*/ 0 h 2014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14588" h="2014538">
                <a:moveTo>
                  <a:pt x="2414588" y="2014538"/>
                </a:moveTo>
                <a:lnTo>
                  <a:pt x="0" y="2014538"/>
                </a:lnTo>
                <a:lnTo>
                  <a:pt x="0" y="0"/>
                </a:lnTo>
              </a:path>
            </a:pathLst>
          </a:custGeom>
          <a:noFill/>
          <a:ln w="6350" cap="rnd">
            <a:solidFill>
              <a:srgbClr val="7F7F7F"/>
            </a:solidFill>
            <a:round/>
            <a:headEnd type="oval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sym typeface="Theinhardt Pan Light" panose="020B0404020101020102" pitchFamily="34" charset="0"/>
            </a:endParaRPr>
          </a:p>
        </p:txBody>
      </p:sp>
      <p:sp>
        <p:nvSpPr>
          <p:cNvPr id="128" name="Freeform 127">
            <a:extLst>
              <a:ext uri="{FF2B5EF4-FFF2-40B4-BE49-F238E27FC236}">
                <a16:creationId xmlns:a16="http://schemas.microsoft.com/office/drawing/2014/main" id="{DD2BC613-FACA-0940-90AE-529D2BDDA638}"/>
              </a:ext>
            </a:extLst>
          </p:cNvPr>
          <p:cNvSpPr>
            <a:spLocks/>
          </p:cNvSpPr>
          <p:nvPr/>
        </p:nvSpPr>
        <p:spPr>
          <a:xfrm flipH="1">
            <a:off x="7923371" y="3106896"/>
            <a:ext cx="1056394" cy="1413877"/>
          </a:xfrm>
          <a:custGeom>
            <a:avLst/>
            <a:gdLst>
              <a:gd name="connsiteX0" fmla="*/ 2414588 w 2414588"/>
              <a:gd name="connsiteY0" fmla="*/ 2014538 h 2014538"/>
              <a:gd name="connsiteX1" fmla="*/ 0 w 2414588"/>
              <a:gd name="connsiteY1" fmla="*/ 2014538 h 2014538"/>
              <a:gd name="connsiteX2" fmla="*/ 0 w 2414588"/>
              <a:gd name="connsiteY2" fmla="*/ 0 h 2014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14588" h="2014538">
                <a:moveTo>
                  <a:pt x="2414588" y="2014538"/>
                </a:moveTo>
                <a:lnTo>
                  <a:pt x="0" y="2014538"/>
                </a:lnTo>
                <a:lnTo>
                  <a:pt x="0" y="0"/>
                </a:lnTo>
              </a:path>
            </a:pathLst>
          </a:custGeom>
          <a:noFill/>
          <a:ln w="6350" cap="rnd">
            <a:solidFill>
              <a:srgbClr val="7F7F7F"/>
            </a:solidFill>
            <a:round/>
            <a:headEnd type="oval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sym typeface="Theinhardt Pan Light" panose="020B0404020101020102" pitchFamily="34" charset="0"/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5233932-C515-4301-8E72-651C85367ABA}"/>
              </a:ext>
            </a:extLst>
          </p:cNvPr>
          <p:cNvCxnSpPr>
            <a:cxnSpLocks/>
          </p:cNvCxnSpPr>
          <p:nvPr/>
        </p:nvCxnSpPr>
        <p:spPr>
          <a:xfrm>
            <a:off x="554734" y="2593852"/>
            <a:ext cx="547176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26A1D101-0D89-42AC-AC26-594C532AAA08}"/>
              </a:ext>
            </a:extLst>
          </p:cNvPr>
          <p:cNvSpPr txBox="1">
            <a:spLocks/>
          </p:cNvSpPr>
          <p:nvPr/>
        </p:nvSpPr>
        <p:spPr>
          <a:xfrm>
            <a:off x="554734" y="2315752"/>
            <a:ext cx="5471769" cy="215444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ru-RU" sz="1400" b="1" dirty="0">
                <a:sym typeface="+mn-lt"/>
              </a:rPr>
              <a:t>Решения коммерческих компаний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3A25827-43F8-4B45-9609-58143F7F85F4}"/>
              </a:ext>
            </a:extLst>
          </p:cNvPr>
          <p:cNvCxnSpPr>
            <a:cxnSpLocks/>
          </p:cNvCxnSpPr>
          <p:nvPr/>
        </p:nvCxnSpPr>
        <p:spPr>
          <a:xfrm>
            <a:off x="6165492" y="2593852"/>
            <a:ext cx="547177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4E874985-D20E-403C-9263-E221E1BB2EF1}"/>
              </a:ext>
            </a:extLst>
          </p:cNvPr>
          <p:cNvSpPr txBox="1">
            <a:spLocks/>
          </p:cNvSpPr>
          <p:nvPr/>
        </p:nvSpPr>
        <p:spPr>
          <a:xfrm>
            <a:off x="6165492" y="2315752"/>
            <a:ext cx="5471770" cy="215444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ru-RU" sz="1400" b="1" dirty="0">
                <a:sym typeface="+mn-lt"/>
              </a:rPr>
              <a:t>Городские решения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D6D1812-4C9F-403E-831F-5DAA4D7D09B5}"/>
              </a:ext>
            </a:extLst>
          </p:cNvPr>
          <p:cNvSpPr txBox="1">
            <a:spLocks/>
          </p:cNvSpPr>
          <p:nvPr/>
        </p:nvSpPr>
        <p:spPr>
          <a:xfrm>
            <a:off x="554733" y="1368143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342900" lvl="0" indent="-342900">
              <a:spcBef>
                <a:spcPct val="20000"/>
              </a:spcBef>
              <a:buFont typeface="Arial" pitchFamily="34" charset="0"/>
              <a:buChar char="•"/>
              <a:defRPr sz="16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lvl="2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sz="1600"/>
            </a:lvl4pPr>
            <a:lvl5pPr marL="2057400" lvl="4" indent="-228600">
              <a:spcBef>
                <a:spcPct val="20000"/>
              </a:spcBef>
              <a:buFont typeface="Arial" pitchFamily="34" charset="0"/>
              <a:buChar char="»"/>
              <a:defRPr sz="16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ru-RU" dirty="0">
                <a:sym typeface="+mn-lt"/>
              </a:rPr>
              <a:t>Примеры решений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6DDA9C5B-3C91-474B-B42C-50AD3D7F72C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410750" y="4308517"/>
            <a:ext cx="474744" cy="474744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1C0C7F2-947B-4A0E-A903-7BD6BFBC6900}"/>
              </a:ext>
            </a:extLst>
          </p:cNvPr>
          <p:cNvSpPr txBox="1"/>
          <p:nvPr/>
        </p:nvSpPr>
        <p:spPr>
          <a:xfrm>
            <a:off x="4723426" y="5234684"/>
            <a:ext cx="2785666" cy="73866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ru-RU" sz="1200" b="1" dirty="0">
                <a:cs typeface="Arial" panose="020B0604020202020204" pitchFamily="34" charset="0"/>
              </a:rPr>
              <a:t>Уже частично заложены основы по созданию инфраструктуры и правовой базы</a:t>
            </a:r>
            <a:endParaRPr lang="en-US" sz="1200" b="1" dirty="0">
              <a:cs typeface="Arial" panose="020B0604020202020204" pitchFamily="34" charset="0"/>
            </a:endParaRPr>
          </a:p>
        </p:txBody>
      </p:sp>
      <p:grpSp>
        <p:nvGrpSpPr>
          <p:cNvPr id="63" name="CustomIcon">
            <a:extLst>
              <a:ext uri="{FF2B5EF4-FFF2-40B4-BE49-F238E27FC236}">
                <a16:creationId xmlns:a16="http://schemas.microsoft.com/office/drawing/2014/main" id="{DDDA8C7E-17F8-4458-B697-7424F86FECBD}"/>
              </a:ext>
            </a:extLst>
          </p:cNvPr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926835" y="4801449"/>
            <a:ext cx="267081" cy="267081"/>
            <a:chOff x="-205105" y="-205105"/>
            <a:chExt cx="1019810" cy="1019810"/>
          </a:xfrm>
          <a:solidFill>
            <a:srgbClr val="00B050"/>
          </a:solidFill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2B003BE-7F8E-4B72-BB63-B4E1D875154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205105" y="-205105"/>
              <a:ext cx="1019810" cy="1019810"/>
            </a:xfrm>
            <a:prstGeom prst="ellipse">
              <a:avLst/>
            </a:prstGeom>
            <a:grp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65" name="Graphic 64">
              <a:extLst>
                <a:ext uri="{FF2B5EF4-FFF2-40B4-BE49-F238E27FC236}">
                  <a16:creationId xmlns:a16="http://schemas.microsoft.com/office/drawing/2014/main" id="{5E302BBB-C47F-47BE-A1AA-01CE0BE9C8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0" y="0"/>
              <a:ext cx="609600" cy="609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0952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E80F4C0E-7BC7-4F54-912E-BAF08292F2B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15266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95" imgH="396" progId="TCLayout.ActiveDocument.1">
                  <p:embed/>
                </p:oleObj>
              </mc:Choice>
              <mc:Fallback>
                <p:oleObj name="think-cell Slide" r:id="rId7" imgW="395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738B701A-ED08-47D4-8DB3-AA7799650BED}"/>
              </a:ext>
            </a:extLst>
          </p:cNvPr>
          <p:cNvSpPr>
            <a:spLocks/>
          </p:cNvSpPr>
          <p:nvPr/>
        </p:nvSpPr>
        <p:spPr>
          <a:xfrm>
            <a:off x="6681457" y="1368506"/>
            <a:ext cx="4559603" cy="4806981"/>
          </a:xfrm>
          <a:prstGeom prst="chevron">
            <a:avLst>
              <a:gd name="adj" fmla="val 18646"/>
            </a:avLst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050" dirty="0" err="1">
              <a:solidFill>
                <a:schemeClr val="bg1"/>
              </a:solidFill>
            </a:endParaRPr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1B6408E5-C988-4FD5-80DA-2682126C4608}"/>
              </a:ext>
            </a:extLst>
          </p:cNvPr>
          <p:cNvSpPr>
            <a:spLocks/>
          </p:cNvSpPr>
          <p:nvPr/>
        </p:nvSpPr>
        <p:spPr>
          <a:xfrm>
            <a:off x="7860535" y="1368506"/>
            <a:ext cx="4331466" cy="4806981"/>
          </a:xfrm>
          <a:prstGeom prst="chevron">
            <a:avLst>
              <a:gd name="adj" fmla="val 0"/>
            </a:avLst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050" dirty="0" err="1">
              <a:solidFill>
                <a:schemeClr val="bg1"/>
              </a:solidFill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CF3FA9A2-9950-4E25-AD4B-C24428C9D362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226624"/>
            <a:ext cx="11082528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Дома по реновации на 80% технически готовы</a:t>
            </a:r>
            <a:br>
              <a:rPr lang="en-US" dirty="0"/>
            </a:br>
            <a:r>
              <a:rPr lang="ru-RU" dirty="0"/>
              <a:t>для внедрения ключевых решений умного дома</a:t>
            </a:r>
          </a:p>
        </p:txBody>
      </p:sp>
      <p:sp>
        <p:nvSpPr>
          <p:cNvPr id="67" name="Subtitle 66">
            <a:extLst>
              <a:ext uri="{FF2B5EF4-FFF2-40B4-BE49-F238E27FC236}">
                <a16:creationId xmlns:a16="http://schemas.microsoft.com/office/drawing/2014/main" id="{E5450E89-97DE-4DCC-A20C-7D83E7EC82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8" name="Text Placeholder 67">
            <a:extLst>
              <a:ext uri="{FF2B5EF4-FFF2-40B4-BE49-F238E27FC236}">
                <a16:creationId xmlns:a16="http://schemas.microsoft.com/office/drawing/2014/main" id="{C8B00D5E-8332-4B14-8471-F12334798A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C087C0-F34E-4236-9CEF-3E767AFA7704}"/>
              </a:ext>
            </a:extLst>
          </p:cNvPr>
          <p:cNvSpPr txBox="1"/>
          <p:nvPr/>
        </p:nvSpPr>
        <p:spPr>
          <a:xfrm>
            <a:off x="7741243" y="1500145"/>
            <a:ext cx="3896020" cy="123110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2000" b="1" dirty="0">
                <a:solidFill>
                  <a:schemeClr val="bg2"/>
                </a:solidFill>
              </a:rPr>
              <a:t>28 домов по реновации готовы для внедрения ключевых умных решений на 80%</a:t>
            </a:r>
            <a:endParaRPr lang="en-US" sz="2000" dirty="0">
              <a:solidFill>
                <a:schemeClr val="bg2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AEF7E95-56A2-4AE6-A388-2E762F15308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69018" y="3072935"/>
            <a:ext cx="3468244" cy="2970912"/>
          </a:xfrm>
          <a:prstGeom prst="rect">
            <a:avLst/>
          </a:prstGeom>
        </p:spPr>
      </p:pic>
      <p:cxnSp>
        <p:nvCxnSpPr>
          <p:cNvPr id="25" name="LineContentSeparatorDefault 13">
            <a:extLst>
              <a:ext uri="{FF2B5EF4-FFF2-40B4-BE49-F238E27FC236}">
                <a16:creationId xmlns:a16="http://schemas.microsoft.com/office/drawing/2014/main" id="{3EE00691-3821-45F5-A2EF-F546A48CABBF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>
            <a:off x="547688" y="4187495"/>
            <a:ext cx="6014477" cy="0"/>
          </a:xfrm>
          <a:prstGeom prst="straightConnector1">
            <a:avLst/>
          </a:prstGeom>
          <a:noFill/>
          <a:ln w="6350" cap="flat" cmpd="sng" algn="ctr">
            <a:solidFill>
              <a:schemeClr val="accent6"/>
            </a:solidFill>
            <a:prstDash val="solid"/>
          </a:ln>
          <a:effectLst/>
        </p:spPr>
      </p:cxnSp>
      <p:sp>
        <p:nvSpPr>
          <p:cNvPr id="28" name="4. Footnote">
            <a:extLst>
              <a:ext uri="{FF2B5EF4-FFF2-40B4-BE49-F238E27FC236}">
                <a16:creationId xmlns:a16="http://schemas.microsoft.com/office/drawing/2014/main" id="{50895567-48E0-4EFF-9794-8A763A4BD2C0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554736" y="6207683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marL="219075" lvl="0" indent="-228600">
              <a:buAutoNum type="arabicPeriod"/>
            </a:pPr>
            <a:r>
              <a:rPr lang="ru-RU" dirty="0">
                <a:ea typeface="+mn-ea"/>
                <a:cs typeface="+mn-cs"/>
                <a:sym typeface="+mn-lt"/>
              </a:rPr>
              <a:t>Распоряжение ДИТ от 23.03.18 № 64-16-129/18</a:t>
            </a:r>
          </a:p>
          <a:p>
            <a:pPr marL="219075" lvl="0" indent="-228600">
              <a:buAutoNum type="arabicPeriod"/>
            </a:pPr>
            <a:r>
              <a:rPr lang="ru-RU" dirty="0">
                <a:cs typeface="+mn-cs"/>
                <a:sym typeface="+mn-lt"/>
              </a:rPr>
              <a:t>Результаты обследования на 01.04.21</a:t>
            </a:r>
            <a:endParaRPr lang="ru-RU" dirty="0">
              <a:ea typeface="+mn-ea"/>
              <a:cs typeface="+mn-cs"/>
              <a:sym typeface="+mn-lt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25E3198-3A78-4585-A58C-05A4D1508C6C}"/>
              </a:ext>
            </a:extLst>
          </p:cNvPr>
          <p:cNvSpPr txBox="1">
            <a:spLocks/>
          </p:cNvSpPr>
          <p:nvPr/>
        </p:nvSpPr>
        <p:spPr>
          <a:xfrm>
            <a:off x="547688" y="1500145"/>
            <a:ext cx="6014477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2000" b="1" dirty="0"/>
              <a:t>В 2018 г. разработан Смарт-стандарт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8DD8CB3-87FB-4DDE-937E-BA9D84F755D4}"/>
              </a:ext>
            </a:extLst>
          </p:cNvPr>
          <p:cNvSpPr txBox="1">
            <a:spLocks/>
          </p:cNvSpPr>
          <p:nvPr/>
        </p:nvSpPr>
        <p:spPr>
          <a:xfrm>
            <a:off x="547688" y="4438563"/>
            <a:ext cx="6014477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2000" b="1" dirty="0"/>
              <a:t>28 домов по реновации построено по Смарт-стандарту</a:t>
            </a:r>
            <a:r>
              <a:rPr lang="ru-RU" sz="2000" b="1" baseline="30000" dirty="0">
                <a:solidFill>
                  <a:srgbClr val="0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2</a:t>
            </a:r>
            <a:endParaRPr lang="ru-RU" sz="2000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00D4F39-B639-434F-B587-3A234313EDE2}"/>
              </a:ext>
            </a:extLst>
          </p:cNvPr>
          <p:cNvSpPr txBox="1">
            <a:spLocks/>
          </p:cNvSpPr>
          <p:nvPr/>
        </p:nvSpPr>
        <p:spPr>
          <a:xfrm>
            <a:off x="547688" y="5305183"/>
            <a:ext cx="6014477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/>
              <a:t>В 2020 - 2021 годах введены в эксплуатацию </a:t>
            </a:r>
            <a:r>
              <a:rPr lang="ru-RU" sz="1600" b="1" dirty="0"/>
              <a:t>дома по реновации с учетом </a:t>
            </a:r>
            <a:r>
              <a:rPr lang="ru-RU" sz="1600" dirty="0"/>
              <a:t>большинства пунктов </a:t>
            </a:r>
            <a:r>
              <a:rPr lang="ru-RU" sz="1600" b="1" dirty="0"/>
              <a:t>Смарт-стандарта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E571999-BCBA-461A-B825-ABAC012E250E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547688" y="2058990"/>
            <a:ext cx="6014477" cy="1877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900"/>
              </a:spcBef>
              <a:buSzPct val="100000"/>
            </a:pPr>
            <a:r>
              <a:rPr lang="ru-RU" sz="1600" b="1" dirty="0">
                <a:solidFill>
                  <a:srgbClr val="0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Смарт-стандарт 1.0 </a:t>
            </a:r>
            <a:r>
              <a:rPr lang="ru-RU" sz="1600" dirty="0">
                <a:solidFill>
                  <a:srgbClr val="0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– это набор </a:t>
            </a:r>
            <a:r>
              <a:rPr lang="ru-RU" sz="1600" b="1" dirty="0">
                <a:solidFill>
                  <a:srgbClr val="0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технических рекомендаций </a:t>
            </a:r>
            <a:r>
              <a:rPr lang="ru-RU" sz="1600" dirty="0">
                <a:solidFill>
                  <a:srgbClr val="0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к </a:t>
            </a:r>
            <a:r>
              <a:rPr lang="ru-RU" sz="1600" b="1" dirty="0">
                <a:solidFill>
                  <a:srgbClr val="0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ИТ-инфраструктуре зданий и придомовых территорий</a:t>
            </a:r>
            <a:r>
              <a:rPr lang="ru-RU" sz="1600" dirty="0">
                <a:solidFill>
                  <a:srgbClr val="0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, закладываемых на этапе строительства</a:t>
            </a:r>
            <a:r>
              <a:rPr lang="ru-RU" sz="1600" baseline="30000" dirty="0">
                <a:solidFill>
                  <a:srgbClr val="0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1</a:t>
            </a:r>
            <a:r>
              <a:rPr lang="ru-RU" sz="1600" dirty="0">
                <a:solidFill>
                  <a:srgbClr val="0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 </a:t>
            </a:r>
          </a:p>
          <a:p>
            <a:pPr>
              <a:spcBef>
                <a:spcPts val="900"/>
              </a:spcBef>
              <a:buSzPct val="100000"/>
            </a:pPr>
            <a:r>
              <a:rPr lang="ru-RU" sz="1600" b="1" dirty="0">
                <a:solidFill>
                  <a:srgbClr val="0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М.Ш. Хуснуллин</a:t>
            </a:r>
            <a:r>
              <a:rPr lang="ru-RU" sz="1600" dirty="0">
                <a:solidFill>
                  <a:srgbClr val="0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 сделал </a:t>
            </a:r>
            <a:r>
              <a:rPr lang="ru-RU" sz="1600" b="1" dirty="0">
                <a:solidFill>
                  <a:srgbClr val="0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Смарт-стандарт обязательным</a:t>
            </a:r>
            <a:r>
              <a:rPr lang="ru-RU" sz="1600" dirty="0">
                <a:solidFill>
                  <a:srgbClr val="000000"/>
                </a:solidFill>
                <a:latin typeface="Verdana" panose="020B0604030504040204" pitchFamily="34" charset="0"/>
                <a:sym typeface="Verdana" panose="020B0604030504040204" pitchFamily="34" charset="0"/>
              </a:rPr>
              <a:t>, внеся его требования в технические задания на проектирование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3941738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1842CBC8-AE41-4692-AFC2-E2721F87C9A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02127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95" imgH="396" progId="TCLayout.ActiveDocument.1">
                  <p:embed/>
                </p:oleObj>
              </mc:Choice>
              <mc:Fallback>
                <p:oleObj name="think-cell Slide" r:id="rId7" imgW="395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8B72746-F81A-4981-B51C-938F9B080E61}"/>
              </a:ext>
            </a:extLst>
          </p:cNvPr>
          <p:cNvCxnSpPr>
            <a:cxnSpLocks/>
          </p:cNvCxnSpPr>
          <p:nvPr/>
        </p:nvCxnSpPr>
        <p:spPr>
          <a:xfrm>
            <a:off x="8064532" y="1464975"/>
            <a:ext cx="0" cy="3939443"/>
          </a:xfrm>
          <a:prstGeom prst="line">
            <a:avLst/>
          </a:prstGeom>
          <a:ln w="6350" cap="sq">
            <a:solidFill>
              <a:schemeClr val="bg1">
                <a:lumMod val="8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2. Slide Title">
            <a:extLst>
              <a:ext uri="{FF2B5EF4-FFF2-40B4-BE49-F238E27FC236}">
                <a16:creationId xmlns:a16="http://schemas.microsoft.com/office/drawing/2014/main" id="{8A7035AC-F79C-4583-9933-EB92EF18E115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/>
          <a:lstStyle/>
          <a:p>
            <a:r>
              <a:rPr lang="ru-RU" dirty="0"/>
              <a:t>Предлагается поэтапное внедрение решений умного дома </a:t>
            </a:r>
            <a:br>
              <a:rPr lang="ru-RU" dirty="0"/>
            </a:br>
            <a:r>
              <a:rPr lang="ru-RU" dirty="0"/>
              <a:t>с масштабированием на всю Москву в 2024 году</a:t>
            </a:r>
            <a:endParaRPr lang="en-US" dirty="0"/>
          </a:p>
        </p:txBody>
      </p:sp>
      <p:sp>
        <p:nvSpPr>
          <p:cNvPr id="3" name="3. Subtitle" hidden="1">
            <a:extLst>
              <a:ext uri="{FF2B5EF4-FFF2-40B4-BE49-F238E27FC236}">
                <a16:creationId xmlns:a16="http://schemas.microsoft.com/office/drawing/2014/main" id="{7A652CC5-62E0-451F-96D2-A4B8189DCF08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1. On-page tracker" hidden="1">
            <a:extLst>
              <a:ext uri="{FF2B5EF4-FFF2-40B4-BE49-F238E27FC236}">
                <a16:creationId xmlns:a16="http://schemas.microsoft.com/office/drawing/2014/main" id="{2A314DFF-8F9C-4D08-8E23-5852F8559AF0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BA33F2-A7FE-4205-919E-D5CA858090F1}"/>
              </a:ext>
            </a:extLst>
          </p:cNvPr>
          <p:cNvSpPr txBox="1">
            <a:spLocks/>
          </p:cNvSpPr>
          <p:nvPr/>
        </p:nvSpPr>
        <p:spPr>
          <a:xfrm>
            <a:off x="547688" y="1255178"/>
            <a:ext cx="3694879" cy="4797281"/>
          </a:xfrm>
          <a:prstGeom prst="roundRect">
            <a:avLst>
              <a:gd name="adj" fmla="val 6326"/>
            </a:avLst>
          </a:prstGeom>
          <a:solidFill>
            <a:schemeClr val="bg2"/>
          </a:solidFill>
          <a:effectLst>
            <a:outerShdw blurRad="393700" algn="ctr" rotWithShape="0">
              <a:schemeClr val="tx2">
                <a:lumMod val="50000"/>
                <a:alpha val="18000"/>
              </a:schemeClr>
            </a:outerShdw>
          </a:effectLst>
        </p:spPr>
        <p:txBody>
          <a:bodyPr vert="horz" wrap="square" lIns="108000" tIns="108000" rIns="108000" bIns="10800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Segoe UI" panose="020B0502040204020203" pitchFamily="34" charset="0"/>
              <a:buChar char="​"/>
              <a:tabLst/>
              <a:defRPr kumimoji="0" sz="2000" b="0" u="none" strike="noStrike" cap="none" spc="0" normalizeH="0" baseline="0">
                <a:ln>
                  <a:noFill/>
                </a:ln>
                <a:effectLst/>
                <a:uLnTx/>
                <a:uFillTx/>
                <a:latin typeface="Arial"/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endParaRPr lang="en-US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C49CE15-5BD0-46BD-B6E3-120C80E90069}"/>
              </a:ext>
            </a:extLst>
          </p:cNvPr>
          <p:cNvSpPr txBox="1">
            <a:spLocks/>
          </p:cNvSpPr>
          <p:nvPr/>
        </p:nvSpPr>
        <p:spPr>
          <a:xfrm>
            <a:off x="8313577" y="1366119"/>
            <a:ext cx="3323687" cy="64633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400" b="1" dirty="0">
                <a:cs typeface="+mn-cs"/>
              </a:rPr>
              <a:t>Этап 3: </a:t>
            </a:r>
            <a:r>
              <a:rPr lang="ru-RU" sz="1400" b="1" dirty="0">
                <a:solidFill>
                  <a:schemeClr val="tx2"/>
                </a:solidFill>
              </a:rPr>
              <a:t>Распространение </a:t>
            </a:r>
            <a:r>
              <a:rPr lang="ru-RU" sz="1400" b="1" dirty="0"/>
              <a:t>решений умного дома на </a:t>
            </a:r>
            <a:r>
              <a:rPr lang="ru-RU" sz="1400" b="1" dirty="0">
                <a:solidFill>
                  <a:schemeClr val="tx2"/>
                </a:solidFill>
              </a:rPr>
              <a:t>всю Москву</a:t>
            </a:r>
            <a:endParaRPr lang="ru-RU" sz="1400" b="1" dirty="0">
              <a:solidFill>
                <a:schemeClr val="tx2"/>
              </a:solidFill>
              <a:cs typeface="+mn-cs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288C94FC-C621-4A05-99E1-0F4115244926}"/>
              </a:ext>
            </a:extLst>
          </p:cNvPr>
          <p:cNvSpPr>
            <a:spLocks/>
          </p:cNvSpPr>
          <p:nvPr/>
        </p:nvSpPr>
        <p:spPr>
          <a:xfrm>
            <a:off x="5799376" y="4164637"/>
            <a:ext cx="653197" cy="21149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Verdana Pro Light"/>
              <a:ea typeface="+mn-ea"/>
              <a:cs typeface="+mn-cs"/>
            </a:endParaRP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CD348C37-28B3-4E3B-B77E-9442CCD16B89}"/>
              </a:ext>
            </a:extLst>
          </p:cNvPr>
          <p:cNvCxnSpPr>
            <a:cxnSpLocks/>
          </p:cNvCxnSpPr>
          <p:nvPr/>
        </p:nvCxnSpPr>
        <p:spPr>
          <a:xfrm>
            <a:off x="554736" y="5610920"/>
            <a:ext cx="11080052" cy="0"/>
          </a:xfrm>
          <a:prstGeom prst="line">
            <a:avLst/>
          </a:prstGeom>
          <a:ln w="76200" cap="rnd">
            <a:solidFill>
              <a:srgbClr val="E6E6E6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D72AFE2-13C4-446D-8F5A-9B6DB509885F}"/>
              </a:ext>
            </a:extLst>
          </p:cNvPr>
          <p:cNvSpPr>
            <a:spLocks/>
          </p:cNvSpPr>
          <p:nvPr/>
        </p:nvSpPr>
        <p:spPr>
          <a:xfrm>
            <a:off x="5829786" y="5748800"/>
            <a:ext cx="512961" cy="215444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  <a:sym typeface="Theinhardt Pan Medium" panose="020B0604020101020102" pitchFamily="34" charset="0"/>
              </a:rPr>
              <a:t>202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  <a:sym typeface="Theinhardt Pan Medium" panose="020B0604020101020102" pitchFamily="34" charset="0"/>
              </a:rPr>
              <a:t>2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  <a:sym typeface="Theinhardt Pan Medium" panose="020B0604020101020102" pitchFamily="34" charset="0"/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F8661FBA-63AD-465F-A1FA-BE612F4D4532}"/>
              </a:ext>
            </a:extLst>
          </p:cNvPr>
          <p:cNvSpPr/>
          <p:nvPr/>
        </p:nvSpPr>
        <p:spPr>
          <a:xfrm>
            <a:off x="5996266" y="5520920"/>
            <a:ext cx="180000" cy="1800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700">
              <a:solidFill>
                <a:schemeClr val="tx1"/>
              </a:solidFill>
              <a:sym typeface="Theinhardt Pan Light" panose="020B0404020101020102" pitchFamily="34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173727C0-75D9-4197-BD19-6E4D66466E9E}"/>
              </a:ext>
            </a:extLst>
          </p:cNvPr>
          <p:cNvSpPr>
            <a:spLocks/>
          </p:cNvSpPr>
          <p:nvPr/>
        </p:nvSpPr>
        <p:spPr>
          <a:xfrm>
            <a:off x="1677784" y="5748800"/>
            <a:ext cx="1434688" cy="215444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1" dirty="0">
                <a:cs typeface="Arial" panose="020B0604020202020204" pitchFamily="34" charset="0"/>
                <a:sym typeface="Theinhardt Pan Medium" panose="020B0604020101020102" pitchFamily="34" charset="0"/>
              </a:rPr>
              <a:t>Текущий этап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  <a:sym typeface="Theinhardt Pan Medium" panose="020B0604020101020102" pitchFamily="34" charset="0"/>
            </a:endParaRP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41EA1BDD-2934-43FF-AE3E-57D0E504F2C7}"/>
              </a:ext>
            </a:extLst>
          </p:cNvPr>
          <p:cNvSpPr/>
          <p:nvPr/>
        </p:nvSpPr>
        <p:spPr>
          <a:xfrm>
            <a:off x="2305128" y="5520920"/>
            <a:ext cx="180000" cy="1800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700">
              <a:solidFill>
                <a:schemeClr val="tx1"/>
              </a:solidFill>
              <a:sym typeface="Theinhardt Pan Light" panose="020B0404020101020102" pitchFamily="34" charset="0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5EE70CBE-39CD-4E71-9AAA-9B8484627EE1}"/>
              </a:ext>
            </a:extLst>
          </p:cNvPr>
          <p:cNvSpPr>
            <a:spLocks/>
          </p:cNvSpPr>
          <p:nvPr/>
        </p:nvSpPr>
        <p:spPr>
          <a:xfrm>
            <a:off x="9658454" y="5748800"/>
            <a:ext cx="512961" cy="215444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  <a:sym typeface="Theinhardt Pan Medium" panose="020B0604020101020102" pitchFamily="34" charset="0"/>
              </a:rPr>
              <a:t>20</a:t>
            </a: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Arial" panose="020B0604020202020204" pitchFamily="34" charset="0"/>
                <a:sym typeface="Theinhardt Pan Medium" panose="020B0604020101020102" pitchFamily="34" charset="0"/>
              </a:rPr>
              <a:t>24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Arial" panose="020B0604020202020204" pitchFamily="34" charset="0"/>
              <a:sym typeface="Theinhardt Pan Medium" panose="020B0604020101020102" pitchFamily="34" charset="0"/>
            </a:endParaRP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C95E9BF5-B72F-4D6E-A868-0D5307B02B46}"/>
              </a:ext>
            </a:extLst>
          </p:cNvPr>
          <p:cNvSpPr/>
          <p:nvPr/>
        </p:nvSpPr>
        <p:spPr>
          <a:xfrm>
            <a:off x="9824934" y="5520920"/>
            <a:ext cx="180000" cy="1800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700">
              <a:solidFill>
                <a:schemeClr val="tx1"/>
              </a:solidFill>
              <a:sym typeface="Theinhardt Pan Light" panose="020B0404020101020102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FE21C15-1A86-488A-A6CD-9EC70BF64475}"/>
              </a:ext>
            </a:extLst>
          </p:cNvPr>
          <p:cNvGrpSpPr/>
          <p:nvPr/>
        </p:nvGrpSpPr>
        <p:grpSpPr>
          <a:xfrm>
            <a:off x="658089" y="1255178"/>
            <a:ext cx="3474078" cy="1890950"/>
            <a:chOff x="658088" y="1255178"/>
            <a:chExt cx="3474078" cy="189095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B4F35FD-A2DD-4795-AF1A-731E43A5EFD2}"/>
                </a:ext>
              </a:extLst>
            </p:cNvPr>
            <p:cNvSpPr txBox="1">
              <a:spLocks/>
            </p:cNvSpPr>
            <p:nvPr/>
          </p:nvSpPr>
          <p:spPr>
            <a:xfrm>
              <a:off x="658088" y="1255178"/>
              <a:ext cx="3474078" cy="861774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400" b="1" dirty="0">
                  <a:cs typeface="+mn-cs"/>
                </a:rPr>
                <a:t>Этап 1: </a:t>
              </a:r>
              <a:r>
                <a:rPr lang="ru-RU" sz="1400" b="1" dirty="0">
                  <a:solidFill>
                    <a:schemeClr val="tx2"/>
                  </a:solidFill>
                  <a:cs typeface="+mn-cs"/>
                </a:rPr>
                <a:t>Пилотирование</a:t>
              </a:r>
              <a:r>
                <a:rPr lang="ru-RU" sz="1400" b="1" dirty="0">
                  <a:cs typeface="+mn-cs"/>
                </a:rPr>
                <a:t> приоритетных решений умного дома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54CD974-A2B9-43A3-87CA-657A497F96D8}"/>
                </a:ext>
              </a:extLst>
            </p:cNvPr>
            <p:cNvSpPr txBox="1">
              <a:spLocks/>
            </p:cNvSpPr>
            <p:nvPr/>
          </p:nvSpPr>
          <p:spPr>
            <a:xfrm>
              <a:off x="658088" y="2130465"/>
              <a:ext cx="3474078" cy="1015663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marL="285750" indent="-28575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ru-RU" dirty="0"/>
                <a:t>Выбор </a:t>
              </a:r>
              <a:r>
                <a:rPr lang="ru-RU" b="1" dirty="0"/>
                <a:t>приоритетных решений</a:t>
              </a:r>
            </a:p>
            <a:p>
              <a:pPr marL="285750" indent="-28575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ru-RU" dirty="0"/>
                <a:t>Пилотирование</a:t>
              </a:r>
              <a:r>
                <a:rPr lang="ru-RU" b="1" dirty="0"/>
                <a:t> на домах по реновации</a:t>
              </a:r>
            </a:p>
            <a:p>
              <a:pPr marL="285750" indent="-285750">
                <a:buClr>
                  <a:schemeClr val="tx2"/>
                </a:buClr>
                <a:buFont typeface="Arial" panose="020B0604020202020204" pitchFamily="34" charset="0"/>
                <a:buChar char="•"/>
              </a:pPr>
              <a:r>
                <a:rPr lang="ru-RU" dirty="0"/>
                <a:t>Оценка </a:t>
              </a:r>
              <a:r>
                <a:rPr lang="ru-RU" b="1" dirty="0"/>
                <a:t>эффекта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0FF49953-4E00-41C5-9EC4-31818A73E4D7}"/>
              </a:ext>
            </a:extLst>
          </p:cNvPr>
          <p:cNvSpPr txBox="1">
            <a:spLocks/>
          </p:cNvSpPr>
          <p:nvPr/>
        </p:nvSpPr>
        <p:spPr>
          <a:xfrm>
            <a:off x="4491799" y="2139813"/>
            <a:ext cx="3323687" cy="938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dirty="0"/>
              <a:t>Утверждение</a:t>
            </a:r>
            <a:r>
              <a:rPr lang="ru-RU" b="1" dirty="0"/>
              <a:t> обязательного Смарт-стандарта 2.0</a:t>
            </a: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dirty="0"/>
              <a:t>Внедрение решений </a:t>
            </a:r>
            <a:r>
              <a:rPr lang="ru-RU" b="1" dirty="0"/>
              <a:t>на все дома по реновации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5B39485-35C0-4FD2-B76B-A3DE8F220DF1}"/>
              </a:ext>
            </a:extLst>
          </p:cNvPr>
          <p:cNvSpPr txBox="1">
            <a:spLocks/>
          </p:cNvSpPr>
          <p:nvPr/>
        </p:nvSpPr>
        <p:spPr>
          <a:xfrm>
            <a:off x="8313577" y="2139813"/>
            <a:ext cx="3572922" cy="938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dirty="0"/>
              <a:t>Утверждение </a:t>
            </a:r>
            <a:r>
              <a:rPr lang="ru-RU" b="1" dirty="0"/>
              <a:t>Смарт-стандарта 3.0</a:t>
            </a: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dirty="0"/>
              <a:t>Распространение </a:t>
            </a:r>
            <a:r>
              <a:rPr lang="ru-RU" b="1" dirty="0"/>
              <a:t>на все новые строящиеся дома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A7C35D-2ACE-4CEB-9700-751D67084FAF}"/>
              </a:ext>
            </a:extLst>
          </p:cNvPr>
          <p:cNvSpPr txBox="1">
            <a:spLocks/>
          </p:cNvSpPr>
          <p:nvPr/>
        </p:nvSpPr>
        <p:spPr>
          <a:xfrm>
            <a:off x="4491800" y="1366119"/>
            <a:ext cx="3323687" cy="64633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b="1" dirty="0"/>
              <a:t>Этап 2: </a:t>
            </a:r>
            <a:r>
              <a:rPr lang="ru-RU" b="1" dirty="0">
                <a:solidFill>
                  <a:schemeClr val="tx2"/>
                </a:solidFill>
              </a:rPr>
              <a:t>Распространение</a:t>
            </a:r>
            <a:r>
              <a:rPr lang="ru-RU" b="1" dirty="0"/>
              <a:t> решений умного дома на </a:t>
            </a:r>
            <a:r>
              <a:rPr lang="ru-RU" b="1" dirty="0">
                <a:solidFill>
                  <a:schemeClr val="tx2"/>
                </a:solidFill>
              </a:rPr>
              <a:t>все дома по реновации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F4DD19A-5FF3-4C0E-8915-BCA87E15489A}"/>
              </a:ext>
            </a:extLst>
          </p:cNvPr>
          <p:cNvSpPr txBox="1">
            <a:spLocks/>
          </p:cNvSpPr>
          <p:nvPr/>
        </p:nvSpPr>
        <p:spPr>
          <a:xfrm>
            <a:off x="4491800" y="4809464"/>
            <a:ext cx="3323687" cy="594954"/>
          </a:xfrm>
          <a:prstGeom prst="roundRect">
            <a:avLst/>
          </a:prstGeom>
          <a:solidFill>
            <a:schemeClr val="accent1"/>
          </a:solidFill>
        </p:spPr>
        <p:txBody>
          <a:bodyPr vert="horz" wrap="square" lIns="360000" tIns="72000" rIns="72000" bIns="7200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chemeClr val="bg1"/>
              </a:buClr>
            </a:pPr>
            <a:endParaRPr lang="ru-RU" sz="1200" b="1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5A8366F-0113-48E8-9CBB-4E0682FEB3FD}"/>
              </a:ext>
            </a:extLst>
          </p:cNvPr>
          <p:cNvSpPr txBox="1"/>
          <p:nvPr/>
        </p:nvSpPr>
        <p:spPr>
          <a:xfrm>
            <a:off x="4610961" y="4780438"/>
            <a:ext cx="735018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4000" b="1" dirty="0">
                <a:solidFill>
                  <a:schemeClr val="tx2"/>
                </a:solidFill>
              </a:rPr>
              <a:t>70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E6A05E0-3B1A-4268-870F-C63FC1420698}"/>
              </a:ext>
            </a:extLst>
          </p:cNvPr>
          <p:cNvSpPr txBox="1"/>
          <p:nvPr/>
        </p:nvSpPr>
        <p:spPr>
          <a:xfrm>
            <a:off x="5420972" y="5103588"/>
            <a:ext cx="562655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dirty="0"/>
              <a:t>домов</a:t>
            </a:r>
            <a:endParaRPr 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52BE718-62DF-42A9-B75C-3B230ABA9AA2}"/>
              </a:ext>
            </a:extLst>
          </p:cNvPr>
          <p:cNvSpPr txBox="1"/>
          <p:nvPr/>
        </p:nvSpPr>
        <p:spPr>
          <a:xfrm>
            <a:off x="7002464" y="4880090"/>
            <a:ext cx="78132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dirty="0"/>
              <a:t>квартир</a:t>
            </a:r>
            <a:endParaRPr lang="en-US" dirty="0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468B725-9854-436F-992C-23CB02C4477E}"/>
              </a:ext>
            </a:extLst>
          </p:cNvPr>
          <p:cNvCxnSpPr>
            <a:cxnSpLocks/>
          </p:cNvCxnSpPr>
          <p:nvPr/>
        </p:nvCxnSpPr>
        <p:spPr>
          <a:xfrm>
            <a:off x="6085911" y="4898818"/>
            <a:ext cx="0" cy="416247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4C1D1EEE-3480-457F-A19E-197677FBA690}"/>
              </a:ext>
            </a:extLst>
          </p:cNvPr>
          <p:cNvGrpSpPr/>
          <p:nvPr/>
        </p:nvGrpSpPr>
        <p:grpSpPr>
          <a:xfrm>
            <a:off x="733284" y="4780438"/>
            <a:ext cx="3323687" cy="623980"/>
            <a:chOff x="733284" y="4780438"/>
            <a:chExt cx="3323687" cy="623980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DECC1D9-9EB5-4811-B06F-63FEEBA850BA}"/>
                </a:ext>
              </a:extLst>
            </p:cNvPr>
            <p:cNvSpPr txBox="1">
              <a:spLocks/>
            </p:cNvSpPr>
            <p:nvPr/>
          </p:nvSpPr>
          <p:spPr>
            <a:xfrm>
              <a:off x="733284" y="4809464"/>
              <a:ext cx="3323687" cy="594954"/>
            </a:xfrm>
            <a:prstGeom prst="roundRect">
              <a:avLst/>
            </a:prstGeom>
            <a:solidFill>
              <a:schemeClr val="accent1"/>
            </a:solidFill>
          </p:spPr>
          <p:txBody>
            <a:bodyPr vert="horz" wrap="square" lIns="360000" tIns="72000" rIns="72000" bIns="72000" rtlCol="0" anchor="ctr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Clr>
                  <a:schemeClr val="bg1"/>
                </a:buClr>
              </a:pPr>
              <a:endParaRPr lang="ru-RU" sz="1200" b="1" dirty="0">
                <a:solidFill>
                  <a:schemeClr val="bg1"/>
                </a:solidFill>
                <a:cs typeface="+mn-cs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E13C048-D6A1-4596-A3D9-2EAE79E67C61}"/>
                </a:ext>
              </a:extLst>
            </p:cNvPr>
            <p:cNvSpPr txBox="1"/>
            <p:nvPr/>
          </p:nvSpPr>
          <p:spPr>
            <a:xfrm>
              <a:off x="852445" y="4780438"/>
              <a:ext cx="409295" cy="61555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4000" b="1" dirty="0">
                  <a:solidFill>
                    <a:schemeClr val="tx2"/>
                  </a:solidFill>
                </a:rPr>
                <a:t>5</a:t>
              </a:r>
              <a:endParaRPr lang="en-US" sz="4000" b="1" dirty="0">
                <a:solidFill>
                  <a:schemeClr val="tx2"/>
                </a:solidFill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A957125-428F-4194-93D7-795B222F54DB}"/>
                </a:ext>
              </a:extLst>
            </p:cNvPr>
            <p:cNvSpPr txBox="1"/>
            <p:nvPr/>
          </p:nvSpPr>
          <p:spPr>
            <a:xfrm>
              <a:off x="1321923" y="5103588"/>
              <a:ext cx="562655" cy="215444"/>
            </a:xfrm>
            <a:prstGeom prst="rect">
              <a:avLst/>
            </a:prstGeom>
          </p:spPr>
          <p:txBody>
            <a:bodyPr vert="horz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dirty="0"/>
                <a:t>домов</a:t>
              </a:r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7ADA1D2-D4EA-486A-B163-2A0259C8BF3F}"/>
                </a:ext>
              </a:extLst>
            </p:cNvPr>
            <p:cNvCxnSpPr>
              <a:cxnSpLocks/>
            </p:cNvCxnSpPr>
            <p:nvPr/>
          </p:nvCxnSpPr>
          <p:spPr>
            <a:xfrm>
              <a:off x="1979344" y="4880090"/>
              <a:ext cx="0" cy="416247"/>
            </a:xfrm>
            <a:prstGeom prst="line">
              <a:avLst/>
            </a:prstGeom>
            <a:ln w="6350" cap="sq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C3FE623-C2AE-4548-AD10-54A6CC210A33}"/>
              </a:ext>
            </a:extLst>
          </p:cNvPr>
          <p:cNvGrpSpPr/>
          <p:nvPr/>
        </p:nvGrpSpPr>
        <p:grpSpPr>
          <a:xfrm>
            <a:off x="984369" y="3648758"/>
            <a:ext cx="2821517" cy="1038225"/>
            <a:chOff x="986611" y="3457211"/>
            <a:chExt cx="2821517" cy="1038225"/>
          </a:xfrm>
        </p:grpSpPr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776561F3-6DF0-4CF3-8E9D-B9738DC74B3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86611" y="3457211"/>
              <a:ext cx="1362075" cy="1038225"/>
            </a:xfrm>
            <a:prstGeom prst="rect">
              <a:avLst/>
            </a:prstGeom>
          </p:spPr>
        </p:pic>
        <p:pic>
          <p:nvPicPr>
            <p:cNvPr id="83" name="Graphic 82">
              <a:extLst>
                <a:ext uri="{FF2B5EF4-FFF2-40B4-BE49-F238E27FC236}">
                  <a16:creationId xmlns:a16="http://schemas.microsoft.com/office/drawing/2014/main" id="{F7AC8E79-26B7-46C2-B9AD-A645986BD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446053" y="3457211"/>
              <a:ext cx="1362075" cy="1038225"/>
            </a:xfrm>
            <a:prstGeom prst="rect">
              <a:avLst/>
            </a:prstGeom>
          </p:spPr>
        </p:pic>
      </p:grpSp>
      <p:pic>
        <p:nvPicPr>
          <p:cNvPr id="30" name="Graphic 29">
            <a:extLst>
              <a:ext uri="{FF2B5EF4-FFF2-40B4-BE49-F238E27FC236}">
                <a16:creationId xmlns:a16="http://schemas.microsoft.com/office/drawing/2014/main" id="{ED7514DA-945D-43F0-9B16-6A28F754C0E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33937" y="3543983"/>
            <a:ext cx="2524125" cy="114300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D22C22E5-64B4-475E-9691-1F561AD551D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86548" y="3242792"/>
            <a:ext cx="3076772" cy="2012625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54DB5E27-C297-4BBD-8A80-3E57E67AD694}"/>
              </a:ext>
            </a:extLst>
          </p:cNvPr>
          <p:cNvSpPr txBox="1"/>
          <p:nvPr/>
        </p:nvSpPr>
        <p:spPr>
          <a:xfrm>
            <a:off x="5640950" y="4848864"/>
            <a:ext cx="1909263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ru-RU" sz="3600" b="1" dirty="0">
                <a:solidFill>
                  <a:schemeClr val="tx2"/>
                </a:solidFill>
              </a:rPr>
              <a:t>14</a:t>
            </a:r>
            <a:r>
              <a:rPr lang="ru-RU" sz="2400" b="1" dirty="0">
                <a:solidFill>
                  <a:schemeClr val="tx2"/>
                </a:solidFill>
              </a:rPr>
              <a:t>тыс.</a:t>
            </a:r>
            <a:endParaRPr lang="en-US" sz="3600" b="1" dirty="0">
              <a:solidFill>
                <a:schemeClr val="tx2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AEC5527-9875-4BA9-B31B-9300B636D2D3}"/>
              </a:ext>
            </a:extLst>
          </p:cNvPr>
          <p:cNvSpPr txBox="1"/>
          <p:nvPr/>
        </p:nvSpPr>
        <p:spPr>
          <a:xfrm>
            <a:off x="3249108" y="5088213"/>
            <a:ext cx="78132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dirty="0"/>
              <a:t>квартир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68EAE97-8BAA-4B22-9F36-B95EAC20A33D}"/>
              </a:ext>
            </a:extLst>
          </p:cNvPr>
          <p:cNvSpPr txBox="1"/>
          <p:nvPr/>
        </p:nvSpPr>
        <p:spPr>
          <a:xfrm>
            <a:off x="1283351" y="4802383"/>
            <a:ext cx="1909263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ru-RU" sz="3600" b="1" dirty="0">
                <a:solidFill>
                  <a:schemeClr val="tx2"/>
                </a:solidFill>
              </a:rPr>
              <a:t>1</a:t>
            </a:r>
            <a:r>
              <a:rPr lang="ru-RU" sz="2400" b="1" dirty="0">
                <a:solidFill>
                  <a:schemeClr val="tx2"/>
                </a:solidFill>
              </a:rPr>
              <a:t>тыс.</a:t>
            </a:r>
            <a:endParaRPr lang="en-US" sz="36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249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 hidden="1">
            <a:extLst>
              <a:ext uri="{FF2B5EF4-FFF2-40B4-BE49-F238E27FC236}">
                <a16:creationId xmlns:a16="http://schemas.microsoft.com/office/drawing/2014/main" id="{0B374BC3-5AA8-4495-84FF-4941C9EC19C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678816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95" imgH="396" progId="TCLayout.ActiveDocument.1">
                  <p:embed/>
                </p:oleObj>
              </mc:Choice>
              <mc:Fallback>
                <p:oleObj name="think-cell Slide" r:id="rId13" imgW="395" imgH="396" progId="TCLayout.ActiveDocument.1">
                  <p:embed/>
                  <p:pic>
                    <p:nvPicPr>
                      <p:cNvPr id="6" name="Object 6" hidden="1">
                        <a:extLst>
                          <a:ext uri="{FF2B5EF4-FFF2-40B4-BE49-F238E27FC236}">
                            <a16:creationId xmlns:a16="http://schemas.microsoft.com/office/drawing/2014/main" id="{0B374BC3-5AA8-4495-84FF-4941C9EC19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Rectangle: Top Corners Rounded 50">
            <a:extLst>
              <a:ext uri="{FF2B5EF4-FFF2-40B4-BE49-F238E27FC236}">
                <a16:creationId xmlns:a16="http://schemas.microsoft.com/office/drawing/2014/main" id="{AE316973-5B4A-4673-82C4-3A28A45C6171}"/>
              </a:ext>
            </a:extLst>
          </p:cNvPr>
          <p:cNvSpPr/>
          <p:nvPr/>
        </p:nvSpPr>
        <p:spPr>
          <a:xfrm rot="5400000">
            <a:off x="-395783" y="2724590"/>
            <a:ext cx="4290221" cy="2389187"/>
          </a:xfrm>
          <a:prstGeom prst="round2SameRect">
            <a:avLst>
              <a:gd name="adj1" fmla="val 8085"/>
              <a:gd name="adj2" fmla="val 0"/>
            </a:avLst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63ED38D2-75C3-4D27-AED0-15D0EB141B88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565178"/>
            <a:ext cx="11082528" cy="33855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Статус работ по внедрению решений</a:t>
            </a:r>
            <a:r>
              <a:rPr lang="en-US" dirty="0"/>
              <a:t> </a:t>
            </a:r>
            <a:r>
              <a:rPr lang="ru-RU" dirty="0"/>
              <a:t>умного дома </a:t>
            </a:r>
            <a:r>
              <a:rPr lang="en-US" dirty="0"/>
              <a:t>(</a:t>
            </a:r>
            <a:r>
              <a:rPr lang="ru-RU" dirty="0"/>
              <a:t>1</a:t>
            </a:r>
            <a:r>
              <a:rPr lang="en-US" dirty="0"/>
              <a:t>/</a:t>
            </a:r>
            <a:r>
              <a:rPr lang="ru-RU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3. Subtitle" hidden="1">
            <a:extLst>
              <a:ext uri="{FF2B5EF4-FFF2-40B4-BE49-F238E27FC236}">
                <a16:creationId xmlns:a16="http://schemas.microsoft.com/office/drawing/2014/main" id="{0B00972E-83DA-406B-B107-6278BABDECD8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1. On-page tracker" hidden="1">
            <a:extLst>
              <a:ext uri="{FF2B5EF4-FFF2-40B4-BE49-F238E27FC236}">
                <a16:creationId xmlns:a16="http://schemas.microsoft.com/office/drawing/2014/main" id="{018054BB-F240-4C6D-9E1A-1BAB757A8EB2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p:cxnSp>
        <p:nvCxnSpPr>
          <p:cNvPr id="13" name="LineContentSeparatorDefault 13">
            <a:extLst>
              <a:ext uri="{FF2B5EF4-FFF2-40B4-BE49-F238E27FC236}">
                <a16:creationId xmlns:a16="http://schemas.microsoft.com/office/drawing/2014/main" id="{22D8CB64-292E-4844-9E7D-A53EF89A55FE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3059742" y="4348532"/>
            <a:ext cx="8575046" cy="0"/>
          </a:xfrm>
          <a:prstGeom prst="straightConnector1">
            <a:avLst/>
          </a:prstGeom>
          <a:ln w="6350" cap="sq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LineContentSeparatorDefault 13">
            <a:extLst>
              <a:ext uri="{FF2B5EF4-FFF2-40B4-BE49-F238E27FC236}">
                <a16:creationId xmlns:a16="http://schemas.microsoft.com/office/drawing/2014/main" id="{EBD145D5-80DD-4E4C-ACF1-86E9BE94989D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63545" y="4348532"/>
            <a:ext cx="2136216" cy="0"/>
          </a:xfrm>
          <a:prstGeom prst="straightConnector1">
            <a:avLst/>
          </a:prstGeom>
          <a:ln w="6350" cap="sq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95581CC-9882-4B3D-96AA-4B4A26EACDCC}"/>
              </a:ext>
            </a:extLst>
          </p:cNvPr>
          <p:cNvGrpSpPr/>
          <p:nvPr/>
        </p:nvGrpSpPr>
        <p:grpSpPr>
          <a:xfrm>
            <a:off x="1947313" y="5364353"/>
            <a:ext cx="719314" cy="626417"/>
            <a:chOff x="9887264" y="3094525"/>
            <a:chExt cx="512500" cy="446312"/>
          </a:xfrm>
        </p:grpSpPr>
        <p:sp>
          <p:nvSpPr>
            <p:cNvPr id="33" name="Freeform 134">
              <a:extLst>
                <a:ext uri="{FF2B5EF4-FFF2-40B4-BE49-F238E27FC236}">
                  <a16:creationId xmlns:a16="http://schemas.microsoft.com/office/drawing/2014/main" id="{693E35AF-F137-4A4F-9B4C-6EF03004E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37525" y="3142823"/>
              <a:ext cx="279057" cy="181566"/>
            </a:xfrm>
            <a:custGeom>
              <a:avLst/>
              <a:gdLst>
                <a:gd name="T0" fmla="*/ 104 w 104"/>
                <a:gd name="T1" fmla="*/ 0 h 68"/>
                <a:gd name="T2" fmla="*/ 89 w 104"/>
                <a:gd name="T3" fmla="*/ 10 h 68"/>
                <a:gd name="T4" fmla="*/ 46 w 104"/>
                <a:gd name="T5" fmla="*/ 10 h 68"/>
                <a:gd name="T6" fmla="*/ 18 w 104"/>
                <a:gd name="T7" fmla="*/ 20 h 68"/>
                <a:gd name="T8" fmla="*/ 12 w 104"/>
                <a:gd name="T9" fmla="*/ 26 h 68"/>
                <a:gd name="T10" fmla="*/ 0 w 104"/>
                <a:gd name="T11" fmla="*/ 54 h 68"/>
                <a:gd name="T12" fmla="*/ 5 w 104"/>
                <a:gd name="T13" fmla="*/ 63 h 68"/>
                <a:gd name="T14" fmla="*/ 23 w 104"/>
                <a:gd name="T15" fmla="*/ 63 h 68"/>
                <a:gd name="T16" fmla="*/ 39 w 104"/>
                <a:gd name="T17" fmla="*/ 40 h 68"/>
                <a:gd name="T18" fmla="*/ 67 w 104"/>
                <a:gd name="T19" fmla="*/ 4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68">
                  <a:moveTo>
                    <a:pt x="104" y="0"/>
                  </a:moveTo>
                  <a:cubicBezTo>
                    <a:pt x="89" y="10"/>
                    <a:pt x="89" y="10"/>
                    <a:pt x="89" y="10"/>
                  </a:cubicBezTo>
                  <a:cubicBezTo>
                    <a:pt x="89" y="10"/>
                    <a:pt x="57" y="9"/>
                    <a:pt x="46" y="10"/>
                  </a:cubicBezTo>
                  <a:cubicBezTo>
                    <a:pt x="40" y="10"/>
                    <a:pt x="25" y="17"/>
                    <a:pt x="18" y="20"/>
                  </a:cubicBezTo>
                  <a:cubicBezTo>
                    <a:pt x="15" y="21"/>
                    <a:pt x="13" y="24"/>
                    <a:pt x="12" y="26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4"/>
                    <a:pt x="0" y="59"/>
                    <a:pt x="5" y="63"/>
                  </a:cubicBezTo>
                  <a:cubicBezTo>
                    <a:pt x="9" y="68"/>
                    <a:pt x="19" y="66"/>
                    <a:pt x="23" y="63"/>
                  </a:cubicBezTo>
                  <a:cubicBezTo>
                    <a:pt x="28" y="59"/>
                    <a:pt x="39" y="40"/>
                    <a:pt x="39" y="40"/>
                  </a:cubicBezTo>
                  <a:cubicBezTo>
                    <a:pt x="67" y="40"/>
                    <a:pt x="67" y="40"/>
                    <a:pt x="67" y="40"/>
                  </a:cubicBezTo>
                </a:path>
              </a:pathLst>
            </a:custGeom>
            <a:noFill/>
            <a:ln w="190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4" name="Freeform 135">
              <a:extLst>
                <a:ext uri="{FF2B5EF4-FFF2-40B4-BE49-F238E27FC236}">
                  <a16:creationId xmlns:a16="http://schemas.microsoft.com/office/drawing/2014/main" id="{38E67C3A-A9D6-4B61-99A8-82B360ECC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16583" y="3094525"/>
              <a:ext cx="83181" cy="173516"/>
            </a:xfrm>
            <a:custGeom>
              <a:avLst/>
              <a:gdLst>
                <a:gd name="T0" fmla="*/ 31 w 31"/>
                <a:gd name="T1" fmla="*/ 65 h 65"/>
                <a:gd name="T2" fmla="*/ 0 w 31"/>
                <a:gd name="T3" fmla="*/ 18 h 65"/>
                <a:gd name="T4" fmla="*/ 31 w 31"/>
                <a:gd name="T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" h="65">
                  <a:moveTo>
                    <a:pt x="31" y="65"/>
                  </a:moveTo>
                  <a:cubicBezTo>
                    <a:pt x="31" y="65"/>
                    <a:pt x="26" y="41"/>
                    <a:pt x="0" y="18"/>
                  </a:cubicBezTo>
                  <a:cubicBezTo>
                    <a:pt x="31" y="0"/>
                    <a:pt x="31" y="0"/>
                    <a:pt x="31" y="0"/>
                  </a:cubicBezTo>
                </a:path>
              </a:pathLst>
            </a:custGeom>
            <a:noFill/>
            <a:ln w="190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" name="Freeform 136">
              <a:extLst>
                <a:ext uri="{FF2B5EF4-FFF2-40B4-BE49-F238E27FC236}">
                  <a16:creationId xmlns:a16="http://schemas.microsoft.com/office/drawing/2014/main" id="{2CD3D48E-28EB-41FF-9BF1-004D136359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48782" y="3316340"/>
              <a:ext cx="50982" cy="59031"/>
            </a:xfrm>
            <a:custGeom>
              <a:avLst/>
              <a:gdLst>
                <a:gd name="T0" fmla="*/ 0 w 19"/>
                <a:gd name="T1" fmla="*/ 22 h 22"/>
                <a:gd name="T2" fmla="*/ 8 w 19"/>
                <a:gd name="T3" fmla="*/ 6 h 22"/>
                <a:gd name="T4" fmla="*/ 19 w 19"/>
                <a:gd name="T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22">
                  <a:moveTo>
                    <a:pt x="0" y="22"/>
                  </a:moveTo>
                  <a:cubicBezTo>
                    <a:pt x="0" y="22"/>
                    <a:pt x="7" y="12"/>
                    <a:pt x="8" y="6"/>
                  </a:cubicBezTo>
                  <a:cubicBezTo>
                    <a:pt x="19" y="0"/>
                    <a:pt x="19" y="0"/>
                    <a:pt x="19" y="0"/>
                  </a:cubicBezTo>
                </a:path>
              </a:pathLst>
            </a:custGeom>
            <a:noFill/>
            <a:ln w="190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7" name="Freeform 137">
              <a:extLst>
                <a:ext uri="{FF2B5EF4-FFF2-40B4-BE49-F238E27FC236}">
                  <a16:creationId xmlns:a16="http://schemas.microsoft.com/office/drawing/2014/main" id="{024A62BE-F76C-4FBD-A023-E6F730E7F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9253" y="3316340"/>
              <a:ext cx="136846" cy="144895"/>
            </a:xfrm>
            <a:custGeom>
              <a:avLst/>
              <a:gdLst>
                <a:gd name="T0" fmla="*/ 9 w 51"/>
                <a:gd name="T1" fmla="*/ 0 h 54"/>
                <a:gd name="T2" fmla="*/ 46 w 51"/>
                <a:gd name="T3" fmla="*/ 33 h 54"/>
                <a:gd name="T4" fmla="*/ 47 w 51"/>
                <a:gd name="T5" fmla="*/ 49 h 54"/>
                <a:gd name="T6" fmla="*/ 47 w 51"/>
                <a:gd name="T7" fmla="*/ 49 h 54"/>
                <a:gd name="T8" fmla="*/ 31 w 51"/>
                <a:gd name="T9" fmla="*/ 50 h 54"/>
                <a:gd name="T10" fmla="*/ 0 w 51"/>
                <a:gd name="T11" fmla="*/ 2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4">
                  <a:moveTo>
                    <a:pt x="9" y="0"/>
                  </a:moveTo>
                  <a:cubicBezTo>
                    <a:pt x="46" y="33"/>
                    <a:pt x="46" y="33"/>
                    <a:pt x="46" y="33"/>
                  </a:cubicBezTo>
                  <a:cubicBezTo>
                    <a:pt x="51" y="37"/>
                    <a:pt x="51" y="44"/>
                    <a:pt x="47" y="49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3" y="53"/>
                    <a:pt x="36" y="54"/>
                    <a:pt x="31" y="50"/>
                  </a:cubicBezTo>
                  <a:cubicBezTo>
                    <a:pt x="0" y="25"/>
                    <a:pt x="0" y="25"/>
                    <a:pt x="0" y="25"/>
                  </a:cubicBezTo>
                </a:path>
              </a:pathLst>
            </a:custGeom>
            <a:noFill/>
            <a:ln w="190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8" name="Freeform 138">
              <a:extLst>
                <a:ext uri="{FF2B5EF4-FFF2-40B4-BE49-F238E27FC236}">
                  <a16:creationId xmlns:a16="http://schemas.microsoft.com/office/drawing/2014/main" id="{3C228FBC-5BFA-4230-90B1-1422DC13D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93153" y="3447818"/>
              <a:ext cx="112696" cy="60820"/>
            </a:xfrm>
            <a:custGeom>
              <a:avLst/>
              <a:gdLst>
                <a:gd name="T0" fmla="*/ 42 w 42"/>
                <a:gd name="T1" fmla="*/ 16 h 23"/>
                <a:gd name="T2" fmla="*/ 40 w 42"/>
                <a:gd name="T3" fmla="*/ 18 h 23"/>
                <a:gd name="T4" fmla="*/ 40 w 42"/>
                <a:gd name="T5" fmla="*/ 18 h 23"/>
                <a:gd name="T6" fmla="*/ 25 w 42"/>
                <a:gd name="T7" fmla="*/ 19 h 23"/>
                <a:gd name="T8" fmla="*/ 0 w 42"/>
                <a:gd name="T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23">
                  <a:moveTo>
                    <a:pt x="42" y="16"/>
                  </a:moveTo>
                  <a:cubicBezTo>
                    <a:pt x="42" y="17"/>
                    <a:pt x="41" y="17"/>
                    <a:pt x="40" y="18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36" y="23"/>
                    <a:pt x="29" y="23"/>
                    <a:pt x="25" y="19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190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9" name="Freeform 139">
              <a:extLst>
                <a:ext uri="{FF2B5EF4-FFF2-40B4-BE49-F238E27FC236}">
                  <a16:creationId xmlns:a16="http://schemas.microsoft.com/office/drawing/2014/main" id="{0C66F311-AFB0-4F29-9AFD-866025E45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5104" y="3505955"/>
              <a:ext cx="48298" cy="21466"/>
            </a:xfrm>
            <a:custGeom>
              <a:avLst/>
              <a:gdLst>
                <a:gd name="T0" fmla="*/ 18 w 18"/>
                <a:gd name="T1" fmla="*/ 6 h 8"/>
                <a:gd name="T2" fmla="*/ 5 w 18"/>
                <a:gd name="T3" fmla="*/ 5 h 8"/>
                <a:gd name="T4" fmla="*/ 0 w 18"/>
                <a:gd name="T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" h="8">
                  <a:moveTo>
                    <a:pt x="18" y="6"/>
                  </a:moveTo>
                  <a:cubicBezTo>
                    <a:pt x="14" y="8"/>
                    <a:pt x="9" y="8"/>
                    <a:pt x="5" y="5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190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" name="Freeform 140">
              <a:extLst>
                <a:ext uri="{FF2B5EF4-FFF2-40B4-BE49-F238E27FC236}">
                  <a16:creationId xmlns:a16="http://schemas.microsoft.com/office/drawing/2014/main" id="{DB6F0C58-A7CF-448B-86F7-27D097CC990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87264" y="3094525"/>
              <a:ext cx="206610" cy="75131"/>
            </a:xfrm>
            <a:custGeom>
              <a:avLst/>
              <a:gdLst>
                <a:gd name="T0" fmla="*/ 0 w 77"/>
                <a:gd name="T1" fmla="*/ 0 h 28"/>
                <a:gd name="T2" fmla="*/ 37 w 77"/>
                <a:gd name="T3" fmla="*/ 28 h 28"/>
                <a:gd name="T4" fmla="*/ 77 w 77"/>
                <a:gd name="T5" fmla="*/ 25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7" h="28">
                  <a:moveTo>
                    <a:pt x="0" y="0"/>
                  </a:moveTo>
                  <a:cubicBezTo>
                    <a:pt x="37" y="28"/>
                    <a:pt x="37" y="28"/>
                    <a:pt x="37" y="28"/>
                  </a:cubicBezTo>
                  <a:cubicBezTo>
                    <a:pt x="37" y="28"/>
                    <a:pt x="58" y="23"/>
                    <a:pt x="77" y="25"/>
                  </a:cubicBezTo>
                </a:path>
              </a:pathLst>
            </a:custGeom>
            <a:noFill/>
            <a:ln w="190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2" name="Freeform 141">
              <a:extLst>
                <a:ext uri="{FF2B5EF4-FFF2-40B4-BE49-F238E27FC236}">
                  <a16:creationId xmlns:a16="http://schemas.microsoft.com/office/drawing/2014/main" id="{BDE776D6-0C35-4820-ACE1-D4B5D526C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9887264" y="3209904"/>
              <a:ext cx="83181" cy="146684"/>
            </a:xfrm>
            <a:custGeom>
              <a:avLst/>
              <a:gdLst>
                <a:gd name="T0" fmla="*/ 31 w 31"/>
                <a:gd name="T1" fmla="*/ 0 h 55"/>
                <a:gd name="T2" fmla="*/ 0 w 31"/>
                <a:gd name="T3" fmla="*/ 43 h 55"/>
                <a:gd name="T4" fmla="*/ 12 w 31"/>
                <a:gd name="T5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" h="55">
                  <a:moveTo>
                    <a:pt x="31" y="0"/>
                  </a:moveTo>
                  <a:cubicBezTo>
                    <a:pt x="31" y="0"/>
                    <a:pt x="21" y="32"/>
                    <a:pt x="0" y="43"/>
                  </a:cubicBezTo>
                  <a:cubicBezTo>
                    <a:pt x="0" y="43"/>
                    <a:pt x="9" y="51"/>
                    <a:pt x="12" y="55"/>
                  </a:cubicBezTo>
                </a:path>
              </a:pathLst>
            </a:custGeom>
            <a:noFill/>
            <a:ln w="190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" name="Freeform 142">
              <a:extLst>
                <a:ext uri="{FF2B5EF4-FFF2-40B4-BE49-F238E27FC236}">
                  <a16:creationId xmlns:a16="http://schemas.microsoft.com/office/drawing/2014/main" id="{CC373FFF-6D78-403D-B363-57444A5E7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9463" y="3359271"/>
              <a:ext cx="88547" cy="83181"/>
            </a:xfrm>
            <a:custGeom>
              <a:avLst/>
              <a:gdLst>
                <a:gd name="T0" fmla="*/ 30 w 33"/>
                <a:gd name="T1" fmla="*/ 6 h 31"/>
                <a:gd name="T2" fmla="*/ 32 w 33"/>
                <a:gd name="T3" fmla="*/ 8 h 31"/>
                <a:gd name="T4" fmla="*/ 29 w 33"/>
                <a:gd name="T5" fmla="*/ 20 h 31"/>
                <a:gd name="T6" fmla="*/ 18 w 33"/>
                <a:gd name="T7" fmla="*/ 28 h 31"/>
                <a:gd name="T8" fmla="*/ 5 w 33"/>
                <a:gd name="T9" fmla="*/ 27 h 31"/>
                <a:gd name="T10" fmla="*/ 3 w 33"/>
                <a:gd name="T11" fmla="*/ 25 h 31"/>
                <a:gd name="T12" fmla="*/ 4 w 33"/>
                <a:gd name="T13" fmla="*/ 12 h 31"/>
                <a:gd name="T14" fmla="*/ 15 w 33"/>
                <a:gd name="T15" fmla="*/ 3 h 31"/>
                <a:gd name="T16" fmla="*/ 29 w 33"/>
                <a:gd name="T17" fmla="*/ 4 h 31"/>
                <a:gd name="T18" fmla="*/ 30 w 33"/>
                <a:gd name="T19" fmla="*/ 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31">
                  <a:moveTo>
                    <a:pt x="30" y="6"/>
                  </a:moveTo>
                  <a:cubicBezTo>
                    <a:pt x="31" y="7"/>
                    <a:pt x="31" y="8"/>
                    <a:pt x="32" y="8"/>
                  </a:cubicBezTo>
                  <a:cubicBezTo>
                    <a:pt x="33" y="12"/>
                    <a:pt x="33" y="17"/>
                    <a:pt x="29" y="20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4" y="31"/>
                    <a:pt x="8" y="31"/>
                    <a:pt x="5" y="27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0" y="21"/>
                    <a:pt x="0" y="15"/>
                    <a:pt x="4" y="12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9" y="0"/>
                    <a:pt x="25" y="0"/>
                    <a:pt x="29" y="4"/>
                  </a:cubicBezTo>
                  <a:lnTo>
                    <a:pt x="30" y="6"/>
                  </a:lnTo>
                  <a:close/>
                </a:path>
              </a:pathLst>
            </a:custGeom>
            <a:noFill/>
            <a:ln w="190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" name="Freeform 143">
              <a:extLst>
                <a:ext uri="{FF2B5EF4-FFF2-40B4-BE49-F238E27FC236}">
                  <a16:creationId xmlns:a16="http://schemas.microsoft.com/office/drawing/2014/main" id="{E437F5C5-2076-4F07-9D12-53F1D9092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9967761" y="3380737"/>
              <a:ext cx="110013" cy="99280"/>
            </a:xfrm>
            <a:custGeom>
              <a:avLst/>
              <a:gdLst>
                <a:gd name="T0" fmla="*/ 28 w 41"/>
                <a:gd name="T1" fmla="*/ 0 h 37"/>
                <a:gd name="T2" fmla="*/ 36 w 41"/>
                <a:gd name="T3" fmla="*/ 4 h 37"/>
                <a:gd name="T4" fmla="*/ 37 w 41"/>
                <a:gd name="T5" fmla="*/ 6 h 37"/>
                <a:gd name="T6" fmla="*/ 36 w 41"/>
                <a:gd name="T7" fmla="*/ 19 h 37"/>
                <a:gd name="T8" fmla="*/ 18 w 41"/>
                <a:gd name="T9" fmla="*/ 33 h 37"/>
                <a:gd name="T10" fmla="*/ 5 w 41"/>
                <a:gd name="T11" fmla="*/ 32 h 37"/>
                <a:gd name="T12" fmla="*/ 3 w 41"/>
                <a:gd name="T13" fmla="*/ 30 h 37"/>
                <a:gd name="T14" fmla="*/ 2 w 41"/>
                <a:gd name="T15" fmla="*/ 19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37">
                  <a:moveTo>
                    <a:pt x="28" y="0"/>
                  </a:moveTo>
                  <a:cubicBezTo>
                    <a:pt x="31" y="0"/>
                    <a:pt x="34" y="1"/>
                    <a:pt x="36" y="4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41" y="10"/>
                    <a:pt x="40" y="16"/>
                    <a:pt x="36" y="19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4" y="37"/>
                    <a:pt x="8" y="36"/>
                    <a:pt x="5" y="32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7"/>
                    <a:pt x="0" y="23"/>
                    <a:pt x="2" y="19"/>
                  </a:cubicBezTo>
                </a:path>
              </a:pathLst>
            </a:custGeom>
            <a:noFill/>
            <a:ln w="190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5" name="Freeform 144">
              <a:extLst>
                <a:ext uri="{FF2B5EF4-FFF2-40B4-BE49-F238E27FC236}">
                  <a16:creationId xmlns:a16="http://schemas.microsoft.com/office/drawing/2014/main" id="{F80D2987-63AF-4A9A-B510-FA02F5225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13377" y="3415619"/>
              <a:ext cx="118063" cy="101069"/>
            </a:xfrm>
            <a:custGeom>
              <a:avLst/>
              <a:gdLst>
                <a:gd name="T0" fmla="*/ 36 w 44"/>
                <a:gd name="T1" fmla="*/ 0 h 38"/>
                <a:gd name="T2" fmla="*/ 39 w 44"/>
                <a:gd name="T3" fmla="*/ 2 h 38"/>
                <a:gd name="T4" fmla="*/ 40 w 44"/>
                <a:gd name="T5" fmla="*/ 4 h 38"/>
                <a:gd name="T6" fmla="*/ 39 w 44"/>
                <a:gd name="T7" fmla="*/ 18 h 38"/>
                <a:gd name="T8" fmla="*/ 19 w 44"/>
                <a:gd name="T9" fmla="*/ 34 h 38"/>
                <a:gd name="T10" fmla="*/ 5 w 44"/>
                <a:gd name="T11" fmla="*/ 33 h 38"/>
                <a:gd name="T12" fmla="*/ 4 w 44"/>
                <a:gd name="T13" fmla="*/ 31 h 38"/>
                <a:gd name="T14" fmla="*/ 5 w 44"/>
                <a:gd name="T15" fmla="*/ 1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" h="38">
                  <a:moveTo>
                    <a:pt x="36" y="0"/>
                  </a:moveTo>
                  <a:cubicBezTo>
                    <a:pt x="37" y="0"/>
                    <a:pt x="38" y="1"/>
                    <a:pt x="39" y="2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4" y="8"/>
                    <a:pt x="43" y="14"/>
                    <a:pt x="39" y="18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5" y="38"/>
                    <a:pt x="9" y="37"/>
                    <a:pt x="5" y="33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0" y="27"/>
                    <a:pt x="1" y="21"/>
                    <a:pt x="5" y="17"/>
                  </a:cubicBezTo>
                </a:path>
              </a:pathLst>
            </a:custGeom>
            <a:noFill/>
            <a:ln w="190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6" name="Freeform 145">
              <a:extLst>
                <a:ext uri="{FF2B5EF4-FFF2-40B4-BE49-F238E27FC236}">
                  <a16:creationId xmlns:a16="http://schemas.microsoft.com/office/drawing/2014/main" id="{EC37BC4B-9875-4079-9AF9-23492325B0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75091" y="3482700"/>
              <a:ext cx="80497" cy="58137"/>
            </a:xfrm>
            <a:custGeom>
              <a:avLst/>
              <a:gdLst>
                <a:gd name="T0" fmla="*/ 27 w 30"/>
                <a:gd name="T1" fmla="*/ 0 h 22"/>
                <a:gd name="T2" fmla="*/ 26 w 30"/>
                <a:gd name="T3" fmla="*/ 13 h 22"/>
                <a:gd name="T4" fmla="*/ 18 w 30"/>
                <a:gd name="T5" fmla="*/ 19 h 22"/>
                <a:gd name="T6" fmla="*/ 5 w 30"/>
                <a:gd name="T7" fmla="*/ 18 h 22"/>
                <a:gd name="T8" fmla="*/ 3 w 30"/>
                <a:gd name="T9" fmla="*/ 16 h 22"/>
                <a:gd name="T10" fmla="*/ 4 w 30"/>
                <a:gd name="T11" fmla="*/ 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22">
                  <a:moveTo>
                    <a:pt x="27" y="0"/>
                  </a:moveTo>
                  <a:cubicBezTo>
                    <a:pt x="30" y="4"/>
                    <a:pt x="29" y="10"/>
                    <a:pt x="26" y="13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4" y="22"/>
                    <a:pt x="8" y="22"/>
                    <a:pt x="5" y="18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0" y="12"/>
                    <a:pt x="0" y="6"/>
                    <a:pt x="4" y="3"/>
                  </a:cubicBezTo>
                </a:path>
              </a:pathLst>
            </a:custGeom>
            <a:noFill/>
            <a:ln w="190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pic>
        <p:nvPicPr>
          <p:cNvPr id="77" name="Graphic 76">
            <a:extLst>
              <a:ext uri="{FF2B5EF4-FFF2-40B4-BE49-F238E27FC236}">
                <a16:creationId xmlns:a16="http://schemas.microsoft.com/office/drawing/2014/main" id="{386A3CF5-7F20-4767-921A-CA17C20E9DE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929212" y="3104495"/>
            <a:ext cx="870549" cy="870549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D2958DE-EA0B-47BF-AA6C-53E4D92A4818}"/>
              </a:ext>
            </a:extLst>
          </p:cNvPr>
          <p:cNvGrpSpPr>
            <a:grpSpLocks/>
          </p:cNvGrpSpPr>
          <p:nvPr/>
        </p:nvGrpSpPr>
        <p:grpSpPr>
          <a:xfrm>
            <a:off x="3059742" y="1373675"/>
            <a:ext cx="3962399" cy="278100"/>
            <a:chOff x="4000500" y="2315752"/>
            <a:chExt cx="2026003" cy="278100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3F17BDB-D546-449C-BA87-16391A8FC7C3}"/>
                </a:ext>
              </a:extLst>
            </p:cNvPr>
            <p:cNvCxnSpPr>
              <a:cxnSpLocks/>
            </p:cNvCxnSpPr>
            <p:nvPr/>
          </p:nvCxnSpPr>
          <p:spPr>
            <a:xfrm>
              <a:off x="4000500" y="2593852"/>
              <a:ext cx="195520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B82AC1D-420D-4579-932D-5F999475BD9F}"/>
                </a:ext>
              </a:extLst>
            </p:cNvPr>
            <p:cNvSpPr txBox="1">
              <a:spLocks/>
            </p:cNvSpPr>
            <p:nvPr/>
          </p:nvSpPr>
          <p:spPr>
            <a:xfrm>
              <a:off x="4000500" y="2315752"/>
              <a:ext cx="2026003" cy="215444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>
              <a:lvl1pPr marL="342900" lvl="0" indent="-342900">
                <a:spcBef>
                  <a:spcPct val="20000"/>
                </a:spcBef>
                <a:buFont typeface="Arial" pitchFamily="34" charset="0"/>
                <a:buChar char="•"/>
                <a:defRPr sz="1600"/>
              </a:lvl1pPr>
              <a:lvl2pPr marL="742950" lvl="1" indent="-285750">
                <a:spcBef>
                  <a:spcPct val="20000"/>
                </a:spcBef>
                <a:buFont typeface="Arial" pitchFamily="34" charset="0"/>
                <a:buChar char="–"/>
                <a:defRPr sz="1600"/>
              </a:lvl2pPr>
              <a:lvl3pPr marL="1143000" lvl="2" indent="-228600">
                <a:spcBef>
                  <a:spcPct val="20000"/>
                </a:spcBef>
                <a:buFont typeface="Arial" pitchFamily="34" charset="0"/>
                <a:buChar char="•"/>
                <a:defRPr sz="1600"/>
              </a:lvl3pPr>
              <a:lvl4pPr marL="1600200" lvl="3" indent="-228600">
                <a:spcBef>
                  <a:spcPct val="20000"/>
                </a:spcBef>
                <a:buFont typeface="Arial" pitchFamily="34" charset="0"/>
                <a:buChar char="–"/>
                <a:defRPr sz="1600"/>
              </a:lvl4pPr>
              <a:lvl5pPr marL="2057400" lvl="4" indent="-228600">
                <a:spcBef>
                  <a:spcPct val="20000"/>
                </a:spcBef>
                <a:buFont typeface="Arial" pitchFamily="34" charset="0"/>
                <a:buChar char="»"/>
                <a:defRPr sz="1600"/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marL="0" indent="0">
                <a:buNone/>
              </a:pPr>
              <a:r>
                <a:rPr lang="ru-RU" sz="1400" b="1" dirty="0">
                  <a:sym typeface="+mn-lt"/>
                </a:rPr>
                <a:t>Сделано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683B1CF-23B1-496F-9C06-489323854A2B}"/>
              </a:ext>
            </a:extLst>
          </p:cNvPr>
          <p:cNvGrpSpPr>
            <a:grpSpLocks/>
          </p:cNvGrpSpPr>
          <p:nvPr/>
        </p:nvGrpSpPr>
        <p:grpSpPr>
          <a:xfrm>
            <a:off x="7118494" y="1373675"/>
            <a:ext cx="3573214" cy="278100"/>
            <a:chOff x="4000500" y="2315752"/>
            <a:chExt cx="2026003" cy="278100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84B67D0-2DE8-4CAB-A0D1-102B0C9F283F}"/>
                </a:ext>
              </a:extLst>
            </p:cNvPr>
            <p:cNvCxnSpPr>
              <a:cxnSpLocks/>
            </p:cNvCxnSpPr>
            <p:nvPr/>
          </p:nvCxnSpPr>
          <p:spPr>
            <a:xfrm>
              <a:off x="4000500" y="2593852"/>
              <a:ext cx="194192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0657BFB-4CB4-4A70-9634-EE7344EAFD78}"/>
                </a:ext>
              </a:extLst>
            </p:cNvPr>
            <p:cNvSpPr txBox="1">
              <a:spLocks/>
            </p:cNvSpPr>
            <p:nvPr/>
          </p:nvSpPr>
          <p:spPr>
            <a:xfrm>
              <a:off x="4000500" y="2315752"/>
              <a:ext cx="2026003" cy="215444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>
              <a:lvl1pPr marL="342900" lvl="0" indent="-342900">
                <a:spcBef>
                  <a:spcPct val="20000"/>
                </a:spcBef>
                <a:buFont typeface="Arial" pitchFamily="34" charset="0"/>
                <a:buChar char="•"/>
                <a:defRPr sz="1600"/>
              </a:lvl1pPr>
              <a:lvl2pPr marL="742950" lvl="1" indent="-285750">
                <a:spcBef>
                  <a:spcPct val="20000"/>
                </a:spcBef>
                <a:buFont typeface="Arial" pitchFamily="34" charset="0"/>
                <a:buChar char="–"/>
                <a:defRPr sz="1600"/>
              </a:lvl2pPr>
              <a:lvl3pPr marL="1143000" lvl="2" indent="-228600">
                <a:spcBef>
                  <a:spcPct val="20000"/>
                </a:spcBef>
                <a:buFont typeface="Arial" pitchFamily="34" charset="0"/>
                <a:buChar char="•"/>
                <a:defRPr sz="1600"/>
              </a:lvl3pPr>
              <a:lvl4pPr marL="1600200" lvl="3" indent="-228600">
                <a:spcBef>
                  <a:spcPct val="20000"/>
                </a:spcBef>
                <a:buFont typeface="Arial" pitchFamily="34" charset="0"/>
                <a:buChar char="–"/>
                <a:defRPr sz="1600"/>
              </a:lvl4pPr>
              <a:lvl5pPr marL="2057400" lvl="4" indent="-228600">
                <a:spcBef>
                  <a:spcPct val="20000"/>
                </a:spcBef>
                <a:buFont typeface="Arial" pitchFamily="34" charset="0"/>
                <a:buChar char="»"/>
                <a:defRPr sz="1600"/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marL="0" indent="0">
                <a:buNone/>
              </a:pPr>
              <a:r>
                <a:rPr lang="ru-RU" sz="1400" b="1" dirty="0">
                  <a:sym typeface="+mn-lt"/>
                </a:rPr>
                <a:t>Планируется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B8B823C-B542-4F34-9687-B9351101B0A0}"/>
              </a:ext>
            </a:extLst>
          </p:cNvPr>
          <p:cNvSpPr txBox="1">
            <a:spLocks/>
          </p:cNvSpPr>
          <p:nvPr/>
        </p:nvSpPr>
        <p:spPr>
          <a:xfrm>
            <a:off x="642764" y="1896365"/>
            <a:ext cx="2508646" cy="4924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>
                <a:solidFill>
                  <a:schemeClr val="bg1"/>
                </a:solidFill>
                <a:latin typeface="Arial Black" panose="020B0A04020102020204" pitchFamily="34" charset="0"/>
              </a:rPr>
              <a:t>Технические</a:t>
            </a:r>
            <a:br>
              <a:rPr lang="en-US" sz="16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sz="1600" dirty="0">
                <a:solidFill>
                  <a:schemeClr val="bg1"/>
                </a:solidFill>
                <a:latin typeface="Arial Black" panose="020B0A04020102020204" pitchFamily="34" charset="0"/>
              </a:rPr>
              <a:t>аспекты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2BDE27-B0C6-4800-AB46-F6E61540D961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3059742" y="1751401"/>
            <a:ext cx="3962399" cy="255198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spcBef>
                <a:spcPts val="800"/>
              </a:spcBef>
            </a:pPr>
            <a:r>
              <a:rPr lang="ru-RU" sz="1200" dirty="0">
                <a:cs typeface="Times New Roman" panose="02020603050405020304" pitchFamily="18" charset="0"/>
              </a:rPr>
              <a:t>Выбраны </a:t>
            </a:r>
            <a:r>
              <a:rPr lang="ru-RU" sz="1200" b="1" dirty="0">
                <a:cs typeface="Times New Roman" panose="02020603050405020304" pitchFamily="18" charset="0"/>
              </a:rPr>
              <a:t>44</a:t>
            </a:r>
            <a:r>
              <a:rPr lang="ru-RU" sz="12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ru-RU" sz="1200" dirty="0">
                <a:cs typeface="Times New Roman" panose="02020603050405020304" pitchFamily="18" charset="0"/>
              </a:rPr>
              <a:t>решения на основе </a:t>
            </a:r>
            <a:r>
              <a:rPr lang="ru-RU" sz="1200" b="1" dirty="0">
                <a:cs typeface="Times New Roman" panose="02020603050405020304" pitchFamily="18" charset="0"/>
              </a:rPr>
              <a:t>анализа лучших международных практик</a:t>
            </a:r>
            <a:endParaRPr lang="ru-RU" sz="1200" dirty="0">
              <a:cs typeface="Times New Roman" panose="02020603050405020304" pitchFamily="18" charset="0"/>
            </a:endParaRPr>
          </a:p>
          <a:p>
            <a:pPr lvl="1">
              <a:spcBef>
                <a:spcPts val="800"/>
              </a:spcBef>
            </a:pPr>
            <a:r>
              <a:rPr lang="ru-RU" sz="1200" dirty="0">
                <a:cs typeface="Times New Roman" panose="02020603050405020304" pitchFamily="18" charset="0"/>
              </a:rPr>
              <a:t>Проведен анализ </a:t>
            </a:r>
            <a:r>
              <a:rPr lang="ru-RU" sz="1200" b="1" dirty="0">
                <a:cs typeface="Times New Roman" panose="02020603050405020304" pitchFamily="18" charset="0"/>
              </a:rPr>
              <a:t>готовности инфраструктуры на внедрение решений:</a:t>
            </a:r>
          </a:p>
          <a:p>
            <a:pPr lvl="2">
              <a:spcBef>
                <a:spcPts val="800"/>
              </a:spcBef>
            </a:pPr>
            <a:r>
              <a:rPr lang="ru-RU" sz="1200" b="1" dirty="0">
                <a:cs typeface="Times New Roman" panose="02020603050405020304" pitchFamily="18" charset="0"/>
              </a:rPr>
              <a:t>1</a:t>
            </a:r>
            <a:r>
              <a:rPr lang="en-US" sz="1200" b="1" dirty="0">
                <a:cs typeface="Times New Roman" panose="02020603050405020304" pitchFamily="18" charset="0"/>
              </a:rPr>
              <a:t>2</a:t>
            </a:r>
            <a:r>
              <a:rPr lang="ru-RU" sz="12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ru-RU" sz="1200" b="1" dirty="0">
                <a:cs typeface="Times New Roman" panose="02020603050405020304" pitchFamily="18" charset="0"/>
              </a:rPr>
              <a:t>решений </a:t>
            </a:r>
            <a:r>
              <a:rPr lang="ru-RU" sz="1200" dirty="0">
                <a:cs typeface="Times New Roman" panose="02020603050405020304" pitchFamily="18" charset="0"/>
              </a:rPr>
              <a:t>технически</a:t>
            </a:r>
            <a:r>
              <a:rPr lang="ru-RU" sz="1200" b="1" dirty="0">
                <a:cs typeface="Times New Roman" panose="02020603050405020304" pitchFamily="18" charset="0"/>
              </a:rPr>
              <a:t> </a:t>
            </a:r>
            <a:r>
              <a:rPr lang="ru-RU" sz="1200" dirty="0">
                <a:cs typeface="Times New Roman" panose="02020603050405020304" pitchFamily="18" charset="0"/>
              </a:rPr>
              <a:t>готовы к пилотированию</a:t>
            </a:r>
          </a:p>
          <a:p>
            <a:pPr lvl="2">
              <a:spcBef>
                <a:spcPts val="800"/>
              </a:spcBef>
            </a:pPr>
            <a:r>
              <a:rPr lang="en-US" sz="1200" b="1" dirty="0">
                <a:cs typeface="Times New Roman" panose="02020603050405020304" pitchFamily="18" charset="0"/>
              </a:rPr>
              <a:t>12</a:t>
            </a:r>
            <a:r>
              <a:rPr lang="ru-RU" sz="1200" b="1" dirty="0">
                <a:cs typeface="Times New Roman" panose="02020603050405020304" pitchFamily="18" charset="0"/>
              </a:rPr>
              <a:t> решений </a:t>
            </a:r>
            <a:r>
              <a:rPr lang="ru-RU" sz="1200" dirty="0">
                <a:cs typeface="Times New Roman" panose="02020603050405020304" pitchFamily="18" charset="0"/>
              </a:rPr>
              <a:t>требуют проработки</a:t>
            </a:r>
          </a:p>
          <a:p>
            <a:pPr lvl="2">
              <a:spcBef>
                <a:spcPts val="800"/>
              </a:spcBef>
            </a:pPr>
            <a:r>
              <a:rPr lang="ru-RU" sz="1200" b="1" dirty="0">
                <a:cs typeface="Times New Roman" panose="02020603050405020304" pitchFamily="18" charset="0"/>
              </a:rPr>
              <a:t>20 решений </a:t>
            </a:r>
            <a:r>
              <a:rPr lang="ru-RU" sz="1200" dirty="0">
                <a:cs typeface="Times New Roman" panose="02020603050405020304" pitchFamily="18" charset="0"/>
              </a:rPr>
              <a:t>отложены</a:t>
            </a:r>
          </a:p>
          <a:p>
            <a:pPr lvl="1">
              <a:spcBef>
                <a:spcPts val="800"/>
              </a:spcBef>
            </a:pPr>
            <a:r>
              <a:rPr lang="ru-RU" sz="1200" dirty="0"/>
              <a:t>Выявлена </a:t>
            </a:r>
            <a:r>
              <a:rPr lang="ru-RU" sz="1200" b="1" dirty="0"/>
              <a:t>необходимость доработки </a:t>
            </a:r>
            <a:br>
              <a:rPr lang="ru-RU" sz="1200" b="1" dirty="0"/>
            </a:br>
            <a:r>
              <a:rPr lang="ru-RU" sz="1200" b="1" dirty="0"/>
              <a:t>4+ информационных систем</a:t>
            </a:r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D8770D-4C5B-484F-97F7-9FBD58366EC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7118494" y="1751401"/>
            <a:ext cx="3573214" cy="19441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spcBef>
                <a:spcPts val="800"/>
              </a:spcBef>
            </a:pPr>
            <a:r>
              <a:rPr lang="ru-RU" sz="1200" dirty="0"/>
              <a:t>Получить </a:t>
            </a:r>
            <a:r>
              <a:rPr lang="ru-RU" sz="1200" b="1" dirty="0"/>
              <a:t>технические требования </a:t>
            </a:r>
            <a:br>
              <a:rPr lang="ru-RU" sz="1200" b="1" dirty="0"/>
            </a:br>
            <a:r>
              <a:rPr lang="ru-RU" sz="1200" dirty="0"/>
              <a:t>от</a:t>
            </a:r>
            <a:r>
              <a:rPr lang="ru-RU" sz="1200" b="1" dirty="0"/>
              <a:t> операторов</a:t>
            </a:r>
            <a:r>
              <a:rPr lang="ru-RU" sz="1200" dirty="0"/>
              <a:t> для реализации коммерческих решений </a:t>
            </a:r>
          </a:p>
          <a:p>
            <a:pPr lvl="1">
              <a:spcBef>
                <a:spcPts val="800"/>
              </a:spcBef>
            </a:pPr>
            <a:r>
              <a:rPr lang="ru-RU" sz="1200" b="1" dirty="0"/>
              <a:t>Проанализировать рынок</a:t>
            </a:r>
            <a:r>
              <a:rPr lang="ru-RU" sz="1200" dirty="0"/>
              <a:t> и </a:t>
            </a:r>
            <a:r>
              <a:rPr lang="ru-RU" sz="1200" b="1" dirty="0"/>
              <a:t>предложить варианты </a:t>
            </a:r>
            <a:r>
              <a:rPr lang="ru-RU" sz="1200" dirty="0"/>
              <a:t>для реализации </a:t>
            </a:r>
            <a:r>
              <a:rPr lang="ru-RU" sz="1200" b="1" dirty="0"/>
              <a:t>12 решений</a:t>
            </a:r>
            <a:r>
              <a:rPr lang="ru-RU" sz="1200" baseline="30000" dirty="0">
                <a:cs typeface="Times New Roman" panose="02020603050405020304" pitchFamily="18" charset="0"/>
              </a:rPr>
              <a:t>1</a:t>
            </a:r>
            <a:r>
              <a:rPr lang="ru-RU" sz="1200" dirty="0">
                <a:cs typeface="Times New Roman" panose="02020603050405020304" pitchFamily="18" charset="0"/>
              </a:rPr>
              <a:t> </a:t>
            </a:r>
            <a:r>
              <a:rPr lang="ru-RU" sz="1200" b="1" dirty="0"/>
              <a:t> </a:t>
            </a:r>
          </a:p>
          <a:p>
            <a:pPr lvl="1">
              <a:spcBef>
                <a:spcPts val="800"/>
              </a:spcBef>
            </a:pPr>
            <a:r>
              <a:rPr lang="ru-RU" sz="1200" b="1" dirty="0"/>
              <a:t>Доработать информационные системы </a:t>
            </a:r>
            <a:r>
              <a:rPr lang="ru-RU" sz="1200" dirty="0"/>
              <a:t>(АСУПР, ИИСНО, АСУ ОДС, ЕиРЦ)</a:t>
            </a:r>
            <a:endParaRPr lang="ru-RU" sz="1200" b="1" dirty="0">
              <a:solidFill>
                <a:schemeClr val="tx2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956F25-BE51-4AF8-B370-2DA27363E01D}"/>
              </a:ext>
            </a:extLst>
          </p:cNvPr>
          <p:cNvSpPr txBox="1">
            <a:spLocks/>
          </p:cNvSpPr>
          <p:nvPr/>
        </p:nvSpPr>
        <p:spPr>
          <a:xfrm>
            <a:off x="642764" y="4470827"/>
            <a:ext cx="2508646" cy="4924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>
                <a:solidFill>
                  <a:schemeClr val="bg1"/>
                </a:solidFill>
                <a:latin typeface="Arial Black" panose="020B0A04020102020204" pitchFamily="34" charset="0"/>
              </a:rPr>
              <a:t>Организационные</a:t>
            </a:r>
            <a:br>
              <a:rPr lang="ru-RU" sz="16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sz="1600" dirty="0">
                <a:solidFill>
                  <a:schemeClr val="bg1"/>
                </a:solidFill>
                <a:latin typeface="Arial Black" panose="020B0A04020102020204" pitchFamily="34" charset="0"/>
              </a:rPr>
              <a:t>аспекты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2C600B-F347-4BA4-87DC-EA1B416049ED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3059742" y="4514651"/>
            <a:ext cx="3962399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spcBef>
                <a:spcPts val="800"/>
              </a:spcBef>
            </a:pPr>
            <a:r>
              <a:rPr lang="ru-RU" sz="1200" dirty="0">
                <a:cs typeface="Times New Roman" panose="02020603050405020304" pitchFamily="18" charset="0"/>
              </a:rPr>
              <a:t>В проект вовлечено</a:t>
            </a:r>
            <a:r>
              <a:rPr lang="ru-RU" sz="1200" b="1" dirty="0">
                <a:cs typeface="Times New Roman" panose="02020603050405020304" pitchFamily="18" charset="0"/>
              </a:rPr>
              <a:t> 5  Департаментов</a:t>
            </a:r>
            <a:r>
              <a:rPr lang="ru-RU" sz="1200" dirty="0">
                <a:cs typeface="Times New Roman" panose="02020603050405020304" pitchFamily="18" charset="0"/>
              </a:rPr>
              <a:t>, </a:t>
            </a:r>
            <a:br>
              <a:rPr lang="ru-RU" sz="1200" dirty="0">
                <a:cs typeface="Times New Roman" panose="02020603050405020304" pitchFamily="18" charset="0"/>
              </a:rPr>
            </a:br>
            <a:r>
              <a:rPr lang="ru-RU" sz="1200" b="1" dirty="0">
                <a:cs typeface="Times New Roman" panose="02020603050405020304" pitchFamily="18" charset="0"/>
              </a:rPr>
              <a:t>12 подведомственных организаций</a:t>
            </a:r>
            <a:r>
              <a:rPr lang="ru-RU" sz="1200" b="1" dirty="0"/>
              <a:t> </a:t>
            </a:r>
            <a:r>
              <a:rPr lang="ru-RU" sz="1200" dirty="0"/>
              <a:t>для</a:t>
            </a:r>
            <a:r>
              <a:rPr lang="en-US" sz="1200" dirty="0"/>
              <a:t> </a:t>
            </a:r>
            <a:r>
              <a:rPr lang="ru-RU" sz="1200" dirty="0"/>
              <a:t>проработки решений и </a:t>
            </a:r>
            <a:r>
              <a:rPr lang="ru-RU" sz="1200" b="1" dirty="0">
                <a:cs typeface="Times New Roman" panose="02020603050405020304" pitchFamily="18" charset="0"/>
              </a:rPr>
              <a:t>12 операторов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16C305-BB9E-4DA1-A71A-2F80406926B3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131644" y="4514651"/>
            <a:ext cx="3560064" cy="163121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spcBef>
                <a:spcPts val="800"/>
              </a:spcBef>
            </a:pPr>
            <a:r>
              <a:rPr lang="ru-RU" sz="1200" dirty="0">
                <a:cs typeface="Times New Roman" panose="02020603050405020304" pitchFamily="18" charset="0"/>
              </a:rPr>
              <a:t>Определить </a:t>
            </a:r>
            <a:r>
              <a:rPr lang="ru-RU" sz="1200" b="1" dirty="0">
                <a:cs typeface="Times New Roman" panose="02020603050405020304" pitchFamily="18" charset="0"/>
              </a:rPr>
              <a:t>балансовую принадлежность и оперативное управление инфраструктурой</a:t>
            </a:r>
            <a:endParaRPr lang="ru-RU" sz="1200" b="1" dirty="0">
              <a:solidFill>
                <a:schemeClr val="tx2"/>
              </a:solidFill>
              <a:cs typeface="Times New Roman" panose="02020603050405020304" pitchFamily="18" charset="0"/>
            </a:endParaRPr>
          </a:p>
          <a:p>
            <a:pPr lvl="2">
              <a:spcBef>
                <a:spcPts val="300"/>
              </a:spcBef>
            </a:pPr>
            <a:r>
              <a:rPr lang="ru-RU" sz="1200" dirty="0"/>
              <a:t>Передать </a:t>
            </a:r>
            <a:r>
              <a:rPr lang="ru-RU" sz="1200" b="1" dirty="0"/>
              <a:t>инфраструктуру связи </a:t>
            </a:r>
            <a:r>
              <a:rPr lang="ru-RU" sz="1200" dirty="0"/>
              <a:t>на </a:t>
            </a:r>
            <a:r>
              <a:rPr lang="ru-RU" sz="1200" b="1" dirty="0"/>
              <a:t>баланс города</a:t>
            </a:r>
          </a:p>
          <a:p>
            <a:pPr lvl="2">
              <a:spcBef>
                <a:spcPts val="300"/>
              </a:spcBef>
            </a:pPr>
            <a:r>
              <a:rPr lang="ru-RU" sz="1200" b="1" dirty="0"/>
              <a:t>Повысить уровень сотрудников</a:t>
            </a:r>
            <a:r>
              <a:rPr lang="ru-RU" sz="1200" dirty="0"/>
              <a:t>, обеспечивающих обслуживание умных решений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501A07A-2067-4AD4-90F6-123DC87ECD0E}"/>
              </a:ext>
            </a:extLst>
          </p:cNvPr>
          <p:cNvGrpSpPr>
            <a:grpSpLocks/>
          </p:cNvGrpSpPr>
          <p:nvPr/>
        </p:nvGrpSpPr>
        <p:grpSpPr>
          <a:xfrm>
            <a:off x="10796973" y="1373675"/>
            <a:ext cx="3573214" cy="278100"/>
            <a:chOff x="4000500" y="2315752"/>
            <a:chExt cx="2026003" cy="278100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3BFEEAE-A053-4B7F-9F92-F24277B263DC}"/>
                </a:ext>
              </a:extLst>
            </p:cNvPr>
            <p:cNvCxnSpPr>
              <a:cxnSpLocks/>
            </p:cNvCxnSpPr>
            <p:nvPr/>
          </p:nvCxnSpPr>
          <p:spPr>
            <a:xfrm>
              <a:off x="4000500" y="2593852"/>
              <a:ext cx="47644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64F074F-D0AF-4134-8CCB-8C2EB13CF93E}"/>
                </a:ext>
              </a:extLst>
            </p:cNvPr>
            <p:cNvSpPr txBox="1">
              <a:spLocks/>
            </p:cNvSpPr>
            <p:nvPr/>
          </p:nvSpPr>
          <p:spPr>
            <a:xfrm>
              <a:off x="4000500" y="2315752"/>
              <a:ext cx="2026003" cy="215444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>
              <a:lvl1pPr marL="342900" lvl="0" indent="-342900">
                <a:spcBef>
                  <a:spcPct val="20000"/>
                </a:spcBef>
                <a:buFont typeface="Arial" pitchFamily="34" charset="0"/>
                <a:buChar char="•"/>
                <a:defRPr sz="1600"/>
              </a:lvl1pPr>
              <a:lvl2pPr marL="742950" lvl="1" indent="-285750">
                <a:spcBef>
                  <a:spcPct val="20000"/>
                </a:spcBef>
                <a:buFont typeface="Arial" pitchFamily="34" charset="0"/>
                <a:buChar char="–"/>
                <a:defRPr sz="1600"/>
              </a:lvl2pPr>
              <a:lvl3pPr marL="1143000" lvl="2" indent="-228600">
                <a:spcBef>
                  <a:spcPct val="20000"/>
                </a:spcBef>
                <a:buFont typeface="Arial" pitchFamily="34" charset="0"/>
                <a:buChar char="•"/>
                <a:defRPr sz="1600"/>
              </a:lvl3pPr>
              <a:lvl4pPr marL="1600200" lvl="3" indent="-228600">
                <a:spcBef>
                  <a:spcPct val="20000"/>
                </a:spcBef>
                <a:buFont typeface="Arial" pitchFamily="34" charset="0"/>
                <a:buChar char="–"/>
                <a:defRPr sz="1600"/>
              </a:lvl4pPr>
              <a:lvl5pPr marL="2057400" lvl="4" indent="-228600">
                <a:spcBef>
                  <a:spcPct val="20000"/>
                </a:spcBef>
                <a:buFont typeface="Arial" pitchFamily="34" charset="0"/>
                <a:buChar char="»"/>
                <a:defRPr sz="1600"/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marL="0" indent="0">
                <a:buNone/>
              </a:pPr>
              <a:r>
                <a:rPr lang="ru-RU" sz="1400" b="1" dirty="0">
                  <a:sym typeface="+mn-lt"/>
                </a:rPr>
                <a:t>Срок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062BB1C-B3C8-4353-851E-C57D9D88CB51}"/>
              </a:ext>
            </a:extLst>
          </p:cNvPr>
          <p:cNvSpPr txBox="1"/>
          <p:nvPr/>
        </p:nvSpPr>
        <p:spPr>
          <a:xfrm>
            <a:off x="10797760" y="2467167"/>
            <a:ext cx="839504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28.06.21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6AA105-E40E-4CA2-9490-06A76022F081}"/>
              </a:ext>
            </a:extLst>
          </p:cNvPr>
          <p:cNvSpPr txBox="1"/>
          <p:nvPr/>
        </p:nvSpPr>
        <p:spPr>
          <a:xfrm>
            <a:off x="10797760" y="1774073"/>
            <a:ext cx="839504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31.05.21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3AA764-AB39-4D10-90A8-530903CF6A80}"/>
              </a:ext>
            </a:extLst>
          </p:cNvPr>
          <p:cNvSpPr txBox="1"/>
          <p:nvPr/>
        </p:nvSpPr>
        <p:spPr>
          <a:xfrm>
            <a:off x="10797366" y="3137593"/>
            <a:ext cx="839504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01.04.22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DD5AA15-BCDD-4118-9EA5-F51990FD4EED}"/>
              </a:ext>
            </a:extLst>
          </p:cNvPr>
          <p:cNvSpPr txBox="1"/>
          <p:nvPr/>
        </p:nvSpPr>
        <p:spPr>
          <a:xfrm>
            <a:off x="10787404" y="4523573"/>
            <a:ext cx="839504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01.12.21</a:t>
            </a:r>
          </a:p>
        </p:txBody>
      </p:sp>
      <p:sp>
        <p:nvSpPr>
          <p:cNvPr id="60" name="4. Footnote">
            <a:extLst>
              <a:ext uri="{FF2B5EF4-FFF2-40B4-BE49-F238E27FC236}">
                <a16:creationId xmlns:a16="http://schemas.microsoft.com/office/drawing/2014/main" id="{CC72A88B-A5AC-4857-9061-5E05802B29B3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marL="219075" lvl="0" indent="-228600">
              <a:buAutoNum type="arabicPeriod"/>
            </a:pPr>
            <a:r>
              <a:rPr lang="ru-RU" dirty="0">
                <a:cs typeface="+mn-cs"/>
                <a:sym typeface="+mn-lt"/>
              </a:rPr>
              <a:t>Количество решений для проработки может быть скорректировано по итогам исследования на востребованность жителями</a:t>
            </a:r>
            <a:endParaRPr lang="ru-RU" dirty="0"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78371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 hidden="1">
            <a:extLst>
              <a:ext uri="{FF2B5EF4-FFF2-40B4-BE49-F238E27FC236}">
                <a16:creationId xmlns:a16="http://schemas.microsoft.com/office/drawing/2014/main" id="{0B374BC3-5AA8-4495-84FF-4941C9EC19C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728049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0B374BC3-5AA8-4495-84FF-4941C9EC19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Rectangle: Top Corners Rounded 50">
            <a:extLst>
              <a:ext uri="{FF2B5EF4-FFF2-40B4-BE49-F238E27FC236}">
                <a16:creationId xmlns:a16="http://schemas.microsoft.com/office/drawing/2014/main" id="{AE316973-5B4A-4673-82C4-3A28A45C6171}"/>
              </a:ext>
            </a:extLst>
          </p:cNvPr>
          <p:cNvSpPr/>
          <p:nvPr/>
        </p:nvSpPr>
        <p:spPr>
          <a:xfrm rot="5400000">
            <a:off x="-395783" y="2724590"/>
            <a:ext cx="4290221" cy="2389187"/>
          </a:xfrm>
          <a:prstGeom prst="round2SameRect">
            <a:avLst>
              <a:gd name="adj1" fmla="val 8085"/>
              <a:gd name="adj2" fmla="val 0"/>
            </a:avLst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63ED38D2-75C3-4D27-AED0-15D0EB141B88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565178"/>
            <a:ext cx="11082528" cy="33855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Статус работ по внедрению решений</a:t>
            </a:r>
            <a:r>
              <a:rPr lang="en-US" dirty="0"/>
              <a:t> </a:t>
            </a:r>
            <a:r>
              <a:rPr lang="ru-RU" dirty="0"/>
              <a:t>умного дома </a:t>
            </a:r>
            <a:r>
              <a:rPr lang="en-US" dirty="0"/>
              <a:t>(</a:t>
            </a:r>
            <a:r>
              <a:rPr lang="ru-RU" dirty="0"/>
              <a:t>2</a:t>
            </a:r>
            <a:r>
              <a:rPr lang="en-US" dirty="0"/>
              <a:t>/</a:t>
            </a:r>
            <a:r>
              <a:rPr lang="ru-RU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3. Subtitle" hidden="1">
            <a:extLst>
              <a:ext uri="{FF2B5EF4-FFF2-40B4-BE49-F238E27FC236}">
                <a16:creationId xmlns:a16="http://schemas.microsoft.com/office/drawing/2014/main" id="{0B00972E-83DA-406B-B107-6278BABDECD8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1. On-page tracker" hidden="1">
            <a:extLst>
              <a:ext uri="{FF2B5EF4-FFF2-40B4-BE49-F238E27FC236}">
                <a16:creationId xmlns:a16="http://schemas.microsoft.com/office/drawing/2014/main" id="{018054BB-F240-4C6D-9E1A-1BAB757A8EB2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p:cxnSp>
        <p:nvCxnSpPr>
          <p:cNvPr id="13" name="LineContentSeparatorDefault 13">
            <a:extLst>
              <a:ext uri="{FF2B5EF4-FFF2-40B4-BE49-F238E27FC236}">
                <a16:creationId xmlns:a16="http://schemas.microsoft.com/office/drawing/2014/main" id="{22D8CB64-292E-4844-9E7D-A53EF89A55FE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3059742" y="4375271"/>
            <a:ext cx="8575046" cy="0"/>
          </a:xfrm>
          <a:prstGeom prst="straightConnector1">
            <a:avLst/>
          </a:prstGeom>
          <a:ln w="6350" cap="sq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LineContentSeparatorDefault 13">
            <a:extLst>
              <a:ext uri="{FF2B5EF4-FFF2-40B4-BE49-F238E27FC236}">
                <a16:creationId xmlns:a16="http://schemas.microsoft.com/office/drawing/2014/main" id="{EBD145D5-80DD-4E4C-ACF1-86E9BE94989D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63545" y="4375271"/>
            <a:ext cx="2098509" cy="0"/>
          </a:xfrm>
          <a:prstGeom prst="straightConnector1">
            <a:avLst/>
          </a:prstGeom>
          <a:ln w="6350" cap="sq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AD2958DE-EA0B-47BF-AA6C-53E4D92A4818}"/>
              </a:ext>
            </a:extLst>
          </p:cNvPr>
          <p:cNvGrpSpPr>
            <a:grpSpLocks/>
          </p:cNvGrpSpPr>
          <p:nvPr/>
        </p:nvGrpSpPr>
        <p:grpSpPr>
          <a:xfrm>
            <a:off x="3059742" y="1373675"/>
            <a:ext cx="3962399" cy="278100"/>
            <a:chOff x="4000500" y="2315752"/>
            <a:chExt cx="2026003" cy="278100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3F17BDB-D546-449C-BA87-16391A8FC7C3}"/>
                </a:ext>
              </a:extLst>
            </p:cNvPr>
            <p:cNvCxnSpPr>
              <a:cxnSpLocks/>
            </p:cNvCxnSpPr>
            <p:nvPr/>
          </p:nvCxnSpPr>
          <p:spPr>
            <a:xfrm>
              <a:off x="4000500" y="2593852"/>
              <a:ext cx="195520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B82AC1D-420D-4579-932D-5F999475BD9F}"/>
                </a:ext>
              </a:extLst>
            </p:cNvPr>
            <p:cNvSpPr txBox="1">
              <a:spLocks/>
            </p:cNvSpPr>
            <p:nvPr/>
          </p:nvSpPr>
          <p:spPr>
            <a:xfrm>
              <a:off x="4000500" y="2315752"/>
              <a:ext cx="2026003" cy="215444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>
              <a:lvl1pPr marL="342900" lvl="0" indent="-342900">
                <a:spcBef>
                  <a:spcPct val="20000"/>
                </a:spcBef>
                <a:buFont typeface="Arial" pitchFamily="34" charset="0"/>
                <a:buChar char="•"/>
                <a:defRPr sz="1600"/>
              </a:lvl1pPr>
              <a:lvl2pPr marL="742950" lvl="1" indent="-285750">
                <a:spcBef>
                  <a:spcPct val="20000"/>
                </a:spcBef>
                <a:buFont typeface="Arial" pitchFamily="34" charset="0"/>
                <a:buChar char="–"/>
                <a:defRPr sz="1600"/>
              </a:lvl2pPr>
              <a:lvl3pPr marL="1143000" lvl="2" indent="-228600">
                <a:spcBef>
                  <a:spcPct val="20000"/>
                </a:spcBef>
                <a:buFont typeface="Arial" pitchFamily="34" charset="0"/>
                <a:buChar char="•"/>
                <a:defRPr sz="1600"/>
              </a:lvl3pPr>
              <a:lvl4pPr marL="1600200" lvl="3" indent="-228600">
                <a:spcBef>
                  <a:spcPct val="20000"/>
                </a:spcBef>
                <a:buFont typeface="Arial" pitchFamily="34" charset="0"/>
                <a:buChar char="–"/>
                <a:defRPr sz="1600"/>
              </a:lvl4pPr>
              <a:lvl5pPr marL="2057400" lvl="4" indent="-228600">
                <a:spcBef>
                  <a:spcPct val="20000"/>
                </a:spcBef>
                <a:buFont typeface="Arial" pitchFamily="34" charset="0"/>
                <a:buChar char="»"/>
                <a:defRPr sz="1600"/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marL="0" indent="0">
                <a:buNone/>
              </a:pPr>
              <a:r>
                <a:rPr lang="ru-RU" sz="1400" b="1" dirty="0">
                  <a:sym typeface="+mn-lt"/>
                </a:rPr>
                <a:t>Сделано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683B1CF-23B1-496F-9C06-489323854A2B}"/>
              </a:ext>
            </a:extLst>
          </p:cNvPr>
          <p:cNvGrpSpPr>
            <a:grpSpLocks/>
          </p:cNvGrpSpPr>
          <p:nvPr/>
        </p:nvGrpSpPr>
        <p:grpSpPr>
          <a:xfrm>
            <a:off x="7118494" y="1373675"/>
            <a:ext cx="3573214" cy="278100"/>
            <a:chOff x="4000500" y="2315752"/>
            <a:chExt cx="2026003" cy="278100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84B67D0-2DE8-4CAB-A0D1-102B0C9F283F}"/>
                </a:ext>
              </a:extLst>
            </p:cNvPr>
            <p:cNvCxnSpPr>
              <a:cxnSpLocks/>
            </p:cNvCxnSpPr>
            <p:nvPr/>
          </p:nvCxnSpPr>
          <p:spPr>
            <a:xfrm>
              <a:off x="4000500" y="2593852"/>
              <a:ext cx="194192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0657BFB-4CB4-4A70-9634-EE7344EAFD78}"/>
                </a:ext>
              </a:extLst>
            </p:cNvPr>
            <p:cNvSpPr txBox="1">
              <a:spLocks/>
            </p:cNvSpPr>
            <p:nvPr/>
          </p:nvSpPr>
          <p:spPr>
            <a:xfrm>
              <a:off x="4000500" y="2315752"/>
              <a:ext cx="2026003" cy="215444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>
              <a:lvl1pPr marL="342900" lvl="0" indent="-342900">
                <a:spcBef>
                  <a:spcPct val="20000"/>
                </a:spcBef>
                <a:buFont typeface="Arial" pitchFamily="34" charset="0"/>
                <a:buChar char="•"/>
                <a:defRPr sz="1600"/>
              </a:lvl1pPr>
              <a:lvl2pPr marL="742950" lvl="1" indent="-285750">
                <a:spcBef>
                  <a:spcPct val="20000"/>
                </a:spcBef>
                <a:buFont typeface="Arial" pitchFamily="34" charset="0"/>
                <a:buChar char="–"/>
                <a:defRPr sz="1600"/>
              </a:lvl2pPr>
              <a:lvl3pPr marL="1143000" lvl="2" indent="-228600">
                <a:spcBef>
                  <a:spcPct val="20000"/>
                </a:spcBef>
                <a:buFont typeface="Arial" pitchFamily="34" charset="0"/>
                <a:buChar char="•"/>
                <a:defRPr sz="1600"/>
              </a:lvl3pPr>
              <a:lvl4pPr marL="1600200" lvl="3" indent="-228600">
                <a:spcBef>
                  <a:spcPct val="20000"/>
                </a:spcBef>
                <a:buFont typeface="Arial" pitchFamily="34" charset="0"/>
                <a:buChar char="–"/>
                <a:defRPr sz="1600"/>
              </a:lvl4pPr>
              <a:lvl5pPr marL="2057400" lvl="4" indent="-228600">
                <a:spcBef>
                  <a:spcPct val="20000"/>
                </a:spcBef>
                <a:buFont typeface="Arial" pitchFamily="34" charset="0"/>
                <a:buChar char="»"/>
                <a:defRPr sz="1600"/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marL="0" indent="0">
                <a:buNone/>
              </a:pPr>
              <a:r>
                <a:rPr lang="ru-RU" sz="1400" b="1" dirty="0">
                  <a:sym typeface="+mn-lt"/>
                </a:rPr>
                <a:t>Планируется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B8B823C-B542-4F34-9687-B9351101B0A0}"/>
              </a:ext>
            </a:extLst>
          </p:cNvPr>
          <p:cNvSpPr txBox="1">
            <a:spLocks/>
          </p:cNvSpPr>
          <p:nvPr/>
        </p:nvSpPr>
        <p:spPr>
          <a:xfrm>
            <a:off x="642764" y="1896365"/>
            <a:ext cx="2508646" cy="4924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>
                <a:solidFill>
                  <a:schemeClr val="bg1"/>
                </a:solidFill>
                <a:latin typeface="Arial Black" panose="020B0A04020102020204" pitchFamily="34" charset="0"/>
              </a:rPr>
              <a:t>Тестирование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956F25-BE51-4AF8-B370-2DA27363E01D}"/>
              </a:ext>
            </a:extLst>
          </p:cNvPr>
          <p:cNvSpPr txBox="1">
            <a:spLocks/>
          </p:cNvSpPr>
          <p:nvPr/>
        </p:nvSpPr>
        <p:spPr>
          <a:xfrm>
            <a:off x="642764" y="4497566"/>
            <a:ext cx="2508646" cy="4924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>
                <a:solidFill>
                  <a:schemeClr val="bg1"/>
                </a:solidFill>
                <a:latin typeface="Arial Black" panose="020B0A04020102020204" pitchFamily="34" charset="0"/>
              </a:rPr>
              <a:t>Финансирование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501A07A-2067-4AD4-90F6-123DC87ECD0E}"/>
              </a:ext>
            </a:extLst>
          </p:cNvPr>
          <p:cNvGrpSpPr>
            <a:grpSpLocks/>
          </p:cNvGrpSpPr>
          <p:nvPr/>
        </p:nvGrpSpPr>
        <p:grpSpPr>
          <a:xfrm>
            <a:off x="10796973" y="1373675"/>
            <a:ext cx="3573214" cy="278100"/>
            <a:chOff x="4000500" y="2315752"/>
            <a:chExt cx="2026003" cy="278100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3BFEEAE-A053-4B7F-9F92-F24277B263DC}"/>
                </a:ext>
              </a:extLst>
            </p:cNvPr>
            <p:cNvCxnSpPr>
              <a:cxnSpLocks/>
            </p:cNvCxnSpPr>
            <p:nvPr/>
          </p:nvCxnSpPr>
          <p:spPr>
            <a:xfrm>
              <a:off x="4000500" y="2593852"/>
              <a:ext cx="47644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64F074F-D0AF-4134-8CCB-8C2EB13CF93E}"/>
                </a:ext>
              </a:extLst>
            </p:cNvPr>
            <p:cNvSpPr txBox="1">
              <a:spLocks/>
            </p:cNvSpPr>
            <p:nvPr/>
          </p:nvSpPr>
          <p:spPr>
            <a:xfrm>
              <a:off x="4000500" y="2315752"/>
              <a:ext cx="2026003" cy="215444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>
              <a:lvl1pPr marL="342900" lvl="0" indent="-342900">
                <a:spcBef>
                  <a:spcPct val="20000"/>
                </a:spcBef>
                <a:buFont typeface="Arial" pitchFamily="34" charset="0"/>
                <a:buChar char="•"/>
                <a:defRPr sz="1600"/>
              </a:lvl1pPr>
              <a:lvl2pPr marL="742950" lvl="1" indent="-285750">
                <a:spcBef>
                  <a:spcPct val="20000"/>
                </a:spcBef>
                <a:buFont typeface="Arial" pitchFamily="34" charset="0"/>
                <a:buChar char="–"/>
                <a:defRPr sz="1600"/>
              </a:lvl2pPr>
              <a:lvl3pPr marL="1143000" lvl="2" indent="-228600">
                <a:spcBef>
                  <a:spcPct val="20000"/>
                </a:spcBef>
                <a:buFont typeface="Arial" pitchFamily="34" charset="0"/>
                <a:buChar char="•"/>
                <a:defRPr sz="1600"/>
              </a:lvl3pPr>
              <a:lvl4pPr marL="1600200" lvl="3" indent="-228600">
                <a:spcBef>
                  <a:spcPct val="20000"/>
                </a:spcBef>
                <a:buFont typeface="Arial" pitchFamily="34" charset="0"/>
                <a:buChar char="–"/>
                <a:defRPr sz="1600"/>
              </a:lvl4pPr>
              <a:lvl5pPr marL="2057400" lvl="4" indent="-228600">
                <a:spcBef>
                  <a:spcPct val="20000"/>
                </a:spcBef>
                <a:buFont typeface="Arial" pitchFamily="34" charset="0"/>
                <a:buChar char="»"/>
                <a:defRPr sz="1600"/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marL="0" indent="0">
                <a:buNone/>
              </a:pPr>
              <a:r>
                <a:rPr lang="ru-RU" sz="1400" b="1" dirty="0">
                  <a:sym typeface="+mn-lt"/>
                </a:rPr>
                <a:t>Срок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062BB1C-B3C8-4353-851E-C57D9D88CB51}"/>
              </a:ext>
            </a:extLst>
          </p:cNvPr>
          <p:cNvSpPr txBox="1"/>
          <p:nvPr/>
        </p:nvSpPr>
        <p:spPr>
          <a:xfrm>
            <a:off x="10797760" y="1830768"/>
            <a:ext cx="839504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13.07.21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6AA105-E40E-4CA2-9490-06A76022F081}"/>
              </a:ext>
            </a:extLst>
          </p:cNvPr>
          <p:cNvSpPr txBox="1"/>
          <p:nvPr/>
        </p:nvSpPr>
        <p:spPr>
          <a:xfrm>
            <a:off x="10797760" y="2422059"/>
            <a:ext cx="839504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01.12.22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DD5AA15-BCDD-4118-9EA5-F51990FD4EED}"/>
              </a:ext>
            </a:extLst>
          </p:cNvPr>
          <p:cNvSpPr txBox="1"/>
          <p:nvPr/>
        </p:nvSpPr>
        <p:spPr>
          <a:xfrm>
            <a:off x="10794306" y="4524627"/>
            <a:ext cx="839504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28.06.21</a:t>
            </a:r>
          </a:p>
        </p:txBody>
      </p:sp>
      <p:pic>
        <p:nvPicPr>
          <p:cNvPr id="60" name="Graphic 59">
            <a:extLst>
              <a:ext uri="{FF2B5EF4-FFF2-40B4-BE49-F238E27FC236}">
                <a16:creationId xmlns:a16="http://schemas.microsoft.com/office/drawing/2014/main" id="{329A5A32-2ED4-4845-B513-0DACD48773E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14785" y="3162966"/>
            <a:ext cx="921155" cy="921155"/>
          </a:xfrm>
          <a:prstGeom prst="rect">
            <a:avLst/>
          </a:prstGeom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42B7AE9C-14C7-4DE3-9D47-8D8EAE8D1184}"/>
              </a:ext>
            </a:extLst>
          </p:cNvPr>
          <p:cNvGrpSpPr/>
          <p:nvPr/>
        </p:nvGrpSpPr>
        <p:grpSpPr>
          <a:xfrm>
            <a:off x="1947566" y="5169857"/>
            <a:ext cx="730519" cy="798137"/>
            <a:chOff x="2267930" y="460459"/>
            <a:chExt cx="730519" cy="798137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141E6DA1-EBB2-45FA-828C-BBD83DFF3EF7}"/>
                </a:ext>
              </a:extLst>
            </p:cNvPr>
            <p:cNvSpPr/>
            <p:nvPr/>
          </p:nvSpPr>
          <p:spPr>
            <a:xfrm>
              <a:off x="2509424" y="555849"/>
              <a:ext cx="489025" cy="458838"/>
            </a:xfrm>
            <a:custGeom>
              <a:avLst/>
              <a:gdLst>
                <a:gd name="connsiteX0" fmla="*/ 422313 w 489025"/>
                <a:gd name="connsiteY0" fmla="*/ 440425 h 458838"/>
                <a:gd name="connsiteX1" fmla="*/ 480875 w 489025"/>
                <a:gd name="connsiteY1" fmla="*/ 314848 h 458838"/>
                <a:gd name="connsiteX2" fmla="*/ 433784 w 489025"/>
                <a:gd name="connsiteY2" fmla="*/ 176592 h 458838"/>
                <a:gd name="connsiteX3" fmla="*/ 332960 w 489025"/>
                <a:gd name="connsiteY3" fmla="*/ 13584 h 458838"/>
                <a:gd name="connsiteX4" fmla="*/ 247229 w 489025"/>
                <a:gd name="connsiteY4" fmla="*/ 13584 h 458838"/>
                <a:gd name="connsiteX5" fmla="*/ 163914 w 489025"/>
                <a:gd name="connsiteY5" fmla="*/ 13584 h 458838"/>
                <a:gd name="connsiteX6" fmla="*/ 60675 w 489025"/>
                <a:gd name="connsiteY6" fmla="*/ 176592 h 458838"/>
                <a:gd name="connsiteX7" fmla="*/ 13584 w 489025"/>
                <a:gd name="connsiteY7" fmla="*/ 314848 h 458838"/>
                <a:gd name="connsiteX8" fmla="*/ 87844 w 489025"/>
                <a:gd name="connsiteY8" fmla="*/ 450688 h 458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9025" h="458838">
                  <a:moveTo>
                    <a:pt x="422313" y="440425"/>
                  </a:moveTo>
                  <a:cubicBezTo>
                    <a:pt x="467593" y="406615"/>
                    <a:pt x="480875" y="358317"/>
                    <a:pt x="480875" y="314848"/>
                  </a:cubicBezTo>
                  <a:cubicBezTo>
                    <a:pt x="480875" y="264738"/>
                    <a:pt x="463366" y="216439"/>
                    <a:pt x="433784" y="176592"/>
                  </a:cubicBezTo>
                  <a:lnTo>
                    <a:pt x="332960" y="13584"/>
                  </a:lnTo>
                  <a:lnTo>
                    <a:pt x="247229" y="13584"/>
                  </a:lnTo>
                  <a:lnTo>
                    <a:pt x="163914" y="13584"/>
                  </a:lnTo>
                  <a:lnTo>
                    <a:pt x="60675" y="176592"/>
                  </a:lnTo>
                  <a:cubicBezTo>
                    <a:pt x="31092" y="216439"/>
                    <a:pt x="13584" y="265341"/>
                    <a:pt x="13584" y="314848"/>
                  </a:cubicBezTo>
                  <a:cubicBezTo>
                    <a:pt x="13584" y="363147"/>
                    <a:pt x="29281" y="416879"/>
                    <a:pt x="87844" y="450688"/>
                  </a:cubicBezTo>
                </a:path>
              </a:pathLst>
            </a:custGeom>
            <a:noFill/>
            <a:ln w="1905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DFE00B75-6C28-4526-BC25-BFECED0E6BA8}"/>
                </a:ext>
              </a:extLst>
            </p:cNvPr>
            <p:cNvSpPr/>
            <p:nvPr/>
          </p:nvSpPr>
          <p:spPr>
            <a:xfrm>
              <a:off x="2597569" y="460459"/>
              <a:ext cx="319979" cy="120747"/>
            </a:xfrm>
            <a:custGeom>
              <a:avLst/>
              <a:gdLst>
                <a:gd name="connsiteX0" fmla="*/ 244814 w 319979"/>
                <a:gd name="connsiteY0" fmla="*/ 108974 h 120746"/>
                <a:gd name="connsiteX1" fmla="*/ 307603 w 319979"/>
                <a:gd name="connsiteY1" fmla="*/ 48601 h 120746"/>
                <a:gd name="connsiteX2" fmla="*/ 285265 w 319979"/>
                <a:gd name="connsiteY2" fmla="*/ 26262 h 120746"/>
                <a:gd name="connsiteX3" fmla="*/ 224287 w 319979"/>
                <a:gd name="connsiteY3" fmla="*/ 26262 h 120746"/>
                <a:gd name="connsiteX4" fmla="*/ 206175 w 319979"/>
                <a:gd name="connsiteY4" fmla="*/ 44375 h 120746"/>
                <a:gd name="connsiteX5" fmla="*/ 198327 w 319979"/>
                <a:gd name="connsiteY5" fmla="*/ 36526 h 120746"/>
                <a:gd name="connsiteX6" fmla="*/ 122860 w 319979"/>
                <a:gd name="connsiteY6" fmla="*/ 36526 h 120746"/>
                <a:gd name="connsiteX7" fmla="*/ 115011 w 319979"/>
                <a:gd name="connsiteY7" fmla="*/ 44375 h 120746"/>
                <a:gd name="connsiteX8" fmla="*/ 96899 w 319979"/>
                <a:gd name="connsiteY8" fmla="*/ 26262 h 120746"/>
                <a:gd name="connsiteX9" fmla="*/ 35922 w 319979"/>
                <a:gd name="connsiteY9" fmla="*/ 26262 h 120746"/>
                <a:gd name="connsiteX10" fmla="*/ 13584 w 319979"/>
                <a:gd name="connsiteY10" fmla="*/ 48601 h 120746"/>
                <a:gd name="connsiteX11" fmla="*/ 76372 w 319979"/>
                <a:gd name="connsiteY11" fmla="*/ 108974 h 12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9979" h="120746">
                  <a:moveTo>
                    <a:pt x="244814" y="108974"/>
                  </a:moveTo>
                  <a:lnTo>
                    <a:pt x="307603" y="48601"/>
                  </a:lnTo>
                  <a:lnTo>
                    <a:pt x="285265" y="26262"/>
                  </a:lnTo>
                  <a:cubicBezTo>
                    <a:pt x="268360" y="9358"/>
                    <a:pt x="241192" y="9358"/>
                    <a:pt x="224287" y="26262"/>
                  </a:cubicBezTo>
                  <a:lnTo>
                    <a:pt x="206175" y="44375"/>
                  </a:lnTo>
                  <a:lnTo>
                    <a:pt x="198327" y="36526"/>
                  </a:lnTo>
                  <a:cubicBezTo>
                    <a:pt x="177800" y="15999"/>
                    <a:pt x="143991" y="15999"/>
                    <a:pt x="122860" y="36526"/>
                  </a:cubicBezTo>
                  <a:lnTo>
                    <a:pt x="115011" y="44375"/>
                  </a:lnTo>
                  <a:lnTo>
                    <a:pt x="96899" y="26262"/>
                  </a:lnTo>
                  <a:cubicBezTo>
                    <a:pt x="79995" y="9358"/>
                    <a:pt x="52827" y="9358"/>
                    <a:pt x="35922" y="26262"/>
                  </a:cubicBezTo>
                  <a:lnTo>
                    <a:pt x="13584" y="48601"/>
                  </a:lnTo>
                  <a:lnTo>
                    <a:pt x="76372" y="108974"/>
                  </a:lnTo>
                </a:path>
              </a:pathLst>
            </a:custGeom>
            <a:noFill/>
            <a:ln w="1905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079219C-9FE4-49E8-8577-5AFF35EC6C6D}"/>
                </a:ext>
              </a:extLst>
            </p:cNvPr>
            <p:cNvSpPr/>
            <p:nvPr/>
          </p:nvSpPr>
          <p:spPr>
            <a:xfrm>
              <a:off x="2467766" y="992600"/>
              <a:ext cx="368278" cy="120747"/>
            </a:xfrm>
            <a:custGeom>
              <a:avLst/>
              <a:gdLst>
                <a:gd name="connsiteX0" fmla="*/ 208590 w 368278"/>
                <a:gd name="connsiteY0" fmla="*/ 111138 h 120746"/>
                <a:gd name="connsiteX1" fmla="*/ 241192 w 368278"/>
                <a:gd name="connsiteY1" fmla="*/ 111138 h 120746"/>
                <a:gd name="connsiteX2" fmla="*/ 328734 w 368278"/>
                <a:gd name="connsiteY2" fmla="*/ 84574 h 120746"/>
                <a:gd name="connsiteX3" fmla="*/ 352279 w 368278"/>
                <a:gd name="connsiteY3" fmla="*/ 68273 h 120746"/>
                <a:gd name="connsiteX4" fmla="*/ 354694 w 368278"/>
                <a:gd name="connsiteY4" fmla="*/ 56198 h 120746"/>
                <a:gd name="connsiteX5" fmla="*/ 340808 w 368278"/>
                <a:gd name="connsiteY5" fmla="*/ 43520 h 120746"/>
                <a:gd name="connsiteX6" fmla="*/ 302773 w 368278"/>
                <a:gd name="connsiteY6" fmla="*/ 43520 h 120746"/>
                <a:gd name="connsiteX7" fmla="*/ 219458 w 368278"/>
                <a:gd name="connsiteY7" fmla="*/ 47142 h 120746"/>
                <a:gd name="connsiteX8" fmla="*/ 178404 w 368278"/>
                <a:gd name="connsiteY8" fmla="*/ 26011 h 120746"/>
                <a:gd name="connsiteX9" fmla="*/ 13584 w 368278"/>
                <a:gd name="connsiteY9" fmla="*/ 45935 h 120746"/>
                <a:gd name="connsiteX10" fmla="*/ 13584 w 368278"/>
                <a:gd name="connsiteY10" fmla="*/ 45935 h 12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8278" h="120746">
                  <a:moveTo>
                    <a:pt x="208590" y="111138"/>
                  </a:moveTo>
                  <a:lnTo>
                    <a:pt x="241192" y="111138"/>
                  </a:lnTo>
                  <a:cubicBezTo>
                    <a:pt x="272586" y="111138"/>
                    <a:pt x="302773" y="102082"/>
                    <a:pt x="328734" y="84574"/>
                  </a:cubicBezTo>
                  <a:lnTo>
                    <a:pt x="352279" y="68273"/>
                  </a:lnTo>
                  <a:cubicBezTo>
                    <a:pt x="355902" y="65858"/>
                    <a:pt x="357713" y="60424"/>
                    <a:pt x="354694" y="56198"/>
                  </a:cubicBezTo>
                  <a:cubicBezTo>
                    <a:pt x="351072" y="50764"/>
                    <a:pt x="346242" y="46538"/>
                    <a:pt x="340808" y="43520"/>
                  </a:cubicBezTo>
                  <a:cubicBezTo>
                    <a:pt x="329337" y="36879"/>
                    <a:pt x="314848" y="37482"/>
                    <a:pt x="302773" y="43520"/>
                  </a:cubicBezTo>
                  <a:cubicBezTo>
                    <a:pt x="258700" y="65254"/>
                    <a:pt x="219458" y="47142"/>
                    <a:pt x="219458" y="47142"/>
                  </a:cubicBezTo>
                  <a:cubicBezTo>
                    <a:pt x="204968" y="38086"/>
                    <a:pt x="191686" y="31445"/>
                    <a:pt x="178404" y="26011"/>
                  </a:cubicBezTo>
                  <a:cubicBezTo>
                    <a:pt x="124067" y="3673"/>
                    <a:pt x="61883" y="12125"/>
                    <a:pt x="13584" y="45935"/>
                  </a:cubicBezTo>
                  <a:lnTo>
                    <a:pt x="13584" y="45935"/>
                  </a:lnTo>
                </a:path>
              </a:pathLst>
            </a:custGeom>
            <a:noFill/>
            <a:ln w="1905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750069E-1645-4CA4-A486-6FA398CCE302}"/>
                </a:ext>
              </a:extLst>
            </p:cNvPr>
            <p:cNvSpPr/>
            <p:nvPr/>
          </p:nvSpPr>
          <p:spPr>
            <a:xfrm>
              <a:off x="2468370" y="979552"/>
              <a:ext cx="525249" cy="181120"/>
            </a:xfrm>
            <a:custGeom>
              <a:avLst/>
              <a:gdLst>
                <a:gd name="connsiteX0" fmla="*/ 13584 w 525249"/>
                <a:gd name="connsiteY0" fmla="*/ 173088 h 181120"/>
                <a:gd name="connsiteX1" fmla="*/ 216439 w 525249"/>
                <a:gd name="connsiteY1" fmla="*/ 165844 h 181120"/>
                <a:gd name="connsiteX2" fmla="*/ 314244 w 525249"/>
                <a:gd name="connsiteY2" fmla="*/ 144109 h 181120"/>
                <a:gd name="connsiteX3" fmla="*/ 510458 w 525249"/>
                <a:gd name="connsiteY3" fmla="*/ 40871 h 181120"/>
                <a:gd name="connsiteX4" fmla="*/ 512873 w 525249"/>
                <a:gd name="connsiteY4" fmla="*/ 29400 h 181120"/>
                <a:gd name="connsiteX5" fmla="*/ 457933 w 525249"/>
                <a:gd name="connsiteY5" fmla="*/ 16117 h 181120"/>
                <a:gd name="connsiteX6" fmla="*/ 447066 w 525249"/>
                <a:gd name="connsiteY6" fmla="*/ 19740 h 181120"/>
                <a:gd name="connsiteX7" fmla="*/ 348657 w 525249"/>
                <a:gd name="connsiteY7" fmla="*/ 62001 h 181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5249" h="181120">
                  <a:moveTo>
                    <a:pt x="13584" y="173088"/>
                  </a:moveTo>
                  <a:cubicBezTo>
                    <a:pt x="13584" y="173088"/>
                    <a:pt x="87240" y="158599"/>
                    <a:pt x="216439" y="165844"/>
                  </a:cubicBezTo>
                  <a:cubicBezTo>
                    <a:pt x="250248" y="167655"/>
                    <a:pt x="284661" y="160410"/>
                    <a:pt x="314244" y="144109"/>
                  </a:cubicBezTo>
                  <a:lnTo>
                    <a:pt x="510458" y="40871"/>
                  </a:lnTo>
                  <a:cubicBezTo>
                    <a:pt x="514684" y="38456"/>
                    <a:pt x="515891" y="33022"/>
                    <a:pt x="512873" y="29400"/>
                  </a:cubicBezTo>
                  <a:cubicBezTo>
                    <a:pt x="505628" y="20344"/>
                    <a:pt x="489931" y="8269"/>
                    <a:pt x="457933" y="16117"/>
                  </a:cubicBezTo>
                  <a:cubicBezTo>
                    <a:pt x="454310" y="17325"/>
                    <a:pt x="450688" y="18532"/>
                    <a:pt x="447066" y="19740"/>
                  </a:cubicBezTo>
                  <a:lnTo>
                    <a:pt x="348657" y="62001"/>
                  </a:lnTo>
                </a:path>
              </a:pathLst>
            </a:custGeom>
            <a:noFill/>
            <a:ln w="1905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FF8CF260-5A5D-4E6B-A146-47502DC35B4B}"/>
                </a:ext>
              </a:extLst>
            </p:cNvPr>
            <p:cNvSpPr/>
            <p:nvPr/>
          </p:nvSpPr>
          <p:spPr>
            <a:xfrm>
              <a:off x="2394110" y="999594"/>
              <a:ext cx="96598" cy="211307"/>
            </a:xfrm>
            <a:custGeom>
              <a:avLst/>
              <a:gdLst>
                <a:gd name="connsiteX0" fmla="*/ 13584 w 96597"/>
                <a:gd name="connsiteY0" fmla="*/ 200138 h 211307"/>
                <a:gd name="connsiteX1" fmla="*/ 86032 w 96597"/>
                <a:gd name="connsiteY1" fmla="*/ 200138 h 211307"/>
                <a:gd name="connsiteX2" fmla="*/ 86032 w 96597"/>
                <a:gd name="connsiteY2" fmla="*/ 13584 h 211307"/>
                <a:gd name="connsiteX3" fmla="*/ 13584 w 96597"/>
                <a:gd name="connsiteY3" fmla="*/ 13584 h 21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597" h="211307">
                  <a:moveTo>
                    <a:pt x="13584" y="200138"/>
                  </a:moveTo>
                  <a:lnTo>
                    <a:pt x="86032" y="200138"/>
                  </a:lnTo>
                  <a:lnTo>
                    <a:pt x="86032" y="13584"/>
                  </a:lnTo>
                  <a:lnTo>
                    <a:pt x="13584" y="13584"/>
                  </a:lnTo>
                </a:path>
              </a:pathLst>
            </a:custGeom>
            <a:noFill/>
            <a:ln w="1905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489B246-5C90-4930-8307-1276123BE937}"/>
                </a:ext>
              </a:extLst>
            </p:cNvPr>
            <p:cNvSpPr/>
            <p:nvPr/>
          </p:nvSpPr>
          <p:spPr>
            <a:xfrm>
              <a:off x="2267930" y="944654"/>
              <a:ext cx="150934" cy="313942"/>
            </a:xfrm>
            <a:custGeom>
              <a:avLst/>
              <a:gdLst>
                <a:gd name="connsiteX0" fmla="*/ 13584 w 150933"/>
                <a:gd name="connsiteY0" fmla="*/ 305188 h 313942"/>
                <a:gd name="connsiteX1" fmla="*/ 139765 w 150933"/>
                <a:gd name="connsiteY1" fmla="*/ 305188 h 313942"/>
                <a:gd name="connsiteX2" fmla="*/ 139765 w 150933"/>
                <a:gd name="connsiteY2" fmla="*/ 13584 h 313942"/>
                <a:gd name="connsiteX3" fmla="*/ 13584 w 150933"/>
                <a:gd name="connsiteY3" fmla="*/ 13584 h 313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933" h="313942">
                  <a:moveTo>
                    <a:pt x="13584" y="305188"/>
                  </a:moveTo>
                  <a:lnTo>
                    <a:pt x="139765" y="305188"/>
                  </a:lnTo>
                  <a:lnTo>
                    <a:pt x="139765" y="13584"/>
                  </a:lnTo>
                  <a:lnTo>
                    <a:pt x="13584" y="13584"/>
                  </a:lnTo>
                </a:path>
              </a:pathLst>
            </a:custGeom>
            <a:noFill/>
            <a:ln w="1905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0A37719-135D-46EF-A16E-589A75FA24A6}"/>
                </a:ext>
              </a:extLst>
            </p:cNvPr>
            <p:cNvSpPr/>
            <p:nvPr/>
          </p:nvSpPr>
          <p:spPr>
            <a:xfrm>
              <a:off x="2697185" y="723083"/>
              <a:ext cx="120747" cy="211307"/>
            </a:xfrm>
            <a:custGeom>
              <a:avLst/>
              <a:gdLst>
                <a:gd name="connsiteX0" fmla="*/ 13584 w 120746"/>
                <a:gd name="connsiteY0" fmla="*/ 154858 h 211307"/>
                <a:gd name="connsiteX1" fmla="*/ 60675 w 120746"/>
                <a:gd name="connsiteY1" fmla="*/ 201949 h 211307"/>
                <a:gd name="connsiteX2" fmla="*/ 107767 w 120746"/>
                <a:gd name="connsiteY2" fmla="*/ 154858 h 211307"/>
                <a:gd name="connsiteX3" fmla="*/ 60675 w 120746"/>
                <a:gd name="connsiteY3" fmla="*/ 107767 h 211307"/>
                <a:gd name="connsiteX4" fmla="*/ 13584 w 120746"/>
                <a:gd name="connsiteY4" fmla="*/ 60675 h 211307"/>
                <a:gd name="connsiteX5" fmla="*/ 60675 w 120746"/>
                <a:gd name="connsiteY5" fmla="*/ 13584 h 211307"/>
                <a:gd name="connsiteX6" fmla="*/ 107767 w 120746"/>
                <a:gd name="connsiteY6" fmla="*/ 60675 h 21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0746" h="211307">
                  <a:moveTo>
                    <a:pt x="13584" y="154858"/>
                  </a:moveTo>
                  <a:cubicBezTo>
                    <a:pt x="13584" y="180819"/>
                    <a:pt x="34715" y="201949"/>
                    <a:pt x="60675" y="201949"/>
                  </a:cubicBezTo>
                  <a:cubicBezTo>
                    <a:pt x="86636" y="201949"/>
                    <a:pt x="107767" y="180819"/>
                    <a:pt x="107767" y="154858"/>
                  </a:cubicBezTo>
                  <a:cubicBezTo>
                    <a:pt x="107767" y="128897"/>
                    <a:pt x="88447" y="116823"/>
                    <a:pt x="60675" y="107767"/>
                  </a:cubicBezTo>
                  <a:cubicBezTo>
                    <a:pt x="35922" y="99918"/>
                    <a:pt x="13584" y="86636"/>
                    <a:pt x="13584" y="60675"/>
                  </a:cubicBezTo>
                  <a:cubicBezTo>
                    <a:pt x="13584" y="34715"/>
                    <a:pt x="34715" y="13584"/>
                    <a:pt x="60675" y="13584"/>
                  </a:cubicBezTo>
                  <a:cubicBezTo>
                    <a:pt x="86636" y="13584"/>
                    <a:pt x="107767" y="34715"/>
                    <a:pt x="107767" y="60675"/>
                  </a:cubicBezTo>
                </a:path>
              </a:pathLst>
            </a:custGeom>
            <a:noFill/>
            <a:ln w="1905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E34C773-D192-4A74-AD3F-787CA23DC22F}"/>
                </a:ext>
              </a:extLst>
            </p:cNvPr>
            <p:cNvSpPr/>
            <p:nvPr/>
          </p:nvSpPr>
          <p:spPr>
            <a:xfrm>
              <a:off x="2744277" y="697123"/>
              <a:ext cx="24149" cy="48299"/>
            </a:xfrm>
            <a:custGeom>
              <a:avLst/>
              <a:gdLst>
                <a:gd name="connsiteX0" fmla="*/ 13584 w 24149"/>
                <a:gd name="connsiteY0" fmla="*/ 13584 h 48298"/>
                <a:gd name="connsiteX1" fmla="*/ 13584 w 24149"/>
                <a:gd name="connsiteY1" fmla="*/ 40148 h 4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49" h="48298">
                  <a:moveTo>
                    <a:pt x="13584" y="13584"/>
                  </a:moveTo>
                  <a:lnTo>
                    <a:pt x="13584" y="40148"/>
                  </a:lnTo>
                </a:path>
              </a:pathLst>
            </a:custGeom>
            <a:ln w="1905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E236696A-F0AA-4F2B-BE5D-44861437827F}"/>
                </a:ext>
              </a:extLst>
            </p:cNvPr>
            <p:cNvSpPr/>
            <p:nvPr/>
          </p:nvSpPr>
          <p:spPr>
            <a:xfrm>
              <a:off x="2744277" y="911449"/>
              <a:ext cx="24149" cy="48299"/>
            </a:xfrm>
            <a:custGeom>
              <a:avLst/>
              <a:gdLst>
                <a:gd name="connsiteX0" fmla="*/ 13584 w 24149"/>
                <a:gd name="connsiteY0" fmla="*/ 13584 h 48298"/>
                <a:gd name="connsiteX1" fmla="*/ 13584 w 24149"/>
                <a:gd name="connsiteY1" fmla="*/ 40148 h 4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49" h="48298">
                  <a:moveTo>
                    <a:pt x="13584" y="13584"/>
                  </a:moveTo>
                  <a:lnTo>
                    <a:pt x="13584" y="40148"/>
                  </a:lnTo>
                </a:path>
              </a:pathLst>
            </a:custGeom>
            <a:ln w="1905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BC1E2CEC-BDD5-4961-A2AA-35C64A4459EB}"/>
              </a:ext>
            </a:extLst>
          </p:cNvPr>
          <p:cNvSpPr txBox="1"/>
          <p:nvPr/>
        </p:nvSpPr>
        <p:spPr>
          <a:xfrm>
            <a:off x="3073549" y="1775848"/>
            <a:ext cx="3962399" cy="255454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ru-RU" sz="1200" dirty="0">
                <a:cs typeface="Times New Roman" panose="02020603050405020304" pitchFamily="18" charset="0"/>
              </a:rPr>
              <a:t>Уже </a:t>
            </a:r>
            <a:r>
              <a:rPr lang="ru-RU" sz="1200" b="1" dirty="0">
                <a:cs typeface="Times New Roman" panose="02020603050405020304" pitchFamily="18" charset="0"/>
              </a:rPr>
              <a:t>проведены пилотные проекты некоторых решений</a:t>
            </a:r>
            <a:r>
              <a:rPr lang="ru-RU" sz="1200" dirty="0">
                <a:cs typeface="Times New Roman" panose="02020603050405020304" pitchFamily="18" charset="0"/>
              </a:rPr>
              <a:t>:</a:t>
            </a:r>
          </a:p>
          <a:p>
            <a:pPr lvl="2"/>
            <a:r>
              <a:rPr lang="ru-RU" sz="1200" b="1" dirty="0">
                <a:cs typeface="Times New Roman" panose="02020603050405020304" pitchFamily="18" charset="0"/>
              </a:rPr>
              <a:t>Умные счетчики </a:t>
            </a:r>
            <a:r>
              <a:rPr lang="ru-RU" sz="1200" dirty="0">
                <a:cs typeface="Times New Roman" panose="02020603050405020304" pitchFamily="18" charset="0"/>
              </a:rPr>
              <a:t>(выявлена технология безошибочной передачи данных и простоты обслуживания, обеспечена «прозрачность» расхода ресурсов)</a:t>
            </a:r>
          </a:p>
          <a:p>
            <a:pPr lvl="2"/>
            <a:r>
              <a:rPr lang="ru-RU" sz="1200" b="1" dirty="0">
                <a:cs typeface="Times New Roman" panose="02020603050405020304" pitchFamily="18" charset="0"/>
              </a:rPr>
              <a:t>Умный шлагбаум </a:t>
            </a:r>
            <a:r>
              <a:rPr lang="ru-RU" sz="1200" dirty="0">
                <a:cs typeface="Times New Roman" panose="02020603050405020304" pitchFamily="18" charset="0"/>
              </a:rPr>
              <a:t>(требуется поиск более эффективной технологии</a:t>
            </a:r>
            <a:r>
              <a:rPr lang="ru-RU" sz="1200" dirty="0"/>
              <a:t>)</a:t>
            </a:r>
          </a:p>
          <a:p>
            <a:pPr lvl="1"/>
            <a:r>
              <a:rPr lang="ru-RU" sz="1200" b="1" dirty="0">
                <a:cs typeface="Times New Roman" panose="02020603050405020304" pitchFamily="18" charset="0"/>
              </a:rPr>
              <a:t>Отобраны и описаны </a:t>
            </a:r>
            <a:r>
              <a:rPr lang="ru-RU" sz="1200" dirty="0">
                <a:cs typeface="Times New Roman" panose="02020603050405020304" pitchFamily="18" charset="0"/>
              </a:rPr>
              <a:t>для жителей </a:t>
            </a:r>
            <a:br>
              <a:rPr lang="ru-RU" sz="1200" dirty="0">
                <a:cs typeface="Times New Roman" panose="02020603050405020304" pitchFamily="18" charset="0"/>
              </a:rPr>
            </a:br>
            <a:r>
              <a:rPr lang="ru-RU" sz="1200" b="1" dirty="0">
                <a:cs typeface="Times New Roman" panose="02020603050405020304" pitchFamily="18" charset="0"/>
              </a:rPr>
              <a:t>41 решение</a:t>
            </a:r>
          </a:p>
          <a:p>
            <a:pPr lvl="1"/>
            <a:r>
              <a:rPr lang="ru-RU" sz="1200" dirty="0">
                <a:cs typeface="Times New Roman" panose="02020603050405020304" pitchFamily="18" charset="0"/>
              </a:rPr>
              <a:t>Проводится </a:t>
            </a:r>
            <a:r>
              <a:rPr lang="ru-RU" sz="1200" b="1" dirty="0">
                <a:cs typeface="Times New Roman" panose="02020603050405020304" pitchFamily="18" charset="0"/>
              </a:rPr>
              <a:t>исследование по 4 фокус-группам </a:t>
            </a:r>
            <a:r>
              <a:rPr lang="ru-RU" sz="1200" dirty="0">
                <a:cs typeface="Times New Roman" panose="02020603050405020304" pitchFamily="18" charset="0"/>
              </a:rPr>
              <a:t>и с</a:t>
            </a:r>
            <a:r>
              <a:rPr lang="ru-RU" sz="1200" b="1" dirty="0">
                <a:cs typeface="Times New Roman" panose="02020603050405020304" pitchFamily="18" charset="0"/>
              </a:rPr>
              <a:t> 1,5 тыс. москвичей </a:t>
            </a:r>
            <a:r>
              <a:rPr lang="ru-RU" sz="1200" dirty="0">
                <a:cs typeface="Times New Roman" panose="02020603050405020304" pitchFamily="18" charset="0"/>
              </a:rPr>
              <a:t>на востребованность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5D07A29-3222-41CA-B3DC-3E838868EE3C}"/>
              </a:ext>
            </a:extLst>
          </p:cNvPr>
          <p:cNvSpPr txBox="1"/>
          <p:nvPr/>
        </p:nvSpPr>
        <p:spPr>
          <a:xfrm>
            <a:off x="7118494" y="1823187"/>
            <a:ext cx="3573214" cy="96180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ru-RU" sz="1200" dirty="0"/>
              <a:t>Запустить </a:t>
            </a:r>
            <a:r>
              <a:rPr lang="ru-RU" sz="1200" b="1" dirty="0"/>
              <a:t>пилотирование самых востребованных решений</a:t>
            </a:r>
            <a:br>
              <a:rPr lang="ru-RU" sz="1200" b="1" dirty="0"/>
            </a:br>
            <a:r>
              <a:rPr lang="ru-RU" sz="1200" dirty="0"/>
              <a:t>в </a:t>
            </a:r>
            <a:r>
              <a:rPr lang="ru-RU" sz="1200" b="1" dirty="0"/>
              <a:t>5 домах по реновации</a:t>
            </a:r>
          </a:p>
          <a:p>
            <a:pPr lvl="1"/>
            <a:r>
              <a:rPr lang="ru-RU" sz="1200" b="1" dirty="0"/>
              <a:t>Масштабировать </a:t>
            </a:r>
            <a:r>
              <a:rPr lang="ru-RU" sz="1200" dirty="0"/>
              <a:t>успешные </a:t>
            </a:r>
            <a:br>
              <a:rPr lang="ru-RU" sz="1200" dirty="0"/>
            </a:br>
            <a:r>
              <a:rPr lang="ru-RU" sz="1200" dirty="0"/>
              <a:t>решения</a:t>
            </a:r>
            <a:r>
              <a:rPr lang="ru-RU" sz="1200" b="1" dirty="0"/>
              <a:t> </a:t>
            </a:r>
            <a:r>
              <a:rPr lang="ru-RU" sz="1200" dirty="0"/>
              <a:t>на </a:t>
            </a:r>
            <a:r>
              <a:rPr lang="ru-RU" sz="1200" b="1" dirty="0"/>
              <a:t>70 домов по реновации</a:t>
            </a:r>
            <a:endParaRPr lang="ru-RU" sz="1200" b="1" dirty="0">
              <a:solidFill>
                <a:schemeClr val="tx2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555D314-BFA8-49FD-824F-89DECEC33EB7}"/>
              </a:ext>
            </a:extLst>
          </p:cNvPr>
          <p:cNvSpPr txBox="1"/>
          <p:nvPr/>
        </p:nvSpPr>
        <p:spPr>
          <a:xfrm>
            <a:off x="2846296" y="4517122"/>
            <a:ext cx="4251603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2">
              <a:buFont typeface="Arial" panose="020B0604020202020204" pitchFamily="34" charset="0"/>
              <a:buChar char="•"/>
            </a:pPr>
            <a:r>
              <a:rPr lang="ru-RU" sz="1200" b="1" dirty="0">
                <a:cs typeface="Times New Roman" panose="02020603050405020304" pitchFamily="18" charset="0"/>
              </a:rPr>
              <a:t>11 решений </a:t>
            </a:r>
            <a:r>
              <a:rPr lang="ru-RU" sz="1200" dirty="0">
                <a:cs typeface="Times New Roman" panose="02020603050405020304" pitchFamily="18" charset="0"/>
              </a:rPr>
              <a:t>не требуют дополнительного финансирования</a:t>
            </a:r>
            <a:r>
              <a:rPr lang="ru-RU" sz="1200" baseline="30000" dirty="0">
                <a:cs typeface="Times New Roman" panose="02020603050405020304" pitchFamily="18" charset="0"/>
              </a:rPr>
              <a:t>1</a:t>
            </a:r>
            <a:r>
              <a:rPr lang="ru-RU" sz="1200" dirty="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8364644-26D0-4EC0-9FDF-4D2FC0784991}"/>
              </a:ext>
            </a:extLst>
          </p:cNvPr>
          <p:cNvSpPr txBox="1"/>
          <p:nvPr/>
        </p:nvSpPr>
        <p:spPr>
          <a:xfrm>
            <a:off x="7128850" y="4524627"/>
            <a:ext cx="3248385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ru-RU" sz="1200" dirty="0"/>
              <a:t>Оценить </a:t>
            </a:r>
            <a:r>
              <a:rPr lang="ru-RU" sz="1200" b="1" dirty="0"/>
              <a:t>объем финансирования </a:t>
            </a:r>
            <a:r>
              <a:rPr lang="ru-RU" sz="1200" dirty="0"/>
              <a:t>и</a:t>
            </a:r>
            <a:r>
              <a:rPr lang="ru-RU" sz="1200" b="1" dirty="0"/>
              <a:t> трудозатраты </a:t>
            </a:r>
            <a:r>
              <a:rPr lang="ru-RU" sz="1200" dirty="0"/>
              <a:t>для </a:t>
            </a:r>
            <a:r>
              <a:rPr lang="ru-RU" sz="1200" b="1" dirty="0"/>
              <a:t>12 решений</a:t>
            </a:r>
            <a:r>
              <a:rPr lang="ru-RU" sz="1200" b="1" baseline="30000" dirty="0">
                <a:cs typeface="Times New Roman" panose="02020603050405020304" pitchFamily="18" charset="0"/>
              </a:rPr>
              <a:t>2</a:t>
            </a:r>
            <a:endParaRPr lang="ru-RU" sz="1200" b="1" dirty="0">
              <a:solidFill>
                <a:schemeClr val="tx2"/>
              </a:solidFill>
            </a:endParaRPr>
          </a:p>
        </p:txBody>
      </p:sp>
      <p:sp>
        <p:nvSpPr>
          <p:cNvPr id="38" name="4. Footnote">
            <a:extLst>
              <a:ext uri="{FF2B5EF4-FFF2-40B4-BE49-F238E27FC236}">
                <a16:creationId xmlns:a16="http://schemas.microsoft.com/office/drawing/2014/main" id="{C44832F7-ABF0-43B6-9E5C-6869FC050CE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556853" y="6232547"/>
            <a:ext cx="11082528" cy="98488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marL="219075" lvl="0" indent="-228600">
              <a:buAutoNum type="arabicPeriod"/>
            </a:pPr>
            <a:r>
              <a:rPr lang="ru-RU" dirty="0">
                <a:latin typeface="+mn-lt"/>
                <a:ea typeface="+mn-ea"/>
                <a:cs typeface="+mn-cs"/>
                <a:sym typeface="+mn-lt"/>
              </a:rPr>
              <a:t>Автоматизированный мониторинг и экстренное реагирование на возгорания, Городское видеонаблюдение, Связь с диспетчером в множестве домовых локаций, Вендинговые автоматы (коммерческая структура, инфраструктура готова), Автоматизированные пункты выдачи заказов (коммерческая услуга, инфраструктура готова), Интернет-телевидение, Интернет от любого провайдера</a:t>
            </a:r>
            <a:r>
              <a:rPr lang="ru-RU" dirty="0">
                <a:cs typeface="+mn-cs"/>
                <a:sym typeface="+mn-lt"/>
              </a:rPr>
              <a:t>, Автоматизированное выявление нарушений правопорядка по видеонаблюдению, Автоматизированное наблюдение за соблюдением чистоты, Единый электронный платежный документ, Умное освещение во дворе</a:t>
            </a:r>
          </a:p>
          <a:p>
            <a:pPr marL="219075" lvl="0" indent="-228600">
              <a:buAutoNum type="arabicPeriod"/>
            </a:pPr>
            <a:r>
              <a:rPr lang="ru-RU" dirty="0">
                <a:cs typeface="+mn-cs"/>
                <a:sym typeface="+mn-lt"/>
              </a:rPr>
              <a:t>Количество решений может быть скорректировано по итогам исследования на востребованность жителями</a:t>
            </a:r>
          </a:p>
          <a:p>
            <a:pPr marL="219075" lvl="0" indent="-228600">
              <a:buAutoNum type="arabicPeriod"/>
            </a:pPr>
            <a:endParaRPr lang="ru-RU" dirty="0">
              <a:cs typeface="+mn-cs"/>
              <a:sym typeface="+mn-lt"/>
            </a:endParaRPr>
          </a:p>
          <a:p>
            <a:pPr lvl="0"/>
            <a:endParaRPr lang="ru-RU" dirty="0">
              <a:cs typeface="+mn-cs"/>
              <a:sym typeface="+mn-lt"/>
            </a:endParaRPr>
          </a:p>
          <a:p>
            <a:pPr lvl="0"/>
            <a:endParaRPr lang="ru-RU" dirty="0"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6322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6" hidden="1">
            <a:extLst>
              <a:ext uri="{FF2B5EF4-FFF2-40B4-BE49-F238E27FC236}">
                <a16:creationId xmlns:a16="http://schemas.microsoft.com/office/drawing/2014/main" id="{0B374BC3-5AA8-4495-84FF-4941C9EC19C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77837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6" name="Object 6" hidden="1">
                        <a:extLst>
                          <a:ext uri="{FF2B5EF4-FFF2-40B4-BE49-F238E27FC236}">
                            <a16:creationId xmlns:a16="http://schemas.microsoft.com/office/drawing/2014/main" id="{0B374BC3-5AA8-4495-84FF-4941C9EC19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Rectangle: Top Corners Rounded 50">
            <a:extLst>
              <a:ext uri="{FF2B5EF4-FFF2-40B4-BE49-F238E27FC236}">
                <a16:creationId xmlns:a16="http://schemas.microsoft.com/office/drawing/2014/main" id="{AE316973-5B4A-4673-82C4-3A28A45C6171}"/>
              </a:ext>
            </a:extLst>
          </p:cNvPr>
          <p:cNvSpPr/>
          <p:nvPr/>
        </p:nvSpPr>
        <p:spPr>
          <a:xfrm rot="5400000">
            <a:off x="-395783" y="2724590"/>
            <a:ext cx="4290221" cy="2389187"/>
          </a:xfrm>
          <a:prstGeom prst="round2SameRect">
            <a:avLst>
              <a:gd name="adj1" fmla="val 8085"/>
              <a:gd name="adj2" fmla="val 0"/>
            </a:avLst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63ED38D2-75C3-4D27-AED0-15D0EB141B88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565178"/>
            <a:ext cx="11082528" cy="33855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Статус работ по внедрению решений</a:t>
            </a:r>
            <a:r>
              <a:rPr lang="en-US" dirty="0"/>
              <a:t> </a:t>
            </a:r>
            <a:r>
              <a:rPr lang="ru-RU" dirty="0"/>
              <a:t>умного дома </a:t>
            </a:r>
            <a:r>
              <a:rPr lang="en-US" dirty="0"/>
              <a:t>(</a:t>
            </a:r>
            <a:r>
              <a:rPr lang="ru-RU" dirty="0"/>
              <a:t>3</a:t>
            </a:r>
            <a:r>
              <a:rPr lang="en-US" dirty="0"/>
              <a:t>/</a:t>
            </a:r>
            <a:r>
              <a:rPr lang="ru-RU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3. Subtitle" hidden="1">
            <a:extLst>
              <a:ext uri="{FF2B5EF4-FFF2-40B4-BE49-F238E27FC236}">
                <a16:creationId xmlns:a16="http://schemas.microsoft.com/office/drawing/2014/main" id="{0B00972E-83DA-406B-B107-6278BABDECD8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1. On-page tracker" hidden="1">
            <a:extLst>
              <a:ext uri="{FF2B5EF4-FFF2-40B4-BE49-F238E27FC236}">
                <a16:creationId xmlns:a16="http://schemas.microsoft.com/office/drawing/2014/main" id="{018054BB-F240-4C6D-9E1A-1BAB757A8EB2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p:cxnSp>
        <p:nvCxnSpPr>
          <p:cNvPr id="13" name="LineContentSeparatorDefault 13">
            <a:extLst>
              <a:ext uri="{FF2B5EF4-FFF2-40B4-BE49-F238E27FC236}">
                <a16:creationId xmlns:a16="http://schemas.microsoft.com/office/drawing/2014/main" id="{22D8CB64-292E-4844-9E7D-A53EF89A55FE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3059742" y="4580353"/>
            <a:ext cx="8575046" cy="0"/>
          </a:xfrm>
          <a:prstGeom prst="straightConnector1">
            <a:avLst/>
          </a:prstGeom>
          <a:ln w="6350" cap="sq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LineContentSeparatorDefault 13">
            <a:extLst>
              <a:ext uri="{FF2B5EF4-FFF2-40B4-BE49-F238E27FC236}">
                <a16:creationId xmlns:a16="http://schemas.microsoft.com/office/drawing/2014/main" id="{EBD145D5-80DD-4E4C-ACF1-86E9BE94989D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63545" y="4580353"/>
            <a:ext cx="2098509" cy="0"/>
          </a:xfrm>
          <a:prstGeom prst="straightConnector1">
            <a:avLst/>
          </a:prstGeom>
          <a:ln w="6350" cap="sq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AD2958DE-EA0B-47BF-AA6C-53E4D92A4818}"/>
              </a:ext>
            </a:extLst>
          </p:cNvPr>
          <p:cNvGrpSpPr>
            <a:grpSpLocks/>
          </p:cNvGrpSpPr>
          <p:nvPr/>
        </p:nvGrpSpPr>
        <p:grpSpPr>
          <a:xfrm>
            <a:off x="3059742" y="1373675"/>
            <a:ext cx="3962399" cy="278100"/>
            <a:chOff x="4000500" y="2315752"/>
            <a:chExt cx="2026003" cy="278100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3F17BDB-D546-449C-BA87-16391A8FC7C3}"/>
                </a:ext>
              </a:extLst>
            </p:cNvPr>
            <p:cNvCxnSpPr>
              <a:cxnSpLocks/>
            </p:cNvCxnSpPr>
            <p:nvPr/>
          </p:nvCxnSpPr>
          <p:spPr>
            <a:xfrm>
              <a:off x="4000500" y="2593852"/>
              <a:ext cx="195520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B82AC1D-420D-4579-932D-5F999475BD9F}"/>
                </a:ext>
              </a:extLst>
            </p:cNvPr>
            <p:cNvSpPr txBox="1">
              <a:spLocks/>
            </p:cNvSpPr>
            <p:nvPr/>
          </p:nvSpPr>
          <p:spPr>
            <a:xfrm>
              <a:off x="4000500" y="2315752"/>
              <a:ext cx="2026003" cy="215444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>
              <a:lvl1pPr marL="342900" lvl="0" indent="-342900">
                <a:spcBef>
                  <a:spcPct val="20000"/>
                </a:spcBef>
                <a:buFont typeface="Arial" pitchFamily="34" charset="0"/>
                <a:buChar char="•"/>
                <a:defRPr sz="1600"/>
              </a:lvl1pPr>
              <a:lvl2pPr marL="742950" lvl="1" indent="-285750">
                <a:spcBef>
                  <a:spcPct val="20000"/>
                </a:spcBef>
                <a:buFont typeface="Arial" pitchFamily="34" charset="0"/>
                <a:buChar char="–"/>
                <a:defRPr sz="1600"/>
              </a:lvl2pPr>
              <a:lvl3pPr marL="1143000" lvl="2" indent="-228600">
                <a:spcBef>
                  <a:spcPct val="20000"/>
                </a:spcBef>
                <a:buFont typeface="Arial" pitchFamily="34" charset="0"/>
                <a:buChar char="•"/>
                <a:defRPr sz="1600"/>
              </a:lvl3pPr>
              <a:lvl4pPr marL="1600200" lvl="3" indent="-228600">
                <a:spcBef>
                  <a:spcPct val="20000"/>
                </a:spcBef>
                <a:buFont typeface="Arial" pitchFamily="34" charset="0"/>
                <a:buChar char="–"/>
                <a:defRPr sz="1600"/>
              </a:lvl4pPr>
              <a:lvl5pPr marL="2057400" lvl="4" indent="-228600">
                <a:spcBef>
                  <a:spcPct val="20000"/>
                </a:spcBef>
                <a:buFont typeface="Arial" pitchFamily="34" charset="0"/>
                <a:buChar char="»"/>
                <a:defRPr sz="1600"/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marL="0" indent="0">
                <a:buNone/>
              </a:pPr>
              <a:r>
                <a:rPr lang="ru-RU" sz="1400" b="1" dirty="0">
                  <a:sym typeface="+mn-lt"/>
                </a:rPr>
                <a:t>Сделано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683B1CF-23B1-496F-9C06-489323854A2B}"/>
              </a:ext>
            </a:extLst>
          </p:cNvPr>
          <p:cNvGrpSpPr>
            <a:grpSpLocks/>
          </p:cNvGrpSpPr>
          <p:nvPr/>
        </p:nvGrpSpPr>
        <p:grpSpPr>
          <a:xfrm>
            <a:off x="7118494" y="1373675"/>
            <a:ext cx="3573214" cy="278100"/>
            <a:chOff x="4000500" y="2315752"/>
            <a:chExt cx="2026003" cy="278100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84B67D0-2DE8-4CAB-A0D1-102B0C9F283F}"/>
                </a:ext>
              </a:extLst>
            </p:cNvPr>
            <p:cNvCxnSpPr>
              <a:cxnSpLocks/>
            </p:cNvCxnSpPr>
            <p:nvPr/>
          </p:nvCxnSpPr>
          <p:spPr>
            <a:xfrm>
              <a:off x="4000500" y="2593852"/>
              <a:ext cx="194192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0657BFB-4CB4-4A70-9634-EE7344EAFD78}"/>
                </a:ext>
              </a:extLst>
            </p:cNvPr>
            <p:cNvSpPr txBox="1">
              <a:spLocks/>
            </p:cNvSpPr>
            <p:nvPr/>
          </p:nvSpPr>
          <p:spPr>
            <a:xfrm>
              <a:off x="4000500" y="2315752"/>
              <a:ext cx="2026003" cy="215444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>
              <a:lvl1pPr marL="342900" lvl="0" indent="-342900">
                <a:spcBef>
                  <a:spcPct val="20000"/>
                </a:spcBef>
                <a:buFont typeface="Arial" pitchFamily="34" charset="0"/>
                <a:buChar char="•"/>
                <a:defRPr sz="1600"/>
              </a:lvl1pPr>
              <a:lvl2pPr marL="742950" lvl="1" indent="-285750">
                <a:spcBef>
                  <a:spcPct val="20000"/>
                </a:spcBef>
                <a:buFont typeface="Arial" pitchFamily="34" charset="0"/>
                <a:buChar char="–"/>
                <a:defRPr sz="1600"/>
              </a:lvl2pPr>
              <a:lvl3pPr marL="1143000" lvl="2" indent="-228600">
                <a:spcBef>
                  <a:spcPct val="20000"/>
                </a:spcBef>
                <a:buFont typeface="Arial" pitchFamily="34" charset="0"/>
                <a:buChar char="•"/>
                <a:defRPr sz="1600"/>
              </a:lvl3pPr>
              <a:lvl4pPr marL="1600200" lvl="3" indent="-228600">
                <a:spcBef>
                  <a:spcPct val="20000"/>
                </a:spcBef>
                <a:buFont typeface="Arial" pitchFamily="34" charset="0"/>
                <a:buChar char="–"/>
                <a:defRPr sz="1600"/>
              </a:lvl4pPr>
              <a:lvl5pPr marL="2057400" lvl="4" indent="-228600">
                <a:spcBef>
                  <a:spcPct val="20000"/>
                </a:spcBef>
                <a:buFont typeface="Arial" pitchFamily="34" charset="0"/>
                <a:buChar char="»"/>
                <a:defRPr sz="1600"/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marL="0" indent="0">
                <a:buNone/>
              </a:pPr>
              <a:r>
                <a:rPr lang="ru-RU" sz="1400" b="1" dirty="0">
                  <a:sym typeface="+mn-lt"/>
                </a:rPr>
                <a:t>Планируется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B8B823C-B542-4F34-9687-B9351101B0A0}"/>
              </a:ext>
            </a:extLst>
          </p:cNvPr>
          <p:cNvSpPr txBox="1">
            <a:spLocks/>
          </p:cNvSpPr>
          <p:nvPr/>
        </p:nvSpPr>
        <p:spPr>
          <a:xfrm>
            <a:off x="642764" y="1896365"/>
            <a:ext cx="2508646" cy="4924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>
                <a:solidFill>
                  <a:schemeClr val="bg1"/>
                </a:solidFill>
                <a:latin typeface="Arial Black" panose="020B0A04020102020204" pitchFamily="34" charset="0"/>
              </a:rPr>
              <a:t>Изменение</a:t>
            </a:r>
            <a:br>
              <a:rPr lang="ru-RU" sz="16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sz="1600" dirty="0">
                <a:solidFill>
                  <a:schemeClr val="bg1"/>
                </a:solidFill>
                <a:latin typeface="Arial Black" panose="020B0A04020102020204" pitchFamily="34" charset="0"/>
              </a:rPr>
              <a:t>НПА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956F25-BE51-4AF8-B370-2DA27363E01D}"/>
              </a:ext>
            </a:extLst>
          </p:cNvPr>
          <p:cNvSpPr txBox="1">
            <a:spLocks/>
          </p:cNvSpPr>
          <p:nvPr/>
        </p:nvSpPr>
        <p:spPr>
          <a:xfrm>
            <a:off x="642764" y="4702648"/>
            <a:ext cx="2508646" cy="4924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600" dirty="0">
                <a:solidFill>
                  <a:schemeClr val="bg1"/>
                </a:solidFill>
                <a:latin typeface="Arial Black" panose="020B0A04020102020204" pitchFamily="34" charset="0"/>
              </a:rPr>
              <a:t>Публичное</a:t>
            </a:r>
            <a:br>
              <a:rPr lang="ru-RU" sz="16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sz="1600" dirty="0">
                <a:solidFill>
                  <a:schemeClr val="bg1"/>
                </a:solidFill>
                <a:latin typeface="Arial Black" panose="020B0A04020102020204" pitchFamily="34" charset="0"/>
              </a:rPr>
              <a:t>продвижение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501A07A-2067-4AD4-90F6-123DC87ECD0E}"/>
              </a:ext>
            </a:extLst>
          </p:cNvPr>
          <p:cNvGrpSpPr>
            <a:grpSpLocks/>
          </p:cNvGrpSpPr>
          <p:nvPr/>
        </p:nvGrpSpPr>
        <p:grpSpPr>
          <a:xfrm>
            <a:off x="10796973" y="1373675"/>
            <a:ext cx="3573214" cy="278100"/>
            <a:chOff x="4000500" y="2315752"/>
            <a:chExt cx="2026003" cy="278100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3BFEEAE-A053-4B7F-9F92-F24277B263DC}"/>
                </a:ext>
              </a:extLst>
            </p:cNvPr>
            <p:cNvCxnSpPr>
              <a:cxnSpLocks/>
            </p:cNvCxnSpPr>
            <p:nvPr/>
          </p:nvCxnSpPr>
          <p:spPr>
            <a:xfrm>
              <a:off x="4000500" y="2593852"/>
              <a:ext cx="47644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64F074F-D0AF-4134-8CCB-8C2EB13CF93E}"/>
                </a:ext>
              </a:extLst>
            </p:cNvPr>
            <p:cNvSpPr txBox="1">
              <a:spLocks/>
            </p:cNvSpPr>
            <p:nvPr/>
          </p:nvSpPr>
          <p:spPr>
            <a:xfrm>
              <a:off x="4000500" y="2315752"/>
              <a:ext cx="2026003" cy="215444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>
              <a:lvl1pPr marL="342900" lvl="0" indent="-342900">
                <a:spcBef>
                  <a:spcPct val="20000"/>
                </a:spcBef>
                <a:buFont typeface="Arial" pitchFamily="34" charset="0"/>
                <a:buChar char="•"/>
                <a:defRPr sz="1600"/>
              </a:lvl1pPr>
              <a:lvl2pPr marL="742950" lvl="1" indent="-285750">
                <a:spcBef>
                  <a:spcPct val="20000"/>
                </a:spcBef>
                <a:buFont typeface="Arial" pitchFamily="34" charset="0"/>
                <a:buChar char="–"/>
                <a:defRPr sz="1600"/>
              </a:lvl2pPr>
              <a:lvl3pPr marL="1143000" lvl="2" indent="-228600">
                <a:spcBef>
                  <a:spcPct val="20000"/>
                </a:spcBef>
                <a:buFont typeface="Arial" pitchFamily="34" charset="0"/>
                <a:buChar char="•"/>
                <a:defRPr sz="1600"/>
              </a:lvl3pPr>
              <a:lvl4pPr marL="1600200" lvl="3" indent="-228600">
                <a:spcBef>
                  <a:spcPct val="20000"/>
                </a:spcBef>
                <a:buFont typeface="Arial" pitchFamily="34" charset="0"/>
                <a:buChar char="–"/>
                <a:defRPr sz="1600"/>
              </a:lvl4pPr>
              <a:lvl5pPr marL="2057400" lvl="4" indent="-228600">
                <a:spcBef>
                  <a:spcPct val="20000"/>
                </a:spcBef>
                <a:buFont typeface="Arial" pitchFamily="34" charset="0"/>
                <a:buChar char="»"/>
                <a:defRPr sz="1600"/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marL="0" indent="0">
                <a:buNone/>
              </a:pPr>
              <a:r>
                <a:rPr lang="ru-RU" sz="1400" b="1" dirty="0">
                  <a:sym typeface="+mn-lt"/>
                </a:rPr>
                <a:t>Срок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062BB1C-B3C8-4353-851E-C57D9D88CB51}"/>
              </a:ext>
            </a:extLst>
          </p:cNvPr>
          <p:cNvSpPr txBox="1"/>
          <p:nvPr/>
        </p:nvSpPr>
        <p:spPr>
          <a:xfrm>
            <a:off x="10797760" y="1785392"/>
            <a:ext cx="839504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01.12.21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6AA105-E40E-4CA2-9490-06A76022F081}"/>
              </a:ext>
            </a:extLst>
          </p:cNvPr>
          <p:cNvSpPr txBox="1"/>
          <p:nvPr/>
        </p:nvSpPr>
        <p:spPr>
          <a:xfrm>
            <a:off x="10787404" y="2672416"/>
            <a:ext cx="839504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01.12.22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DD5AA15-BCDD-4118-9EA5-F51990FD4EED}"/>
              </a:ext>
            </a:extLst>
          </p:cNvPr>
          <p:cNvSpPr txBox="1"/>
          <p:nvPr/>
        </p:nvSpPr>
        <p:spPr>
          <a:xfrm>
            <a:off x="10787404" y="4681454"/>
            <a:ext cx="839504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01.10.21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5D07A29-3222-41CA-B3DC-3E838868EE3C}"/>
              </a:ext>
            </a:extLst>
          </p:cNvPr>
          <p:cNvSpPr txBox="1"/>
          <p:nvPr/>
        </p:nvSpPr>
        <p:spPr>
          <a:xfrm>
            <a:off x="7118494" y="1777811"/>
            <a:ext cx="3573214" cy="148502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spcBef>
                <a:spcPts val="300"/>
              </a:spcBef>
            </a:pPr>
            <a:r>
              <a:rPr lang="ru-RU" sz="1200" dirty="0">
                <a:cs typeface="Times New Roman" panose="02020603050405020304" pitchFamily="18" charset="0"/>
              </a:rPr>
              <a:t>Утвердить </a:t>
            </a:r>
            <a:r>
              <a:rPr lang="ru-RU" sz="1200" b="1" dirty="0">
                <a:cs typeface="Times New Roman" panose="02020603050405020304" pitchFamily="18" charset="0"/>
              </a:rPr>
              <a:t>изменения</a:t>
            </a:r>
            <a:r>
              <a:rPr lang="ru-RU" sz="1200" dirty="0">
                <a:cs typeface="Times New Roman" panose="02020603050405020304" pitchFamily="18" charset="0"/>
              </a:rPr>
              <a:t> в </a:t>
            </a:r>
            <a:r>
              <a:rPr lang="ru-RU" sz="1200" b="1" dirty="0">
                <a:cs typeface="Times New Roman" panose="02020603050405020304" pitchFamily="18" charset="0"/>
              </a:rPr>
              <a:t>ПП Москвы </a:t>
            </a:r>
            <a:br>
              <a:rPr lang="ru-RU" sz="1200" b="1" dirty="0">
                <a:cs typeface="Times New Roman" panose="02020603050405020304" pitchFamily="18" charset="0"/>
              </a:rPr>
            </a:br>
            <a:r>
              <a:rPr lang="ru-RU" sz="1200" b="1" dirty="0">
                <a:cs typeface="Times New Roman" panose="02020603050405020304" pitchFamily="18" charset="0"/>
              </a:rPr>
              <a:t>№ 660 и ПП Москвы № 146</a:t>
            </a:r>
          </a:p>
          <a:p>
            <a:pPr lvl="1">
              <a:spcBef>
                <a:spcPts val="300"/>
              </a:spcBef>
            </a:pPr>
            <a:r>
              <a:rPr lang="ru-RU" sz="1200" dirty="0">
                <a:cs typeface="Times New Roman" panose="02020603050405020304" pitchFamily="18" charset="0"/>
              </a:rPr>
              <a:t>Разработать </a:t>
            </a:r>
            <a:r>
              <a:rPr lang="ru-RU" sz="1200" b="1" dirty="0">
                <a:cs typeface="Times New Roman" panose="02020603050405020304" pitchFamily="18" charset="0"/>
              </a:rPr>
              <a:t>«Единую методику начисления за ресурсы»</a:t>
            </a:r>
          </a:p>
          <a:p>
            <a:pPr lvl="1">
              <a:spcBef>
                <a:spcPts val="300"/>
              </a:spcBef>
            </a:pPr>
            <a:r>
              <a:rPr lang="ru-RU" sz="1200" dirty="0">
                <a:cs typeface="Times New Roman" panose="02020603050405020304" pitchFamily="18" charset="0"/>
              </a:rPr>
              <a:t>Разработать и утвердить </a:t>
            </a:r>
            <a:r>
              <a:rPr lang="ru-RU" sz="1200" b="1" dirty="0">
                <a:cs typeface="Times New Roman" panose="02020603050405020304" pitchFamily="18" charset="0"/>
              </a:rPr>
              <a:t>Смарт-стандарт 2.0</a:t>
            </a:r>
          </a:p>
          <a:p>
            <a:pPr lvl="1"/>
            <a:endParaRPr lang="ru-RU" sz="1200" b="1" dirty="0">
              <a:solidFill>
                <a:schemeClr val="tx2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3FB4279-A0C2-450A-B019-CDD2B50C584F}"/>
              </a:ext>
            </a:extLst>
          </p:cNvPr>
          <p:cNvGrpSpPr/>
          <p:nvPr/>
        </p:nvGrpSpPr>
        <p:grpSpPr>
          <a:xfrm>
            <a:off x="1990391" y="3364313"/>
            <a:ext cx="704850" cy="703263"/>
            <a:chOff x="5370513" y="3413126"/>
            <a:chExt cx="704850" cy="703263"/>
          </a:xfrm>
        </p:grpSpPr>
        <p:sp>
          <p:nvSpPr>
            <p:cNvPr id="41" name="Freeform 142">
              <a:extLst>
                <a:ext uri="{FF2B5EF4-FFF2-40B4-BE49-F238E27FC236}">
                  <a16:creationId xmlns:a16="http://schemas.microsoft.com/office/drawing/2014/main" id="{B99E14F0-B5BD-414D-9C07-A7D7E28B0B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8450" y="3413126"/>
              <a:ext cx="692150" cy="287338"/>
            </a:xfrm>
            <a:custGeom>
              <a:avLst/>
              <a:gdLst>
                <a:gd name="T0" fmla="*/ 0 w 185"/>
                <a:gd name="T1" fmla="*/ 73 h 77"/>
                <a:gd name="T2" fmla="*/ 92 w 185"/>
                <a:gd name="T3" fmla="*/ 0 h 77"/>
                <a:gd name="T4" fmla="*/ 185 w 185"/>
                <a:gd name="T5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5" h="77">
                  <a:moveTo>
                    <a:pt x="0" y="73"/>
                  </a:moveTo>
                  <a:cubicBezTo>
                    <a:pt x="10" y="31"/>
                    <a:pt x="47" y="0"/>
                    <a:pt x="92" y="0"/>
                  </a:cubicBezTo>
                  <a:cubicBezTo>
                    <a:pt x="138" y="0"/>
                    <a:pt x="177" y="33"/>
                    <a:pt x="185" y="77"/>
                  </a:cubicBezTo>
                </a:path>
              </a:pathLst>
            </a:custGeom>
            <a:noFill/>
            <a:ln w="1905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2" name="Freeform 143">
              <a:extLst>
                <a:ext uri="{FF2B5EF4-FFF2-40B4-BE49-F238E27FC236}">
                  <a16:creationId xmlns:a16="http://schemas.microsoft.com/office/drawing/2014/main" id="{64657493-2E02-40E1-BAC4-4DF90DABF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5275" y="3829051"/>
              <a:ext cx="692150" cy="287338"/>
            </a:xfrm>
            <a:custGeom>
              <a:avLst/>
              <a:gdLst>
                <a:gd name="T0" fmla="*/ 185 w 185"/>
                <a:gd name="T1" fmla="*/ 5 h 77"/>
                <a:gd name="T2" fmla="*/ 93 w 185"/>
                <a:gd name="T3" fmla="*/ 77 h 77"/>
                <a:gd name="T4" fmla="*/ 0 w 185"/>
                <a:gd name="T5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5" h="77">
                  <a:moveTo>
                    <a:pt x="185" y="5"/>
                  </a:moveTo>
                  <a:cubicBezTo>
                    <a:pt x="175" y="46"/>
                    <a:pt x="138" y="77"/>
                    <a:pt x="93" y="77"/>
                  </a:cubicBezTo>
                  <a:cubicBezTo>
                    <a:pt x="47" y="77"/>
                    <a:pt x="8" y="44"/>
                    <a:pt x="0" y="0"/>
                  </a:cubicBezTo>
                </a:path>
              </a:pathLst>
            </a:custGeom>
            <a:noFill/>
            <a:ln w="1905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" name="Freeform 144">
              <a:extLst>
                <a:ext uri="{FF2B5EF4-FFF2-40B4-BE49-F238E27FC236}">
                  <a16:creationId xmlns:a16="http://schemas.microsoft.com/office/drawing/2014/main" id="{D5D695B4-0DC2-468B-8ACE-8EF286F716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0513" y="3476626"/>
              <a:ext cx="542925" cy="449263"/>
            </a:xfrm>
            <a:custGeom>
              <a:avLst/>
              <a:gdLst>
                <a:gd name="T0" fmla="*/ 145 w 145"/>
                <a:gd name="T1" fmla="*/ 20 h 120"/>
                <a:gd name="T2" fmla="*/ 94 w 145"/>
                <a:gd name="T3" fmla="*/ 0 h 120"/>
                <a:gd name="T4" fmla="*/ 17 w 145"/>
                <a:gd name="T5" fmla="*/ 69 h 120"/>
                <a:gd name="T6" fmla="*/ 0 w 145"/>
                <a:gd name="T7" fmla="*/ 69 h 120"/>
                <a:gd name="T8" fmla="*/ 38 w 145"/>
                <a:gd name="T9" fmla="*/ 120 h 120"/>
                <a:gd name="T10" fmla="*/ 77 w 145"/>
                <a:gd name="T11" fmla="*/ 69 h 120"/>
                <a:gd name="T12" fmla="*/ 60 w 145"/>
                <a:gd name="T13" fmla="*/ 69 h 120"/>
                <a:gd name="T14" fmla="*/ 103 w 145"/>
                <a:gd name="T15" fmla="*/ 17 h 120"/>
                <a:gd name="T16" fmla="*/ 137 w 145"/>
                <a:gd name="T17" fmla="*/ 3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5" h="120">
                  <a:moveTo>
                    <a:pt x="145" y="20"/>
                  </a:moveTo>
                  <a:cubicBezTo>
                    <a:pt x="132" y="7"/>
                    <a:pt x="114" y="0"/>
                    <a:pt x="94" y="0"/>
                  </a:cubicBezTo>
                  <a:cubicBezTo>
                    <a:pt x="54" y="0"/>
                    <a:pt x="21" y="30"/>
                    <a:pt x="17" y="6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38" y="120"/>
                    <a:pt x="38" y="120"/>
                    <a:pt x="38" y="120"/>
                  </a:cubicBezTo>
                  <a:cubicBezTo>
                    <a:pt x="77" y="69"/>
                    <a:pt x="77" y="69"/>
                    <a:pt x="77" y="69"/>
                  </a:cubicBezTo>
                  <a:cubicBezTo>
                    <a:pt x="60" y="69"/>
                    <a:pt x="60" y="69"/>
                    <a:pt x="60" y="69"/>
                  </a:cubicBezTo>
                  <a:cubicBezTo>
                    <a:pt x="60" y="40"/>
                    <a:pt x="73" y="17"/>
                    <a:pt x="103" y="17"/>
                  </a:cubicBezTo>
                  <a:cubicBezTo>
                    <a:pt x="117" y="17"/>
                    <a:pt x="129" y="22"/>
                    <a:pt x="137" y="30"/>
                  </a:cubicBezTo>
                </a:path>
              </a:pathLst>
            </a:custGeom>
            <a:noFill/>
            <a:ln w="1905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" name="Freeform 145">
              <a:extLst>
                <a:ext uri="{FF2B5EF4-FFF2-40B4-BE49-F238E27FC236}">
                  <a16:creationId xmlns:a16="http://schemas.microsoft.com/office/drawing/2014/main" id="{586481A8-305B-4CF5-AC53-C3C80B225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2438" y="3603626"/>
              <a:ext cx="542925" cy="449263"/>
            </a:xfrm>
            <a:custGeom>
              <a:avLst/>
              <a:gdLst>
                <a:gd name="T0" fmla="*/ 0 w 145"/>
                <a:gd name="T1" fmla="*/ 101 h 120"/>
                <a:gd name="T2" fmla="*/ 51 w 145"/>
                <a:gd name="T3" fmla="*/ 120 h 120"/>
                <a:gd name="T4" fmla="*/ 128 w 145"/>
                <a:gd name="T5" fmla="*/ 52 h 120"/>
                <a:gd name="T6" fmla="*/ 145 w 145"/>
                <a:gd name="T7" fmla="*/ 52 h 120"/>
                <a:gd name="T8" fmla="*/ 107 w 145"/>
                <a:gd name="T9" fmla="*/ 0 h 120"/>
                <a:gd name="T10" fmla="*/ 68 w 145"/>
                <a:gd name="T11" fmla="*/ 52 h 120"/>
                <a:gd name="T12" fmla="*/ 85 w 145"/>
                <a:gd name="T13" fmla="*/ 52 h 120"/>
                <a:gd name="T14" fmla="*/ 43 w 145"/>
                <a:gd name="T15" fmla="*/ 103 h 120"/>
                <a:gd name="T16" fmla="*/ 8 w 145"/>
                <a:gd name="T17" fmla="*/ 9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5" h="120">
                  <a:moveTo>
                    <a:pt x="0" y="101"/>
                  </a:moveTo>
                  <a:cubicBezTo>
                    <a:pt x="13" y="113"/>
                    <a:pt x="31" y="120"/>
                    <a:pt x="51" y="120"/>
                  </a:cubicBezTo>
                  <a:cubicBezTo>
                    <a:pt x="91" y="120"/>
                    <a:pt x="124" y="90"/>
                    <a:pt x="128" y="52"/>
                  </a:cubicBezTo>
                  <a:cubicBezTo>
                    <a:pt x="145" y="52"/>
                    <a:pt x="145" y="52"/>
                    <a:pt x="145" y="52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68" y="52"/>
                    <a:pt x="68" y="52"/>
                    <a:pt x="68" y="52"/>
                  </a:cubicBezTo>
                  <a:cubicBezTo>
                    <a:pt x="85" y="52"/>
                    <a:pt x="85" y="52"/>
                    <a:pt x="85" y="52"/>
                  </a:cubicBezTo>
                  <a:cubicBezTo>
                    <a:pt x="85" y="82"/>
                    <a:pt x="72" y="103"/>
                    <a:pt x="43" y="103"/>
                  </a:cubicBezTo>
                  <a:cubicBezTo>
                    <a:pt x="28" y="103"/>
                    <a:pt x="16" y="98"/>
                    <a:pt x="8" y="90"/>
                  </a:cubicBezTo>
                </a:path>
              </a:pathLst>
            </a:custGeom>
            <a:noFill/>
            <a:ln w="1905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59C1C8B3-B173-4E84-9D00-37FF413138E3}"/>
              </a:ext>
            </a:extLst>
          </p:cNvPr>
          <p:cNvSpPr txBox="1"/>
          <p:nvPr/>
        </p:nvSpPr>
        <p:spPr>
          <a:xfrm>
            <a:off x="3059742" y="1785392"/>
            <a:ext cx="3962399" cy="256993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/>
            <a:r>
              <a:rPr lang="ru-RU" sz="1200" dirty="0">
                <a:cs typeface="Times New Roman" panose="02020603050405020304" pitchFamily="18" charset="0"/>
              </a:rPr>
              <a:t>Подготовлены </a:t>
            </a:r>
            <a:r>
              <a:rPr lang="ru-RU" sz="1200" b="1" dirty="0">
                <a:cs typeface="Times New Roman" panose="02020603050405020304" pitchFamily="18" charset="0"/>
              </a:rPr>
              <a:t>изменения в Постановления Правительства Москвы от 22.08.2000 №660 </a:t>
            </a:r>
            <a:r>
              <a:rPr lang="ru-RU" sz="1200" dirty="0">
                <a:cs typeface="Times New Roman" panose="02020603050405020304" pitchFamily="18" charset="0"/>
              </a:rPr>
              <a:t>и </a:t>
            </a:r>
            <a:r>
              <a:rPr lang="ru-RU" sz="1200" b="1" dirty="0">
                <a:cs typeface="Times New Roman" panose="02020603050405020304" pitchFamily="18" charset="0"/>
              </a:rPr>
              <a:t>от 14.03.2013</a:t>
            </a:r>
            <a:r>
              <a:rPr lang="ru-RU" sz="1200" dirty="0">
                <a:cs typeface="Times New Roman" panose="02020603050405020304" pitchFamily="18" charset="0"/>
              </a:rPr>
              <a:t> </a:t>
            </a:r>
            <a:r>
              <a:rPr lang="ru-RU" sz="1200" b="1" dirty="0">
                <a:cs typeface="Times New Roman" panose="02020603050405020304" pitchFamily="18" charset="0"/>
              </a:rPr>
              <a:t>№146  </a:t>
            </a:r>
            <a:r>
              <a:rPr lang="ru-RU" sz="1200" dirty="0">
                <a:cs typeface="Times New Roman" panose="02020603050405020304" pitchFamily="18" charset="0"/>
              </a:rPr>
              <a:t>для передачи имущества в эксплуатацию и управление КП МПТЦ (на текущий момент имущество</a:t>
            </a:r>
            <a:r>
              <a:rPr lang="en-US" sz="1200" dirty="0">
                <a:cs typeface="Times New Roman" panose="02020603050405020304" pitchFamily="18" charset="0"/>
              </a:rPr>
              <a:t> </a:t>
            </a:r>
            <a:r>
              <a:rPr lang="ru-RU" sz="1200" dirty="0">
                <a:cs typeface="Times New Roman" panose="02020603050405020304" pitchFamily="18" charset="0"/>
              </a:rPr>
              <a:t>в ведении управляющих компаний) </a:t>
            </a:r>
          </a:p>
          <a:p>
            <a:pPr lvl="1"/>
            <a:r>
              <a:rPr lang="ru-RU" sz="1200" b="1" dirty="0">
                <a:cs typeface="Times New Roman" panose="02020603050405020304" pitchFamily="18" charset="0"/>
              </a:rPr>
              <a:t>Выявлены </a:t>
            </a:r>
            <a:r>
              <a:rPr lang="ru-RU" sz="1200" dirty="0">
                <a:cs typeface="Times New Roman" panose="02020603050405020304" pitchFamily="18" charset="0"/>
              </a:rPr>
              <a:t>необходимые</a:t>
            </a:r>
            <a:r>
              <a:rPr lang="ru-RU" sz="1200" b="1" dirty="0">
                <a:cs typeface="Times New Roman" panose="02020603050405020304" pitchFamily="18" charset="0"/>
              </a:rPr>
              <a:t> дополнения </a:t>
            </a:r>
            <a:br>
              <a:rPr lang="ru-RU" sz="1200" b="1" dirty="0">
                <a:cs typeface="Times New Roman" panose="02020603050405020304" pitchFamily="18" charset="0"/>
              </a:rPr>
            </a:br>
            <a:r>
              <a:rPr lang="ru-RU" sz="1200" dirty="0">
                <a:cs typeface="Times New Roman" panose="02020603050405020304" pitchFamily="18" charset="0"/>
              </a:rPr>
              <a:t>и</a:t>
            </a:r>
            <a:r>
              <a:rPr lang="ru-RU" sz="1200" b="1" dirty="0">
                <a:cs typeface="Times New Roman" panose="02020603050405020304" pitchFamily="18" charset="0"/>
              </a:rPr>
              <a:t> изменения </a:t>
            </a:r>
            <a:r>
              <a:rPr lang="ru-RU" sz="1200" dirty="0">
                <a:cs typeface="Times New Roman" panose="02020603050405020304" pitchFamily="18" charset="0"/>
              </a:rPr>
              <a:t>в</a:t>
            </a:r>
            <a:r>
              <a:rPr lang="en-US" sz="1200" dirty="0">
                <a:cs typeface="Times New Roman" panose="02020603050405020304" pitchFamily="18" charset="0"/>
              </a:rPr>
              <a:t> </a:t>
            </a:r>
            <a:r>
              <a:rPr lang="ru-RU" sz="1200" b="1" dirty="0">
                <a:cs typeface="Times New Roman" panose="02020603050405020304" pitchFamily="18" charset="0"/>
              </a:rPr>
              <a:t>Смарт-стандарт:</a:t>
            </a:r>
          </a:p>
          <a:p>
            <a:pPr marL="226796" lvl="2" indent="0">
              <a:buNone/>
            </a:pPr>
            <a:endParaRPr lang="ru-RU" sz="100" b="1" dirty="0">
              <a:cs typeface="Times New Roman" panose="02020603050405020304" pitchFamily="18" charset="0"/>
            </a:endParaRPr>
          </a:p>
          <a:p>
            <a:pPr lvl="2"/>
            <a:r>
              <a:rPr lang="ru-RU" sz="1200" b="1" dirty="0">
                <a:cs typeface="Times New Roman" panose="02020603050405020304" pitchFamily="18" charset="0"/>
              </a:rPr>
              <a:t>конкретизация требований </a:t>
            </a:r>
            <a:r>
              <a:rPr lang="ru-RU" sz="1200" dirty="0">
                <a:cs typeface="Times New Roman" panose="02020603050405020304" pitchFamily="18" charset="0"/>
              </a:rPr>
              <a:t>к организации</a:t>
            </a:r>
            <a:r>
              <a:rPr lang="ru-RU" sz="1200" b="1" dirty="0">
                <a:cs typeface="Times New Roman" panose="02020603050405020304" pitchFamily="18" charset="0"/>
              </a:rPr>
              <a:t> инфраструктуры связи </a:t>
            </a:r>
            <a:r>
              <a:rPr lang="ru-RU" sz="1200" dirty="0">
                <a:cs typeface="Times New Roman" panose="02020603050405020304" pitchFamily="18" charset="0"/>
              </a:rPr>
              <a:t>и созданию </a:t>
            </a:r>
            <a:r>
              <a:rPr lang="ru-RU" sz="1200" b="1" dirty="0">
                <a:cs typeface="Times New Roman" panose="02020603050405020304" pitchFamily="18" charset="0"/>
              </a:rPr>
              <a:t>безопасной городской среды</a:t>
            </a:r>
            <a:r>
              <a:rPr lang="ru-RU" sz="1200" b="1" baseline="30000" dirty="0">
                <a:cs typeface="Times New Roman" panose="02020603050405020304" pitchFamily="18" charset="0"/>
              </a:rPr>
              <a:t>1</a:t>
            </a:r>
          </a:p>
          <a:p>
            <a:pPr lvl="2"/>
            <a:r>
              <a:rPr lang="ru-RU" sz="1200" b="1" dirty="0">
                <a:cs typeface="Times New Roman" panose="02020603050405020304" pitchFamily="18" charset="0"/>
              </a:rPr>
              <a:t>включение новых требований </a:t>
            </a:r>
            <a:r>
              <a:rPr lang="ru-RU" sz="1200" dirty="0">
                <a:cs typeface="Times New Roman" panose="02020603050405020304" pitchFamily="18" charset="0"/>
              </a:rPr>
              <a:t>для внедрения отобранных решений</a:t>
            </a:r>
            <a:r>
              <a:rPr lang="ru-RU" sz="1200" baseline="30000" dirty="0">
                <a:cs typeface="Times New Roman" panose="02020603050405020304" pitchFamily="18" charset="0"/>
              </a:rPr>
              <a:t>2</a:t>
            </a:r>
            <a:endParaRPr lang="ru-RU" sz="1200" dirty="0">
              <a:cs typeface="Times New Roman" panose="02020603050405020304" pitchFamily="18" charset="0"/>
            </a:endParaRPr>
          </a:p>
        </p:txBody>
      </p:sp>
      <p:sp>
        <p:nvSpPr>
          <p:cNvPr id="58" name="4. Footnote">
            <a:extLst>
              <a:ext uri="{FF2B5EF4-FFF2-40B4-BE49-F238E27FC236}">
                <a16:creationId xmlns:a16="http://schemas.microsoft.com/office/drawing/2014/main" id="{F1384C8B-DA00-41BA-A8E4-B0F02A4D19A9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554736" y="6345319"/>
            <a:ext cx="11082528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marL="219075" lvl="0" indent="-228600">
              <a:buAutoNum type="arabicPeriod"/>
            </a:pPr>
            <a:r>
              <a:rPr lang="ru-RU" dirty="0">
                <a:latin typeface="+mn-lt"/>
                <a:ea typeface="+mn-ea"/>
                <a:cs typeface="+mn-cs"/>
                <a:sym typeface="+mn-lt"/>
              </a:rPr>
              <a:t>В части закладных элементов для вывода кабелей видеонаблюдения на фасады на каждом этаже здания и организации ограничения несанкционированного доступа в технические помещения посредством установки автоматически запирающихся устройств и т.д.</a:t>
            </a:r>
          </a:p>
          <a:p>
            <a:pPr marL="219075" lvl="0" indent="-228600">
              <a:buAutoNum type="arabicPeriod"/>
            </a:pPr>
            <a:r>
              <a:rPr lang="ru-RU" dirty="0">
                <a:latin typeface="+mn-lt"/>
                <a:ea typeface="+mn-ea"/>
                <a:cs typeface="+mn-cs"/>
                <a:sym typeface="+mn-lt"/>
              </a:rPr>
              <a:t>Перечень решений </a:t>
            </a:r>
            <a:r>
              <a:rPr lang="ru-RU">
                <a:latin typeface="+mn-lt"/>
                <a:ea typeface="+mn-ea"/>
                <a:cs typeface="+mn-cs"/>
                <a:sym typeface="+mn-lt"/>
              </a:rPr>
              <a:t>будет </a:t>
            </a:r>
            <a:r>
              <a:rPr lang="ru-RU">
                <a:cs typeface="+mn-cs"/>
                <a:sym typeface="+mn-lt"/>
              </a:rPr>
              <a:t>сформирован </a:t>
            </a:r>
            <a:r>
              <a:rPr lang="ru-RU" dirty="0">
                <a:cs typeface="+mn-cs"/>
                <a:sym typeface="+mn-lt"/>
              </a:rPr>
              <a:t>по итогам исследования на востребованность жителями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34622DD-9545-4D81-9082-A5205C928F69}"/>
              </a:ext>
            </a:extLst>
          </p:cNvPr>
          <p:cNvSpPr txBox="1"/>
          <p:nvPr/>
        </p:nvSpPr>
        <p:spPr>
          <a:xfrm>
            <a:off x="10797760" y="2228904"/>
            <a:ext cx="839504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dirty="0"/>
              <a:t>01.12.21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1E9B2FF-C6CA-48BC-ABE4-0B663C867C1A}"/>
              </a:ext>
            </a:extLst>
          </p:cNvPr>
          <p:cNvSpPr/>
          <p:nvPr/>
        </p:nvSpPr>
        <p:spPr>
          <a:xfrm>
            <a:off x="6605483" y="4625703"/>
            <a:ext cx="40862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lvl="1" indent="-1714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cs typeface="Times New Roman" panose="02020603050405020304" pitchFamily="18" charset="0"/>
                <a:sym typeface="+mn-lt"/>
              </a:rPr>
              <a:t>Выпустить </a:t>
            </a:r>
            <a:r>
              <a:rPr lang="ru-RU" sz="1200" b="1" dirty="0"/>
              <a:t>публичное распоряжение Правительства Москвы </a:t>
            </a:r>
            <a:br>
              <a:rPr lang="ru-RU" sz="1200" b="1" dirty="0"/>
            </a:br>
            <a:r>
              <a:rPr lang="ru-RU" sz="1200" dirty="0"/>
              <a:t>о начале пилотирования</a:t>
            </a:r>
            <a:endParaRPr lang="ru-RU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8D382C8-251C-4871-968F-2A460121F03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023110" y="522633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207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6" hidden="1">
            <a:extLst>
              <a:ext uri="{FF2B5EF4-FFF2-40B4-BE49-F238E27FC236}">
                <a16:creationId xmlns:a16="http://schemas.microsoft.com/office/drawing/2014/main" id="{78AA2F42-3ECF-4D63-9EA3-D0C8D5426A1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46287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23" imgH="424" progId="TCLayout.ActiveDocument.1">
                  <p:embed/>
                </p:oleObj>
              </mc:Choice>
              <mc:Fallback>
                <p:oleObj name="think-cell Slide" r:id="rId10" imgW="423" imgH="424" progId="TCLayout.ActiveDocument.1">
                  <p:embed/>
                  <p:pic>
                    <p:nvPicPr>
                      <p:cNvPr id="8" name="Object 6" hidden="1">
                        <a:extLst>
                          <a:ext uri="{FF2B5EF4-FFF2-40B4-BE49-F238E27FC236}">
                            <a16:creationId xmlns:a16="http://schemas.microsoft.com/office/drawing/2014/main" id="{78AA2F42-3ECF-4D63-9EA3-D0C8D5426A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E5E09642-C651-45D7-B8AA-73386933B506}"/>
              </a:ext>
            </a:extLst>
          </p:cNvPr>
          <p:cNvGrpSpPr/>
          <p:nvPr/>
        </p:nvGrpSpPr>
        <p:grpSpPr>
          <a:xfrm>
            <a:off x="9381012" y="1373675"/>
            <a:ext cx="2256251" cy="4627072"/>
            <a:chOff x="9381012" y="1513311"/>
            <a:chExt cx="2256251" cy="4415085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1A90D2F1-24DD-4010-8D62-DB519B2268DB}"/>
                </a:ext>
              </a:extLst>
            </p:cNvPr>
            <p:cNvGrpSpPr>
              <a:grpSpLocks/>
            </p:cNvGrpSpPr>
            <p:nvPr>
              <p:custDataLst>
                <p:tags r:id="rId6"/>
              </p:custDataLst>
            </p:nvPr>
          </p:nvGrpSpPr>
          <p:grpSpPr>
            <a:xfrm>
              <a:off x="11121600" y="1513311"/>
              <a:ext cx="515663" cy="4415085"/>
              <a:chOff x="-3950868" y="746142"/>
              <a:chExt cx="3260031" cy="5225273"/>
            </a:xfrm>
          </p:grpSpPr>
          <p:sp>
            <p:nvSpPr>
              <p:cNvPr id="79" name="Arrow: Pentagon 4">
                <a:extLst>
                  <a:ext uri="{FF2B5EF4-FFF2-40B4-BE49-F238E27FC236}">
                    <a16:creationId xmlns:a16="http://schemas.microsoft.com/office/drawing/2014/main" id="{1AD1B316-31AB-4925-8CE9-2FD9D851B103}"/>
                  </a:ext>
                </a:extLst>
              </p:cNvPr>
              <p:cNvSpPr/>
              <p:nvPr/>
            </p:nvSpPr>
            <p:spPr>
              <a:xfrm>
                <a:off x="-3138446" y="1035698"/>
                <a:ext cx="2447609" cy="4724525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  <a:effectLst>
                <a:outerShdw blurRad="152400" sx="102000" sy="102000" algn="ctr" rotWithShape="0">
                  <a:schemeClr val="accent6">
                    <a:alpha val="28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Rectangle 167">
                <a:extLst>
                  <a:ext uri="{FF2B5EF4-FFF2-40B4-BE49-F238E27FC236}">
                    <a16:creationId xmlns:a16="http://schemas.microsoft.com/office/drawing/2014/main" id="{A4C2EAB8-7A47-45EA-B74D-EC4F4B697801}"/>
                  </a:ext>
                </a:extLst>
              </p:cNvPr>
              <p:cNvSpPr/>
              <p:nvPr/>
            </p:nvSpPr>
            <p:spPr>
              <a:xfrm>
                <a:off x="-3554834" y="918942"/>
                <a:ext cx="2863997" cy="2141949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2">
                      <a:alpha val="0"/>
                    </a:schemeClr>
                  </a:gs>
                </a:gsLst>
                <a:lin ang="5400000" scaled="1"/>
              </a:gra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Rectangle 168">
                <a:extLst>
                  <a:ext uri="{FF2B5EF4-FFF2-40B4-BE49-F238E27FC236}">
                    <a16:creationId xmlns:a16="http://schemas.microsoft.com/office/drawing/2014/main" id="{81296979-4996-431B-A929-4A94CDF24DB7}"/>
                  </a:ext>
                </a:extLst>
              </p:cNvPr>
              <p:cNvSpPr/>
              <p:nvPr/>
            </p:nvSpPr>
            <p:spPr>
              <a:xfrm rot="10800000">
                <a:off x="-3694534" y="3791071"/>
                <a:ext cx="3003697" cy="2180343"/>
              </a:xfrm>
              <a:prstGeom prst="rect">
                <a:avLst/>
              </a:prstGeom>
              <a:gradFill>
                <a:gsLst>
                  <a:gs pos="22000">
                    <a:schemeClr val="bg2"/>
                  </a:gs>
                  <a:gs pos="100000">
                    <a:schemeClr val="bg2">
                      <a:alpha val="0"/>
                    </a:schemeClr>
                  </a:gs>
                </a:gsLst>
                <a:lin ang="5400000" scaled="1"/>
              </a:gra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Rectangle 163">
                <a:extLst>
                  <a:ext uri="{FF2B5EF4-FFF2-40B4-BE49-F238E27FC236}">
                    <a16:creationId xmlns:a16="http://schemas.microsoft.com/office/drawing/2014/main" id="{70BBB088-AB80-47DF-9983-0D8284BDCF92}"/>
                  </a:ext>
                </a:extLst>
              </p:cNvPr>
              <p:cNvSpPr/>
              <p:nvPr/>
            </p:nvSpPr>
            <p:spPr>
              <a:xfrm>
                <a:off x="-3568328" y="746142"/>
                <a:ext cx="2877491" cy="219101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CB98AEDF-0F90-4B43-BEA1-B3C1E0A14211}"/>
                  </a:ext>
                </a:extLst>
              </p:cNvPr>
              <p:cNvSpPr/>
              <p:nvPr/>
            </p:nvSpPr>
            <p:spPr>
              <a:xfrm>
                <a:off x="-3950868" y="746143"/>
                <a:ext cx="1431108" cy="522527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 err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DA48687-192B-4534-A848-BAE5220D2942}"/>
                </a:ext>
              </a:extLst>
            </p:cNvPr>
            <p:cNvGrpSpPr>
              <a:grpSpLocks/>
            </p:cNvGrpSpPr>
            <p:nvPr>
              <p:custDataLst>
                <p:tags r:id="rId7"/>
              </p:custDataLst>
            </p:nvPr>
          </p:nvGrpSpPr>
          <p:grpSpPr>
            <a:xfrm>
              <a:off x="9381012" y="1513311"/>
              <a:ext cx="515663" cy="4415085"/>
              <a:chOff x="-3950868" y="746142"/>
              <a:chExt cx="3260031" cy="5225273"/>
            </a:xfrm>
          </p:grpSpPr>
          <p:sp>
            <p:nvSpPr>
              <p:cNvPr id="72" name="Arrow: Pentagon 4">
                <a:extLst>
                  <a:ext uri="{FF2B5EF4-FFF2-40B4-BE49-F238E27FC236}">
                    <a16:creationId xmlns:a16="http://schemas.microsoft.com/office/drawing/2014/main" id="{B6BE308C-94B2-436E-ADC1-49DD15C58E4C}"/>
                  </a:ext>
                </a:extLst>
              </p:cNvPr>
              <p:cNvSpPr/>
              <p:nvPr/>
            </p:nvSpPr>
            <p:spPr>
              <a:xfrm>
                <a:off x="-3138446" y="1035698"/>
                <a:ext cx="2447609" cy="4724525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  <a:effectLst>
                <a:outerShdw blurRad="152400" sx="102000" sy="102000" algn="ctr" rotWithShape="0">
                  <a:schemeClr val="accent6">
                    <a:alpha val="28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Rectangle 167">
                <a:extLst>
                  <a:ext uri="{FF2B5EF4-FFF2-40B4-BE49-F238E27FC236}">
                    <a16:creationId xmlns:a16="http://schemas.microsoft.com/office/drawing/2014/main" id="{23E5EEB1-2099-4B41-9261-0C0DB39742AA}"/>
                  </a:ext>
                </a:extLst>
              </p:cNvPr>
              <p:cNvSpPr/>
              <p:nvPr/>
            </p:nvSpPr>
            <p:spPr>
              <a:xfrm>
                <a:off x="-3554834" y="918942"/>
                <a:ext cx="2863997" cy="2141949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2">
                      <a:alpha val="0"/>
                    </a:schemeClr>
                  </a:gs>
                </a:gsLst>
                <a:lin ang="5400000" scaled="1"/>
              </a:gra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Rectangle 168">
                <a:extLst>
                  <a:ext uri="{FF2B5EF4-FFF2-40B4-BE49-F238E27FC236}">
                    <a16:creationId xmlns:a16="http://schemas.microsoft.com/office/drawing/2014/main" id="{2E9F8E9E-7993-448F-96BA-A02409C5601E}"/>
                  </a:ext>
                </a:extLst>
              </p:cNvPr>
              <p:cNvSpPr/>
              <p:nvPr/>
            </p:nvSpPr>
            <p:spPr>
              <a:xfrm rot="10800000">
                <a:off x="-3694534" y="3791071"/>
                <a:ext cx="3003697" cy="2180343"/>
              </a:xfrm>
              <a:prstGeom prst="rect">
                <a:avLst/>
              </a:prstGeom>
              <a:gradFill>
                <a:gsLst>
                  <a:gs pos="22000">
                    <a:schemeClr val="bg2"/>
                  </a:gs>
                  <a:gs pos="100000">
                    <a:schemeClr val="bg2">
                      <a:alpha val="0"/>
                    </a:schemeClr>
                  </a:gs>
                </a:gsLst>
                <a:lin ang="5400000" scaled="1"/>
              </a:gra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Rectangle 163">
                <a:extLst>
                  <a:ext uri="{FF2B5EF4-FFF2-40B4-BE49-F238E27FC236}">
                    <a16:creationId xmlns:a16="http://schemas.microsoft.com/office/drawing/2014/main" id="{B9E7A8A5-35AC-4A4D-BC0D-DD03FD0112B9}"/>
                  </a:ext>
                </a:extLst>
              </p:cNvPr>
              <p:cNvSpPr/>
              <p:nvPr/>
            </p:nvSpPr>
            <p:spPr>
              <a:xfrm>
                <a:off x="-3568328" y="746142"/>
                <a:ext cx="2877491" cy="219101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C7730780-60C2-427F-BA13-454BF8382CA5}"/>
                  </a:ext>
                </a:extLst>
              </p:cNvPr>
              <p:cNvSpPr/>
              <p:nvPr/>
            </p:nvSpPr>
            <p:spPr>
              <a:xfrm>
                <a:off x="-3950868" y="746143"/>
                <a:ext cx="1431108" cy="522527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 err="1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7" name="Rectangle 2" hidden="1">
            <a:extLst>
              <a:ext uri="{FF2B5EF4-FFF2-40B4-BE49-F238E27FC236}">
                <a16:creationId xmlns:a16="http://schemas.microsoft.com/office/drawing/2014/main" id="{BF49899E-7F66-40C3-A652-581F4C693A4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2500" b="1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5" name="2. Slide Title">
            <a:extLst>
              <a:ext uri="{FF2B5EF4-FFF2-40B4-BE49-F238E27FC236}">
                <a16:creationId xmlns:a16="http://schemas.microsoft.com/office/drawing/2014/main" id="{8D3CB276-47F5-431D-BC73-193D2A06C6FE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4" y="565178"/>
            <a:ext cx="11082528" cy="33855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Следующие шаги по внедрению решений умного дома</a:t>
            </a:r>
            <a:endParaRPr lang="en-US" dirty="0"/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3A7FB5FD-D6FB-4E95-80AB-AC2C62307E08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0F5DF9D-4F0D-4E0C-951C-EFD461BE6697}"/>
              </a:ext>
            </a:extLst>
          </p:cNvPr>
          <p:cNvCxnSpPr>
            <a:cxnSpLocks/>
          </p:cNvCxnSpPr>
          <p:nvPr/>
        </p:nvCxnSpPr>
        <p:spPr>
          <a:xfrm>
            <a:off x="554736" y="2417905"/>
            <a:ext cx="9269984" cy="0"/>
          </a:xfrm>
          <a:prstGeom prst="line">
            <a:avLst/>
          </a:prstGeom>
          <a:ln w="6350" cap="rnd">
            <a:solidFill>
              <a:srgbClr val="B3B3B3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1174834-CF09-4A9A-9B02-430AF34105ED}"/>
              </a:ext>
            </a:extLst>
          </p:cNvPr>
          <p:cNvCxnSpPr>
            <a:cxnSpLocks/>
          </p:cNvCxnSpPr>
          <p:nvPr/>
        </p:nvCxnSpPr>
        <p:spPr>
          <a:xfrm>
            <a:off x="554736" y="3329502"/>
            <a:ext cx="9269984" cy="0"/>
          </a:xfrm>
          <a:prstGeom prst="line">
            <a:avLst/>
          </a:prstGeom>
          <a:ln w="6350" cap="rnd">
            <a:solidFill>
              <a:srgbClr val="B3B3B3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00F6A04-80CC-44C4-BFF8-C6187F32FD9A}"/>
              </a:ext>
            </a:extLst>
          </p:cNvPr>
          <p:cNvCxnSpPr>
            <a:cxnSpLocks/>
          </p:cNvCxnSpPr>
          <p:nvPr/>
        </p:nvCxnSpPr>
        <p:spPr>
          <a:xfrm>
            <a:off x="554736" y="4209654"/>
            <a:ext cx="9269984" cy="0"/>
          </a:xfrm>
          <a:prstGeom prst="line">
            <a:avLst/>
          </a:prstGeom>
          <a:ln w="6350" cap="rnd">
            <a:solidFill>
              <a:srgbClr val="B3B3B3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D1CECA2-F38F-4D35-AD05-B4F6C0779F51}"/>
              </a:ext>
            </a:extLst>
          </p:cNvPr>
          <p:cNvCxnSpPr>
            <a:cxnSpLocks/>
          </p:cNvCxnSpPr>
          <p:nvPr/>
        </p:nvCxnSpPr>
        <p:spPr>
          <a:xfrm>
            <a:off x="554737" y="4929227"/>
            <a:ext cx="9269984" cy="0"/>
          </a:xfrm>
          <a:prstGeom prst="line">
            <a:avLst/>
          </a:prstGeom>
          <a:ln w="6350" cap="rnd">
            <a:solidFill>
              <a:srgbClr val="B3B3B3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 hidden="1">
            <a:extLst>
              <a:ext uri="{FF2B5EF4-FFF2-40B4-BE49-F238E27FC236}">
                <a16:creationId xmlns:a16="http://schemas.microsoft.com/office/drawing/2014/main" id="{BEDAF1C9-265E-4F77-B91E-162B0F905832}"/>
              </a:ext>
            </a:extLst>
          </p:cNvPr>
          <p:cNvSpPr/>
          <p:nvPr/>
        </p:nvSpPr>
        <p:spPr>
          <a:xfrm>
            <a:off x="48128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2200" b="1" dirty="0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0351B8A1-3CE2-40B3-8D8D-C64405C31AA8}"/>
              </a:ext>
            </a:extLst>
          </p:cNvPr>
          <p:cNvSpPr txBox="1">
            <a:spLocks/>
          </p:cNvSpPr>
          <p:nvPr/>
        </p:nvSpPr>
        <p:spPr>
          <a:xfrm>
            <a:off x="554736" y="3417416"/>
            <a:ext cx="1738521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b="1" dirty="0">
                <a:cs typeface="Arial" panose="020B0604020202020204" pitchFamily="34" charset="0"/>
              </a:rPr>
              <a:t>Отбор наиболее востребованных </a:t>
            </a:r>
            <a:br>
              <a:rPr lang="ru-RU" sz="1200" b="1" dirty="0">
                <a:cs typeface="Arial" panose="020B0604020202020204" pitchFamily="34" charset="0"/>
              </a:rPr>
            </a:br>
            <a:r>
              <a:rPr lang="ru-RU" sz="1200" b="1" dirty="0">
                <a:cs typeface="Arial" panose="020B0604020202020204" pitchFamily="34" charset="0"/>
              </a:rPr>
              <a:t>и реализуемых решений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362428E9-7BED-4E34-AE2B-5DAA2914872D}"/>
              </a:ext>
            </a:extLst>
          </p:cNvPr>
          <p:cNvSpPr txBox="1">
            <a:spLocks/>
          </p:cNvSpPr>
          <p:nvPr/>
        </p:nvSpPr>
        <p:spPr>
          <a:xfrm>
            <a:off x="554736" y="4259991"/>
            <a:ext cx="1738521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b="1" dirty="0">
                <a:cs typeface="Arial" panose="020B0604020202020204" pitchFamily="34" charset="0"/>
              </a:rPr>
              <a:t>Старт подготовки </a:t>
            </a:r>
            <a:br>
              <a:rPr lang="ru-RU" sz="1200" b="1" dirty="0">
                <a:cs typeface="Arial" panose="020B0604020202020204" pitchFamily="34" charset="0"/>
              </a:rPr>
            </a:br>
            <a:r>
              <a:rPr lang="ru-RU" sz="1200" b="1" dirty="0">
                <a:cs typeface="Arial" panose="020B0604020202020204" pitchFamily="34" charset="0"/>
              </a:rPr>
              <a:t>к пилотированию</a:t>
            </a:r>
            <a:r>
              <a:rPr lang="en-US" sz="1200" b="1" dirty="0">
                <a:cs typeface="Arial" panose="020B0604020202020204" pitchFamily="34" charset="0"/>
              </a:rPr>
              <a:t> </a:t>
            </a:r>
            <a:r>
              <a:rPr lang="ru-RU" sz="1200" b="1" dirty="0">
                <a:cs typeface="Arial" panose="020B0604020202020204" pitchFamily="34" charset="0"/>
              </a:rPr>
              <a:t>решений 1 волны 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B1F5B9C-B10E-417B-BF46-5A97FED462DC}"/>
              </a:ext>
            </a:extLst>
          </p:cNvPr>
          <p:cNvSpPr txBox="1">
            <a:spLocks/>
          </p:cNvSpPr>
          <p:nvPr/>
        </p:nvSpPr>
        <p:spPr>
          <a:xfrm>
            <a:off x="554737" y="4982761"/>
            <a:ext cx="2093567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b="1" dirty="0">
                <a:cs typeface="Arial" panose="020B0604020202020204" pitchFamily="34" charset="0"/>
              </a:rPr>
              <a:t>Выпуск</a:t>
            </a:r>
            <a:br>
              <a:rPr lang="ru-RU" sz="1200" b="1" dirty="0">
                <a:cs typeface="Arial" panose="020B0604020202020204" pitchFamily="34" charset="0"/>
              </a:rPr>
            </a:br>
            <a:r>
              <a:rPr lang="ru-RU" sz="1200" b="1" dirty="0">
                <a:cs typeface="Arial" panose="020B0604020202020204" pitchFamily="34" charset="0"/>
              </a:rPr>
              <a:t>распоряжения</a:t>
            </a:r>
            <a:br>
              <a:rPr lang="ru-RU" sz="1200" b="1" dirty="0">
                <a:cs typeface="Arial" panose="020B0604020202020204" pitchFamily="34" charset="0"/>
              </a:rPr>
            </a:br>
            <a:r>
              <a:rPr lang="ru-RU" sz="1200" b="1" dirty="0">
                <a:cs typeface="Arial" panose="020B0604020202020204" pitchFamily="34" charset="0"/>
              </a:rPr>
              <a:t>Правительства Москвы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276A1AA-B9B3-489A-8F0B-D563A01D4FEC}"/>
              </a:ext>
            </a:extLst>
          </p:cNvPr>
          <p:cNvCxnSpPr>
            <a:cxnSpLocks/>
          </p:cNvCxnSpPr>
          <p:nvPr/>
        </p:nvCxnSpPr>
        <p:spPr>
          <a:xfrm>
            <a:off x="9980569" y="2417905"/>
            <a:ext cx="1572805" cy="0"/>
          </a:xfrm>
          <a:prstGeom prst="line">
            <a:avLst/>
          </a:prstGeom>
          <a:ln w="6350" cap="rnd">
            <a:solidFill>
              <a:srgbClr val="B3B3B3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36C6DC0-31DE-4EEB-9623-23B9FE1CD8C5}"/>
              </a:ext>
            </a:extLst>
          </p:cNvPr>
          <p:cNvCxnSpPr>
            <a:cxnSpLocks/>
          </p:cNvCxnSpPr>
          <p:nvPr/>
        </p:nvCxnSpPr>
        <p:spPr>
          <a:xfrm>
            <a:off x="9980569" y="3329502"/>
            <a:ext cx="1572805" cy="0"/>
          </a:xfrm>
          <a:prstGeom prst="line">
            <a:avLst/>
          </a:prstGeom>
          <a:ln w="6350" cap="rnd">
            <a:solidFill>
              <a:srgbClr val="B3B3B3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EC341BD-1D43-421B-99B5-032D18BA6BE9}"/>
              </a:ext>
            </a:extLst>
          </p:cNvPr>
          <p:cNvCxnSpPr>
            <a:cxnSpLocks/>
          </p:cNvCxnSpPr>
          <p:nvPr/>
        </p:nvCxnSpPr>
        <p:spPr>
          <a:xfrm>
            <a:off x="9980569" y="4209654"/>
            <a:ext cx="1572805" cy="0"/>
          </a:xfrm>
          <a:prstGeom prst="line">
            <a:avLst/>
          </a:prstGeom>
          <a:ln w="6350" cap="rnd">
            <a:solidFill>
              <a:srgbClr val="B3B3B3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47182F4-BD02-4E5E-9D69-29CC55765C2B}"/>
              </a:ext>
            </a:extLst>
          </p:cNvPr>
          <p:cNvCxnSpPr>
            <a:cxnSpLocks/>
          </p:cNvCxnSpPr>
          <p:nvPr/>
        </p:nvCxnSpPr>
        <p:spPr>
          <a:xfrm>
            <a:off x="9980569" y="4920083"/>
            <a:ext cx="1572805" cy="0"/>
          </a:xfrm>
          <a:prstGeom prst="line">
            <a:avLst/>
          </a:prstGeom>
          <a:ln w="6350" cap="rnd">
            <a:solidFill>
              <a:srgbClr val="B3B3B3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LineBasicStrong 20">
            <a:extLst>
              <a:ext uri="{FF2B5EF4-FFF2-40B4-BE49-F238E27FC236}">
                <a16:creationId xmlns:a16="http://schemas.microsoft.com/office/drawing/2014/main" id="{731B8595-2EAA-4B28-97F4-FE32D1D33CD8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9980569" y="1721752"/>
            <a:ext cx="1572805" cy="0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18AD3FF-ABE4-48FA-9B3C-07DE863A4BB7}"/>
              </a:ext>
            </a:extLst>
          </p:cNvPr>
          <p:cNvCxnSpPr>
            <a:cxnSpLocks/>
          </p:cNvCxnSpPr>
          <p:nvPr/>
        </p:nvCxnSpPr>
        <p:spPr>
          <a:xfrm>
            <a:off x="2377151" y="1721752"/>
            <a:ext cx="743563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73B4906-9639-4BCF-8944-064757E66C78}"/>
              </a:ext>
            </a:extLst>
          </p:cNvPr>
          <p:cNvCxnSpPr>
            <a:cxnSpLocks/>
          </p:cNvCxnSpPr>
          <p:nvPr/>
        </p:nvCxnSpPr>
        <p:spPr>
          <a:xfrm>
            <a:off x="5406533" y="3854440"/>
            <a:ext cx="623331" cy="0"/>
          </a:xfrm>
          <a:prstGeom prst="line">
            <a:avLst/>
          </a:prstGeom>
          <a:ln w="177800" cap="rnd">
            <a:solidFill>
              <a:schemeClr val="accent2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35823A10-96A4-BC40-BCBB-4F3588D2748D}"/>
              </a:ext>
            </a:extLst>
          </p:cNvPr>
          <p:cNvSpPr txBox="1"/>
          <p:nvPr/>
        </p:nvSpPr>
        <p:spPr>
          <a:xfrm>
            <a:off x="5923183" y="3528498"/>
            <a:ext cx="444066" cy="2000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300" dirty="0"/>
              <a:t>12.07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6E8845-33B0-4247-80CA-1745AC6F3A8A}"/>
              </a:ext>
            </a:extLst>
          </p:cNvPr>
          <p:cNvSpPr txBox="1">
            <a:spLocks/>
          </p:cNvSpPr>
          <p:nvPr/>
        </p:nvSpPr>
        <p:spPr>
          <a:xfrm>
            <a:off x="5118305" y="3545709"/>
            <a:ext cx="484107" cy="2000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300" dirty="0"/>
              <a:t>28.06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5F5F0C-80C7-4089-9A0C-30445D50CDFF}"/>
              </a:ext>
            </a:extLst>
          </p:cNvPr>
          <p:cNvCxnSpPr>
            <a:cxnSpLocks/>
          </p:cNvCxnSpPr>
          <p:nvPr/>
        </p:nvCxnSpPr>
        <p:spPr>
          <a:xfrm>
            <a:off x="3357511" y="2981425"/>
            <a:ext cx="2074025" cy="0"/>
          </a:xfrm>
          <a:prstGeom prst="line">
            <a:avLst/>
          </a:prstGeom>
          <a:ln w="177800" cap="rnd">
            <a:solidFill>
              <a:schemeClr val="accent2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6B7B268-4B6A-CF4F-8344-80E66F06F03D}"/>
              </a:ext>
            </a:extLst>
          </p:cNvPr>
          <p:cNvSpPr txBox="1">
            <a:spLocks/>
          </p:cNvSpPr>
          <p:nvPr/>
        </p:nvSpPr>
        <p:spPr>
          <a:xfrm>
            <a:off x="5118305" y="2673648"/>
            <a:ext cx="484107" cy="2000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300" dirty="0"/>
              <a:t>28.06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049C6E0-F18B-BD41-9D2D-685825B6CECB}"/>
              </a:ext>
            </a:extLst>
          </p:cNvPr>
          <p:cNvSpPr txBox="1">
            <a:spLocks/>
          </p:cNvSpPr>
          <p:nvPr/>
        </p:nvSpPr>
        <p:spPr>
          <a:xfrm>
            <a:off x="3167404" y="2633187"/>
            <a:ext cx="484107" cy="20005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300" dirty="0"/>
              <a:t>27.04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C924B718-1066-4377-B948-BDF6C51462B5}"/>
              </a:ext>
            </a:extLst>
          </p:cNvPr>
          <p:cNvSpPr txBox="1">
            <a:spLocks/>
          </p:cNvSpPr>
          <p:nvPr/>
        </p:nvSpPr>
        <p:spPr>
          <a:xfrm>
            <a:off x="554736" y="2619997"/>
            <a:ext cx="1955708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b="1" dirty="0">
                <a:cs typeface="Arial" panose="020B0604020202020204" pitchFamily="34" charset="0"/>
              </a:rPr>
              <a:t>Проработка вариантов реализации решений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E26722-426B-499F-B11B-E5157B512D3D}"/>
              </a:ext>
            </a:extLst>
          </p:cNvPr>
          <p:cNvCxnSpPr>
            <a:cxnSpLocks/>
          </p:cNvCxnSpPr>
          <p:nvPr/>
        </p:nvCxnSpPr>
        <p:spPr>
          <a:xfrm flipV="1">
            <a:off x="3348367" y="2121786"/>
            <a:ext cx="1214169" cy="6317"/>
          </a:xfrm>
          <a:prstGeom prst="line">
            <a:avLst/>
          </a:prstGeom>
          <a:ln w="177800" cap="rnd">
            <a:solidFill>
              <a:schemeClr val="accent2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2AB043D-7551-4B08-9CE6-BC1A7CA7FFD2}"/>
              </a:ext>
            </a:extLst>
          </p:cNvPr>
          <p:cNvSpPr txBox="1">
            <a:spLocks/>
          </p:cNvSpPr>
          <p:nvPr/>
        </p:nvSpPr>
        <p:spPr>
          <a:xfrm>
            <a:off x="3218323" y="1782091"/>
            <a:ext cx="484107" cy="20005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300" dirty="0"/>
              <a:t>27.04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D8F3143-4D64-4F99-B57A-EF56A7FE3C60}"/>
              </a:ext>
            </a:extLst>
          </p:cNvPr>
          <p:cNvSpPr txBox="1"/>
          <p:nvPr/>
        </p:nvSpPr>
        <p:spPr>
          <a:xfrm>
            <a:off x="4266346" y="1791432"/>
            <a:ext cx="484107" cy="2000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300" dirty="0"/>
              <a:t>31.05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F6AF07B7-B698-481F-9446-D32E7C500E6F}"/>
              </a:ext>
            </a:extLst>
          </p:cNvPr>
          <p:cNvSpPr txBox="1">
            <a:spLocks/>
          </p:cNvSpPr>
          <p:nvPr/>
        </p:nvSpPr>
        <p:spPr>
          <a:xfrm>
            <a:off x="554736" y="1806418"/>
            <a:ext cx="1738521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b="1" dirty="0">
                <a:cs typeface="Arial" panose="020B0604020202020204" pitchFamily="34" charset="0"/>
              </a:rPr>
              <a:t>Проведение </a:t>
            </a:r>
            <a:br>
              <a:rPr lang="ru-RU" sz="1200" b="1" dirty="0">
                <a:cs typeface="Arial" panose="020B0604020202020204" pitchFamily="34" charset="0"/>
              </a:rPr>
            </a:br>
            <a:r>
              <a:rPr lang="ru-RU" sz="1200" b="1" dirty="0">
                <a:cs typeface="Arial" panose="020B0604020202020204" pitchFamily="34" charset="0"/>
              </a:rPr>
              <a:t>исследования с гражданами</a:t>
            </a:r>
          </a:p>
        </p:txBody>
      </p: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167362A9-257F-43D8-9DD6-A9B292B92AE5}"/>
              </a:ext>
            </a:extLst>
          </p:cNvPr>
          <p:cNvGrpSpPr>
            <a:grpSpLocks/>
          </p:cNvGrpSpPr>
          <p:nvPr/>
        </p:nvGrpSpPr>
        <p:grpSpPr>
          <a:xfrm>
            <a:off x="9980569" y="1373675"/>
            <a:ext cx="1584046" cy="3308352"/>
            <a:chOff x="10238078" y="1373675"/>
            <a:chExt cx="1584046" cy="3308352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2D7859A-5329-4D43-8404-ACCE07374CFF}"/>
                </a:ext>
              </a:extLst>
            </p:cNvPr>
            <p:cNvSpPr txBox="1">
              <a:spLocks/>
            </p:cNvSpPr>
            <p:nvPr/>
          </p:nvSpPr>
          <p:spPr>
            <a:xfrm>
              <a:off x="10249320" y="4481972"/>
              <a:ext cx="1572804" cy="200055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300" dirty="0"/>
                <a:t>ДИТ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6C5408A-6F9B-B045-93EC-90E744DC9C83}"/>
                </a:ext>
              </a:extLst>
            </p:cNvPr>
            <p:cNvSpPr txBox="1">
              <a:spLocks/>
            </p:cNvSpPr>
            <p:nvPr/>
          </p:nvSpPr>
          <p:spPr>
            <a:xfrm>
              <a:off x="10238079" y="3654385"/>
              <a:ext cx="1572804" cy="200055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300" dirty="0"/>
                <a:t>ДИТ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7DEA5A7-65A8-744D-AB66-8F560DAFC2A5}"/>
                </a:ext>
              </a:extLst>
            </p:cNvPr>
            <p:cNvSpPr txBox="1">
              <a:spLocks/>
            </p:cNvSpPr>
            <p:nvPr/>
          </p:nvSpPr>
          <p:spPr>
            <a:xfrm>
              <a:off x="10238078" y="2482213"/>
              <a:ext cx="1057136" cy="371139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300" dirty="0"/>
                <a:t>5 Департаментов </a:t>
              </a:r>
              <a:br>
                <a:rPr lang="ru-RU" sz="1300" dirty="0"/>
              </a:br>
              <a:r>
                <a:rPr lang="ru-RU" sz="1300" dirty="0"/>
                <a:t>и 12 </a:t>
              </a:r>
              <a:br>
                <a:rPr lang="ru-RU" sz="1300" dirty="0"/>
              </a:br>
              <a:r>
                <a:rPr lang="ru-RU" sz="1300" dirty="0"/>
                <a:t>подведомственных</a:t>
              </a:r>
              <a:br>
                <a:rPr lang="ru-RU" sz="1300" dirty="0"/>
              </a:br>
              <a:r>
                <a:rPr lang="ru-RU" sz="1300" dirty="0"/>
                <a:t>организаций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BE5DDD4-2988-AB49-860D-4C2BF83E2FAB}"/>
                </a:ext>
              </a:extLst>
            </p:cNvPr>
            <p:cNvSpPr txBox="1">
              <a:spLocks/>
            </p:cNvSpPr>
            <p:nvPr/>
          </p:nvSpPr>
          <p:spPr>
            <a:xfrm>
              <a:off x="10238079" y="1854385"/>
              <a:ext cx="1572804" cy="200055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300" dirty="0"/>
                <a:t>ДИТ</a:t>
              </a: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79EDC59B-66F2-496F-A104-D779E8D1A7D6}"/>
                </a:ext>
              </a:extLst>
            </p:cNvPr>
            <p:cNvSpPr txBox="1">
              <a:spLocks/>
            </p:cNvSpPr>
            <p:nvPr/>
          </p:nvSpPr>
          <p:spPr>
            <a:xfrm>
              <a:off x="10238079" y="1373675"/>
              <a:ext cx="1572804" cy="215444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b="1" dirty="0"/>
                <a:t>Ответственные </a:t>
              </a:r>
            </a:p>
          </p:txBody>
        </p: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170C423-D572-448C-BF25-93EC307F0EE6}"/>
              </a:ext>
            </a:extLst>
          </p:cNvPr>
          <p:cNvCxnSpPr>
            <a:cxnSpLocks/>
          </p:cNvCxnSpPr>
          <p:nvPr/>
        </p:nvCxnSpPr>
        <p:spPr>
          <a:xfrm flipH="1">
            <a:off x="6257356" y="4665006"/>
            <a:ext cx="1" cy="0"/>
          </a:xfrm>
          <a:prstGeom prst="line">
            <a:avLst/>
          </a:prstGeom>
          <a:ln w="177800" cap="rnd">
            <a:solidFill>
              <a:schemeClr val="accent2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222EAE0-0F89-4B25-ADAB-B345C9F108D1}"/>
              </a:ext>
            </a:extLst>
          </p:cNvPr>
          <p:cNvCxnSpPr>
            <a:cxnSpLocks/>
          </p:cNvCxnSpPr>
          <p:nvPr/>
        </p:nvCxnSpPr>
        <p:spPr>
          <a:xfrm flipH="1">
            <a:off x="7148216" y="5366046"/>
            <a:ext cx="1" cy="0"/>
          </a:xfrm>
          <a:prstGeom prst="line">
            <a:avLst/>
          </a:prstGeom>
          <a:ln w="177800" cap="rnd">
            <a:solidFill>
              <a:schemeClr val="accent2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0E1BA216-4736-4022-9E84-0ADC61BC867F}"/>
              </a:ext>
            </a:extLst>
          </p:cNvPr>
          <p:cNvSpPr txBox="1"/>
          <p:nvPr/>
        </p:nvSpPr>
        <p:spPr>
          <a:xfrm>
            <a:off x="5985198" y="4341790"/>
            <a:ext cx="484107" cy="2000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300" dirty="0"/>
              <a:t>13.07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0C274BA-8F28-44EB-8EF5-2060CA8550D2}"/>
              </a:ext>
            </a:extLst>
          </p:cNvPr>
          <p:cNvSpPr txBox="1"/>
          <p:nvPr/>
        </p:nvSpPr>
        <p:spPr>
          <a:xfrm>
            <a:off x="6866396" y="5054723"/>
            <a:ext cx="484107" cy="2000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300" dirty="0"/>
              <a:t>01.08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9D5B5FC-80F7-4944-8FC2-EF1AB5EFF47B}"/>
              </a:ext>
            </a:extLst>
          </p:cNvPr>
          <p:cNvSpPr txBox="1">
            <a:spLocks/>
          </p:cNvSpPr>
          <p:nvPr/>
        </p:nvSpPr>
        <p:spPr>
          <a:xfrm>
            <a:off x="2769274" y="1399877"/>
            <a:ext cx="975910" cy="298859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b="1" dirty="0">
                <a:cs typeface="Arial" panose="020B0604020202020204" pitchFamily="34" charset="0"/>
              </a:rPr>
              <a:t>Апрель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9D382B5-FB03-478B-9246-8865FD2599D7}"/>
              </a:ext>
            </a:extLst>
          </p:cNvPr>
          <p:cNvSpPr txBox="1">
            <a:spLocks/>
          </p:cNvSpPr>
          <p:nvPr/>
        </p:nvSpPr>
        <p:spPr>
          <a:xfrm>
            <a:off x="4019803" y="1419602"/>
            <a:ext cx="542733" cy="21544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b="1" dirty="0">
                <a:cs typeface="Arial" panose="020B0604020202020204" pitchFamily="34" charset="0"/>
              </a:rPr>
              <a:t>Май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B63BDEB-AAD2-4457-9D4C-5E56D8749B44}"/>
              </a:ext>
            </a:extLst>
          </p:cNvPr>
          <p:cNvSpPr txBox="1">
            <a:spLocks/>
          </p:cNvSpPr>
          <p:nvPr/>
        </p:nvSpPr>
        <p:spPr>
          <a:xfrm>
            <a:off x="4857234" y="1418970"/>
            <a:ext cx="692428" cy="21544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b="1" dirty="0">
                <a:cs typeface="Arial" panose="020B0604020202020204" pitchFamily="34" charset="0"/>
              </a:rPr>
              <a:t>Июнь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C93F2C6-2FFD-4E39-8597-6EF171960721}"/>
              </a:ext>
            </a:extLst>
          </p:cNvPr>
          <p:cNvSpPr txBox="1">
            <a:spLocks/>
          </p:cNvSpPr>
          <p:nvPr/>
        </p:nvSpPr>
        <p:spPr>
          <a:xfrm>
            <a:off x="5776149" y="1419183"/>
            <a:ext cx="737591" cy="17872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b="1" dirty="0">
                <a:cs typeface="Arial" panose="020B0604020202020204" pitchFamily="34" charset="0"/>
              </a:rPr>
              <a:t>Июль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779A28A-C93C-4054-8FAE-6D2FDDC04A26}"/>
              </a:ext>
            </a:extLst>
          </p:cNvPr>
          <p:cNvSpPr txBox="1">
            <a:spLocks/>
          </p:cNvSpPr>
          <p:nvPr/>
        </p:nvSpPr>
        <p:spPr>
          <a:xfrm>
            <a:off x="6740628" y="1429783"/>
            <a:ext cx="786095" cy="1593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b="1" dirty="0">
                <a:cs typeface="Arial" panose="020B0604020202020204" pitchFamily="34" charset="0"/>
              </a:rPr>
              <a:t>Август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4E05CE6-2476-465C-8558-D99C04378703}"/>
              </a:ext>
            </a:extLst>
          </p:cNvPr>
          <p:cNvSpPr txBox="1">
            <a:spLocks/>
          </p:cNvSpPr>
          <p:nvPr/>
        </p:nvSpPr>
        <p:spPr>
          <a:xfrm>
            <a:off x="7724467" y="1420627"/>
            <a:ext cx="975910" cy="1593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b="1" dirty="0">
                <a:cs typeface="Arial" panose="020B0604020202020204" pitchFamily="34" charset="0"/>
              </a:rPr>
              <a:t>Сентябрь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965947E-BF5E-412A-9468-71831F8A64F3}"/>
              </a:ext>
            </a:extLst>
          </p:cNvPr>
          <p:cNvSpPr txBox="1">
            <a:spLocks/>
          </p:cNvSpPr>
          <p:nvPr/>
        </p:nvSpPr>
        <p:spPr>
          <a:xfrm>
            <a:off x="8915270" y="1390900"/>
            <a:ext cx="931484" cy="21043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b="1" dirty="0">
                <a:cs typeface="Arial" panose="020B0604020202020204" pitchFamily="34" charset="0"/>
              </a:rPr>
              <a:t>Октябрь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0981316-A3A8-4381-9051-52EE437FC287}"/>
              </a:ext>
            </a:extLst>
          </p:cNvPr>
          <p:cNvCxnSpPr>
            <a:cxnSpLocks/>
          </p:cNvCxnSpPr>
          <p:nvPr/>
        </p:nvCxnSpPr>
        <p:spPr>
          <a:xfrm>
            <a:off x="547688" y="5602768"/>
            <a:ext cx="9269984" cy="0"/>
          </a:xfrm>
          <a:prstGeom prst="line">
            <a:avLst/>
          </a:prstGeom>
          <a:ln w="6350" cap="rnd">
            <a:solidFill>
              <a:srgbClr val="B3B3B3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AFBDE8DA-5DCB-445B-9A14-E8A2E22A6423}"/>
              </a:ext>
            </a:extLst>
          </p:cNvPr>
          <p:cNvSpPr txBox="1">
            <a:spLocks/>
          </p:cNvSpPr>
          <p:nvPr/>
        </p:nvSpPr>
        <p:spPr>
          <a:xfrm>
            <a:off x="547688" y="5630424"/>
            <a:ext cx="2619712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b="1" dirty="0">
                <a:cs typeface="Arial" panose="020B0604020202020204" pitchFamily="34" charset="0"/>
              </a:rPr>
              <a:t>Начало ввода </a:t>
            </a:r>
            <a:br>
              <a:rPr lang="ru-RU" sz="1200" b="1" dirty="0">
                <a:cs typeface="Arial" panose="020B0604020202020204" pitchFamily="34" charset="0"/>
              </a:rPr>
            </a:br>
            <a:r>
              <a:rPr lang="ru-RU" sz="1200" b="1" dirty="0">
                <a:cs typeface="Arial" panose="020B0604020202020204" pitchFamily="34" charset="0"/>
              </a:rPr>
              <a:t>в частичную эксплуатацию решений 1 волны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50E91B09-C5B9-4145-9B93-E70CF3FEF832}"/>
              </a:ext>
            </a:extLst>
          </p:cNvPr>
          <p:cNvCxnSpPr>
            <a:cxnSpLocks/>
          </p:cNvCxnSpPr>
          <p:nvPr/>
        </p:nvCxnSpPr>
        <p:spPr>
          <a:xfrm>
            <a:off x="9973520" y="5593624"/>
            <a:ext cx="1572805" cy="0"/>
          </a:xfrm>
          <a:prstGeom prst="line">
            <a:avLst/>
          </a:prstGeom>
          <a:ln w="6350" cap="rnd">
            <a:solidFill>
              <a:srgbClr val="B3B3B3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D3D55E8-5B52-4544-9DC5-2A0AF5784F20}"/>
              </a:ext>
            </a:extLst>
          </p:cNvPr>
          <p:cNvCxnSpPr>
            <a:cxnSpLocks/>
          </p:cNvCxnSpPr>
          <p:nvPr/>
        </p:nvCxnSpPr>
        <p:spPr>
          <a:xfrm flipH="1">
            <a:off x="9194764" y="6039587"/>
            <a:ext cx="1" cy="0"/>
          </a:xfrm>
          <a:prstGeom prst="line">
            <a:avLst/>
          </a:prstGeom>
          <a:ln w="177800" cap="rnd">
            <a:solidFill>
              <a:schemeClr val="accent2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05F6A379-972B-421D-B11E-786355F484A3}"/>
              </a:ext>
            </a:extLst>
          </p:cNvPr>
          <p:cNvSpPr txBox="1"/>
          <p:nvPr/>
        </p:nvSpPr>
        <p:spPr>
          <a:xfrm>
            <a:off x="8912944" y="5728264"/>
            <a:ext cx="484107" cy="200055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300" dirty="0"/>
              <a:t>01.10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88DC366-5C16-44D6-B539-25E1642E771A}"/>
              </a:ext>
            </a:extLst>
          </p:cNvPr>
          <p:cNvSpPr txBox="1">
            <a:spLocks/>
          </p:cNvSpPr>
          <p:nvPr/>
        </p:nvSpPr>
        <p:spPr>
          <a:xfrm>
            <a:off x="9991811" y="5732818"/>
            <a:ext cx="1572804" cy="200055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300" dirty="0"/>
              <a:t>ДИТ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8E5143-B331-467F-9CDC-6A31D26AE046}"/>
              </a:ext>
            </a:extLst>
          </p:cNvPr>
          <p:cNvSpPr txBox="1"/>
          <p:nvPr/>
        </p:nvSpPr>
        <p:spPr>
          <a:xfrm>
            <a:off x="9991811" y="5054950"/>
            <a:ext cx="1554514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300" dirty="0"/>
              <a:t>Правительство Москвы</a:t>
            </a:r>
          </a:p>
        </p:txBody>
      </p:sp>
    </p:spTree>
    <p:extLst>
      <p:ext uri="{BB962C8B-B14F-4D97-AF65-F5344CB8AC3E}">
        <p14:creationId xmlns:p14="http://schemas.microsoft.com/office/powerpoint/2010/main" val="743990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473E2053-4EA5-4D23-8325-D1117AF4D1C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6667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95" imgH="396" progId="TCLayout.ActiveDocument.1">
                  <p:embed/>
                </p:oleObj>
              </mc:Choice>
              <mc:Fallback>
                <p:oleObj name="think-cell Slide" r:id="rId6" imgW="395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763BEC5F-8D5B-4ABE-9B89-8D2D00F72B8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/>
          <a:lstStyle/>
          <a:p>
            <a:r>
              <a:rPr lang="ru-RU" dirty="0"/>
              <a:t>Приложение</a:t>
            </a:r>
          </a:p>
        </p:txBody>
      </p:sp>
      <p:sp>
        <p:nvSpPr>
          <p:cNvPr id="3" name="3. Subtitle">
            <a:extLst>
              <a:ext uri="{FF2B5EF4-FFF2-40B4-BE49-F238E27FC236}">
                <a16:creationId xmlns:a16="http://schemas.microsoft.com/office/drawing/2014/main" id="{7A8B3713-B91B-4EAB-85FE-5B021636F144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3170AC66-28E6-43EB-BC66-0F8FA70D9732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2518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6" hidden="1">
            <a:extLst>
              <a:ext uri="{FF2B5EF4-FFF2-40B4-BE49-F238E27FC236}">
                <a16:creationId xmlns:a16="http://schemas.microsoft.com/office/drawing/2014/main" id="{03684194-1933-408B-BB1C-0C2175420DD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735118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5" name="Object 6" hidden="1">
                        <a:extLst>
                          <a:ext uri="{FF2B5EF4-FFF2-40B4-BE49-F238E27FC236}">
                            <a16:creationId xmlns:a16="http://schemas.microsoft.com/office/drawing/2014/main" id="{03684194-1933-408B-BB1C-0C2175420D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" name="Arrow: Pentagon 138">
            <a:extLst>
              <a:ext uri="{FF2B5EF4-FFF2-40B4-BE49-F238E27FC236}">
                <a16:creationId xmlns:a16="http://schemas.microsoft.com/office/drawing/2014/main" id="{37FF46A6-527C-4BB0-99F8-25273D807DEF}"/>
              </a:ext>
            </a:extLst>
          </p:cNvPr>
          <p:cNvSpPr>
            <a:spLocks/>
          </p:cNvSpPr>
          <p:nvPr/>
        </p:nvSpPr>
        <p:spPr>
          <a:xfrm rot="5400000">
            <a:off x="511017" y="1585534"/>
            <a:ext cx="1290283" cy="1202850"/>
          </a:xfrm>
          <a:prstGeom prst="homePlate">
            <a:avLst>
              <a:gd name="adj" fmla="val 24593"/>
            </a:avLst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37" name="Arrow: Chevron 136">
            <a:extLst>
              <a:ext uri="{FF2B5EF4-FFF2-40B4-BE49-F238E27FC236}">
                <a16:creationId xmlns:a16="http://schemas.microsoft.com/office/drawing/2014/main" id="{C7536845-9D66-4E63-8D98-089C74B7598C}"/>
              </a:ext>
            </a:extLst>
          </p:cNvPr>
          <p:cNvSpPr>
            <a:spLocks/>
          </p:cNvSpPr>
          <p:nvPr/>
        </p:nvSpPr>
        <p:spPr>
          <a:xfrm rot="5400000">
            <a:off x="301813" y="4577276"/>
            <a:ext cx="1708694" cy="1202850"/>
          </a:xfrm>
          <a:prstGeom prst="chevron">
            <a:avLst>
              <a:gd name="adj" fmla="val 24160"/>
            </a:avLst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36" name="Arrow: Chevron 135">
            <a:extLst>
              <a:ext uri="{FF2B5EF4-FFF2-40B4-BE49-F238E27FC236}">
                <a16:creationId xmlns:a16="http://schemas.microsoft.com/office/drawing/2014/main" id="{C5DE5C43-B309-4205-8623-23A4B70B4289}"/>
              </a:ext>
            </a:extLst>
          </p:cNvPr>
          <p:cNvSpPr>
            <a:spLocks/>
          </p:cNvSpPr>
          <p:nvPr/>
        </p:nvSpPr>
        <p:spPr>
          <a:xfrm rot="5400000">
            <a:off x="213186" y="2970451"/>
            <a:ext cx="1885948" cy="1202850"/>
          </a:xfrm>
          <a:prstGeom prst="chevron">
            <a:avLst>
              <a:gd name="adj" fmla="val 25350"/>
            </a:avLst>
          </a:prstGeom>
          <a:solidFill>
            <a:schemeClr val="tx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D139DCC0-AEEF-4463-BC7F-ADC8587F6486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4" y="226624"/>
            <a:ext cx="11082528" cy="67710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Для запуска пилотов необходимо отобрать решения умного дома важные для граждан и технически реализуемые</a:t>
            </a:r>
          </a:p>
        </p:txBody>
      </p:sp>
      <p:sp>
        <p:nvSpPr>
          <p:cNvPr id="3" name="3. Subtitle" hidden="1">
            <a:extLst>
              <a:ext uri="{FF2B5EF4-FFF2-40B4-BE49-F238E27FC236}">
                <a16:creationId xmlns:a16="http://schemas.microsoft.com/office/drawing/2014/main" id="{D81C2C8B-DFE5-4294-BE62-FCCAD92132E9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1. On-page tracker" hidden="1">
            <a:extLst>
              <a:ext uri="{FF2B5EF4-FFF2-40B4-BE49-F238E27FC236}">
                <a16:creationId xmlns:a16="http://schemas.microsoft.com/office/drawing/2014/main" id="{CE826EFB-141C-419E-90FB-50D848A468C4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D263CC0-5E48-4AE1-8C57-B10ACF349043}"/>
              </a:ext>
            </a:extLst>
          </p:cNvPr>
          <p:cNvGrpSpPr/>
          <p:nvPr/>
        </p:nvGrpSpPr>
        <p:grpSpPr>
          <a:xfrm>
            <a:off x="5657584" y="1494025"/>
            <a:ext cx="396228" cy="4491876"/>
            <a:chOff x="6375588" y="1714365"/>
            <a:chExt cx="396228" cy="4491876"/>
          </a:xfrm>
        </p:grpSpPr>
        <p:grpSp>
          <p:nvGrpSpPr>
            <p:cNvPr id="21" name="ChevronBlue 32">
              <a:extLst>
                <a:ext uri="{FF2B5EF4-FFF2-40B4-BE49-F238E27FC236}">
                  <a16:creationId xmlns:a16="http://schemas.microsoft.com/office/drawing/2014/main" id="{DE965D55-B53C-4827-849A-FF157FCBD09D}"/>
                </a:ext>
              </a:extLst>
            </p:cNvPr>
            <p:cNvGrpSpPr>
              <a:grpSpLocks noChangeAspect="1"/>
            </p:cNvGrpSpPr>
            <p:nvPr>
              <p:custDataLst>
                <p:tags r:id="rId7"/>
              </p:custDataLst>
            </p:nvPr>
          </p:nvGrpSpPr>
          <p:grpSpPr>
            <a:xfrm>
              <a:off x="6375588" y="3762189"/>
              <a:ext cx="396228" cy="396228"/>
              <a:chOff x="1016000" y="1016000"/>
              <a:chExt cx="396228" cy="396228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747DBBD2-4BCE-4AE3-808C-EE221CB03552}"/>
                  </a:ext>
                </a:extLst>
              </p:cNvPr>
              <p:cNvSpPr/>
              <p:nvPr/>
            </p:nvSpPr>
            <p:spPr>
              <a:xfrm>
                <a:off x="1016000" y="1016000"/>
                <a:ext cx="396228" cy="396228"/>
              </a:xfrm>
              <a:prstGeom prst="ellipse">
                <a:avLst/>
              </a:prstGeom>
              <a:solidFill>
                <a:schemeClr val="tx2"/>
              </a:solidFill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ru-RU" sz="12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787D7725-480D-4225-9DC7-E4F8140C32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7567" y="1118521"/>
                <a:ext cx="103571" cy="195256"/>
              </a:xfrm>
              <a:custGeom>
                <a:avLst/>
                <a:gdLst/>
                <a:ahLst/>
                <a:cxnLst/>
                <a:rect l="0" t="0" r="0" b="0"/>
                <a:pathLst>
                  <a:path w="103601" h="195312">
                    <a:moveTo>
                      <a:pt x="9358" y="193790"/>
                    </a:moveTo>
                    <a:lnTo>
                      <a:pt x="101575" y="101574"/>
                    </a:lnTo>
                    <a:lnTo>
                      <a:pt x="103600" y="99549"/>
                    </a:lnTo>
                    <a:lnTo>
                      <a:pt x="103600" y="96266"/>
                    </a:lnTo>
                    <a:lnTo>
                      <a:pt x="101575" y="94241"/>
                    </a:lnTo>
                    <a:lnTo>
                      <a:pt x="9358" y="2025"/>
                    </a:lnTo>
                    <a:lnTo>
                      <a:pt x="7332" y="0"/>
                    </a:lnTo>
                    <a:lnTo>
                      <a:pt x="4049" y="0"/>
                    </a:lnTo>
                    <a:lnTo>
                      <a:pt x="2026" y="2025"/>
                    </a:lnTo>
                    <a:lnTo>
                      <a:pt x="0" y="4048"/>
                    </a:lnTo>
                    <a:lnTo>
                      <a:pt x="0" y="7331"/>
                    </a:lnTo>
                    <a:lnTo>
                      <a:pt x="2026" y="9357"/>
                    </a:lnTo>
                    <a:lnTo>
                      <a:pt x="90576" y="97907"/>
                    </a:lnTo>
                    <a:lnTo>
                      <a:pt x="2026" y="186459"/>
                    </a:lnTo>
                    <a:lnTo>
                      <a:pt x="0" y="188483"/>
                    </a:lnTo>
                    <a:lnTo>
                      <a:pt x="0" y="191766"/>
                    </a:lnTo>
                    <a:lnTo>
                      <a:pt x="2026" y="193790"/>
                    </a:lnTo>
                    <a:lnTo>
                      <a:pt x="3040" y="194805"/>
                    </a:lnTo>
                    <a:lnTo>
                      <a:pt x="4366" y="195311"/>
                    </a:lnTo>
                    <a:lnTo>
                      <a:pt x="5692" y="195311"/>
                    </a:lnTo>
                    <a:lnTo>
                      <a:pt x="7017" y="195311"/>
                    </a:lnTo>
                    <a:lnTo>
                      <a:pt x="8348" y="194805"/>
                    </a:lnTo>
                    <a:close/>
                  </a:path>
                </a:pathLst>
              </a:custGeom>
              <a:solidFill>
                <a:schemeClr val="bg1"/>
              </a:solidFill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ru-RU" sz="1200" dirty="0" err="1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21A7FE6-BFF4-44BE-97B6-C27C79A91A40}"/>
                </a:ext>
              </a:extLst>
            </p:cNvPr>
            <p:cNvCxnSpPr>
              <a:cxnSpLocks/>
            </p:cNvCxnSpPr>
            <p:nvPr/>
          </p:nvCxnSpPr>
          <p:spPr>
            <a:xfrm>
              <a:off x="6567226" y="1714365"/>
              <a:ext cx="0" cy="1963286"/>
            </a:xfrm>
            <a:prstGeom prst="line">
              <a:avLst/>
            </a:prstGeom>
            <a:ln w="635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29B50A8-A00C-47FC-8298-DD3AC271F334}"/>
                </a:ext>
              </a:extLst>
            </p:cNvPr>
            <p:cNvCxnSpPr>
              <a:cxnSpLocks/>
            </p:cNvCxnSpPr>
            <p:nvPr/>
          </p:nvCxnSpPr>
          <p:spPr>
            <a:xfrm>
              <a:off x="6567226" y="4242955"/>
              <a:ext cx="0" cy="1963286"/>
            </a:xfrm>
            <a:prstGeom prst="line">
              <a:avLst/>
            </a:prstGeom>
            <a:ln w="635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D10FB811-B1C0-497D-B5A2-092071850ADB}"/>
              </a:ext>
            </a:extLst>
          </p:cNvPr>
          <p:cNvSpPr txBox="1"/>
          <p:nvPr/>
        </p:nvSpPr>
        <p:spPr>
          <a:xfrm>
            <a:off x="6825343" y="2000777"/>
            <a:ext cx="225897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200" dirty="0"/>
              <a:t>Решения умного дома</a:t>
            </a:r>
            <a:br>
              <a:rPr lang="ru-RU" sz="1200" dirty="0"/>
            </a:br>
            <a:r>
              <a:rPr lang="ru-RU" sz="1200" dirty="0"/>
              <a:t>1 очереди пилотирования</a:t>
            </a:r>
            <a:endParaRPr lang="en-US" sz="1200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EC753CB-5726-4176-AEC2-9AF87905ACCF}"/>
              </a:ext>
            </a:extLst>
          </p:cNvPr>
          <p:cNvSpPr>
            <a:spLocks/>
          </p:cNvSpPr>
          <p:nvPr/>
        </p:nvSpPr>
        <p:spPr>
          <a:xfrm>
            <a:off x="9163889" y="2561552"/>
            <a:ext cx="2377439" cy="1595535"/>
          </a:xfrm>
          <a:prstGeom prst="rect">
            <a:avLst/>
          </a:prstGeom>
          <a:solidFill>
            <a:srgbClr val="FAE9BE"/>
          </a:solidFill>
          <a:ln w="12700" cap="sq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200" dirty="0" err="1">
              <a:solidFill>
                <a:schemeClr val="bg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B115ABC-A549-49D7-A7A2-37F9DDB8D314}"/>
              </a:ext>
            </a:extLst>
          </p:cNvPr>
          <p:cNvSpPr>
            <a:spLocks/>
          </p:cNvSpPr>
          <p:nvPr/>
        </p:nvSpPr>
        <p:spPr>
          <a:xfrm>
            <a:off x="6777886" y="2561553"/>
            <a:ext cx="2377439" cy="1583426"/>
          </a:xfrm>
          <a:prstGeom prst="rect">
            <a:avLst/>
          </a:prstGeom>
          <a:solidFill>
            <a:srgbClr val="C0E1A9"/>
          </a:solidFill>
          <a:ln w="12700" cap="sq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200" dirty="0" err="1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C16DAD-8053-43D2-AAC5-35B6A8274368}"/>
              </a:ext>
            </a:extLst>
          </p:cNvPr>
          <p:cNvSpPr>
            <a:spLocks/>
          </p:cNvSpPr>
          <p:nvPr/>
        </p:nvSpPr>
        <p:spPr>
          <a:xfrm>
            <a:off x="9163889" y="4169788"/>
            <a:ext cx="2377439" cy="15834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sq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200" dirty="0" err="1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D32162-872F-41B4-A764-50F1F6AE49F2}"/>
              </a:ext>
            </a:extLst>
          </p:cNvPr>
          <p:cNvSpPr>
            <a:spLocks/>
          </p:cNvSpPr>
          <p:nvPr/>
        </p:nvSpPr>
        <p:spPr>
          <a:xfrm>
            <a:off x="6777886" y="4169788"/>
            <a:ext cx="2377439" cy="158342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200" dirty="0" err="1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A4DE28-4A82-4BFF-8906-F8A795CA64C6}"/>
              </a:ext>
            </a:extLst>
          </p:cNvPr>
          <p:cNvSpPr txBox="1"/>
          <p:nvPr/>
        </p:nvSpPr>
        <p:spPr>
          <a:xfrm rot="16200000">
            <a:off x="4974456" y="3985968"/>
            <a:ext cx="3166853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ru-RU" sz="1400" b="1" dirty="0"/>
              <a:t>Важность для граждан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46C767-80BC-4342-82BC-53350050CB7A}"/>
              </a:ext>
            </a:extLst>
          </p:cNvPr>
          <p:cNvSpPr txBox="1">
            <a:spLocks/>
          </p:cNvSpPr>
          <p:nvPr/>
        </p:nvSpPr>
        <p:spPr>
          <a:xfrm>
            <a:off x="6825343" y="5794207"/>
            <a:ext cx="4754880" cy="21544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ru-RU" sz="1400" b="1" dirty="0"/>
              <a:t>Сложность реализации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0DAB3C-F8C6-41E4-8364-9B283944A731}"/>
              </a:ext>
            </a:extLst>
          </p:cNvPr>
          <p:cNvSpPr txBox="1"/>
          <p:nvPr/>
        </p:nvSpPr>
        <p:spPr>
          <a:xfrm>
            <a:off x="6450160" y="1479200"/>
            <a:ext cx="5046979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b="1" dirty="0"/>
              <a:t>Матрица оценки решений умного дома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2EB643-EB9F-414F-84CE-29FD63F0AEC4}"/>
              </a:ext>
            </a:extLst>
          </p:cNvPr>
          <p:cNvSpPr txBox="1">
            <a:spLocks/>
          </p:cNvSpPr>
          <p:nvPr/>
        </p:nvSpPr>
        <p:spPr>
          <a:xfrm>
            <a:off x="7028575" y="3093841"/>
            <a:ext cx="697307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200" dirty="0"/>
              <a:t>Решение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190DE51-F6B7-44CE-91BD-671C8DEBB7D7}"/>
              </a:ext>
            </a:extLst>
          </p:cNvPr>
          <p:cNvSpPr>
            <a:spLocks/>
          </p:cNvSpPr>
          <p:nvPr/>
        </p:nvSpPr>
        <p:spPr>
          <a:xfrm>
            <a:off x="6785856" y="2561553"/>
            <a:ext cx="2369469" cy="1583426"/>
          </a:xfrm>
          <a:prstGeom prst="rect">
            <a:avLst/>
          </a:prstGeom>
          <a:noFill/>
          <a:ln w="19050" cap="sq">
            <a:solidFill>
              <a:schemeClr val="accent3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200" dirty="0" err="1">
              <a:solidFill>
                <a:schemeClr val="bg1"/>
              </a:solidFill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8506E1E-AE6A-479C-BE0F-DD9450E3C6F8}"/>
              </a:ext>
            </a:extLst>
          </p:cNvPr>
          <p:cNvCxnSpPr>
            <a:cxnSpLocks/>
          </p:cNvCxnSpPr>
          <p:nvPr/>
        </p:nvCxnSpPr>
        <p:spPr>
          <a:xfrm flipH="1">
            <a:off x="6777886" y="5740514"/>
            <a:ext cx="4849795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FCF72D4-37F8-4F52-A54E-CF98261BC15D}"/>
              </a:ext>
            </a:extLst>
          </p:cNvPr>
          <p:cNvCxnSpPr>
            <a:cxnSpLocks/>
          </p:cNvCxnSpPr>
          <p:nvPr/>
        </p:nvCxnSpPr>
        <p:spPr>
          <a:xfrm>
            <a:off x="6777886" y="2446867"/>
            <a:ext cx="0" cy="3293647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E20BB81F-DD16-4D78-9109-45D9B83FC22D}"/>
              </a:ext>
            </a:extLst>
          </p:cNvPr>
          <p:cNvSpPr/>
          <p:nvPr/>
        </p:nvSpPr>
        <p:spPr>
          <a:xfrm>
            <a:off x="9526165" y="4423316"/>
            <a:ext cx="127000" cy="127000"/>
          </a:xfrm>
          <a:prstGeom prst="ellipse">
            <a:avLst/>
          </a:prstGeom>
          <a:solidFill>
            <a:schemeClr val="accent2">
              <a:alpha val="4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BD02619-10DD-4433-BF34-9DEDAF71E137}"/>
              </a:ext>
            </a:extLst>
          </p:cNvPr>
          <p:cNvSpPr/>
          <p:nvPr/>
        </p:nvSpPr>
        <p:spPr>
          <a:xfrm>
            <a:off x="10472315" y="5312468"/>
            <a:ext cx="127000" cy="127000"/>
          </a:xfrm>
          <a:prstGeom prst="ellipse">
            <a:avLst/>
          </a:prstGeom>
          <a:solidFill>
            <a:schemeClr val="accent2">
              <a:alpha val="4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197E8452-7331-44E3-B072-AE4B95F1C944}"/>
              </a:ext>
            </a:extLst>
          </p:cNvPr>
          <p:cNvSpPr/>
          <p:nvPr/>
        </p:nvSpPr>
        <p:spPr>
          <a:xfrm>
            <a:off x="10846965" y="4361774"/>
            <a:ext cx="127000" cy="127000"/>
          </a:xfrm>
          <a:prstGeom prst="ellipse">
            <a:avLst/>
          </a:prstGeom>
          <a:solidFill>
            <a:schemeClr val="accent2">
              <a:alpha val="4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C5B4672-CB29-4CCF-9D01-7D4A1F9DD844}"/>
              </a:ext>
            </a:extLst>
          </p:cNvPr>
          <p:cNvSpPr/>
          <p:nvPr/>
        </p:nvSpPr>
        <p:spPr>
          <a:xfrm>
            <a:off x="7128279" y="2897777"/>
            <a:ext cx="127000" cy="127000"/>
          </a:xfrm>
          <a:prstGeom prst="ellipse">
            <a:avLst/>
          </a:prstGeom>
          <a:solidFill>
            <a:srgbClr val="E5546C">
              <a:alpha val="40000"/>
            </a:srgb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DDCAFAB6-A0F8-4FDF-BFF1-3C5FE2407921}"/>
              </a:ext>
            </a:extLst>
          </p:cNvPr>
          <p:cNvSpPr/>
          <p:nvPr/>
        </p:nvSpPr>
        <p:spPr>
          <a:xfrm>
            <a:off x="7653277" y="3807379"/>
            <a:ext cx="127000" cy="127000"/>
          </a:xfrm>
          <a:prstGeom prst="ellipse">
            <a:avLst/>
          </a:prstGeom>
          <a:solidFill>
            <a:srgbClr val="E5546C">
              <a:alpha val="40000"/>
            </a:srgb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559A735-0109-441E-9615-6C315F3ADEDB}"/>
              </a:ext>
            </a:extLst>
          </p:cNvPr>
          <p:cNvSpPr/>
          <p:nvPr/>
        </p:nvSpPr>
        <p:spPr>
          <a:xfrm>
            <a:off x="8423711" y="2802166"/>
            <a:ext cx="127000" cy="127000"/>
          </a:xfrm>
          <a:prstGeom prst="ellipse">
            <a:avLst/>
          </a:prstGeom>
          <a:solidFill>
            <a:srgbClr val="E5546C">
              <a:alpha val="40000"/>
            </a:srgb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52808E52-8190-4A04-84F7-0DF737682E9F}"/>
              </a:ext>
            </a:extLst>
          </p:cNvPr>
          <p:cNvSpPr/>
          <p:nvPr/>
        </p:nvSpPr>
        <p:spPr>
          <a:xfrm>
            <a:off x="8585097" y="4449736"/>
            <a:ext cx="127000" cy="127000"/>
          </a:xfrm>
          <a:prstGeom prst="ellipse">
            <a:avLst/>
          </a:prstGeom>
          <a:solidFill>
            <a:srgbClr val="D0D0D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4298A819-601F-49C7-8E28-E64CE0E73C2F}"/>
              </a:ext>
            </a:extLst>
          </p:cNvPr>
          <p:cNvSpPr/>
          <p:nvPr/>
        </p:nvSpPr>
        <p:spPr>
          <a:xfrm>
            <a:off x="7388693" y="4310611"/>
            <a:ext cx="127000" cy="127000"/>
          </a:xfrm>
          <a:prstGeom prst="ellipse">
            <a:avLst/>
          </a:prstGeom>
          <a:solidFill>
            <a:srgbClr val="D0D0D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232D83AD-01CD-435F-9DE4-D8459D4475B4}"/>
              </a:ext>
            </a:extLst>
          </p:cNvPr>
          <p:cNvSpPr/>
          <p:nvPr/>
        </p:nvSpPr>
        <p:spPr>
          <a:xfrm>
            <a:off x="7796364" y="5390744"/>
            <a:ext cx="127000" cy="127000"/>
          </a:xfrm>
          <a:prstGeom prst="ellipse">
            <a:avLst/>
          </a:prstGeom>
          <a:solidFill>
            <a:srgbClr val="D0D0D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C494E837-053E-4259-8AB1-4D7A709DAA70}"/>
              </a:ext>
            </a:extLst>
          </p:cNvPr>
          <p:cNvSpPr/>
          <p:nvPr/>
        </p:nvSpPr>
        <p:spPr>
          <a:xfrm>
            <a:off x="8380499" y="5174541"/>
            <a:ext cx="127000" cy="127000"/>
          </a:xfrm>
          <a:prstGeom prst="ellipse">
            <a:avLst/>
          </a:prstGeom>
          <a:solidFill>
            <a:srgbClr val="D0D0D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958C0077-2F79-47DB-B97F-9F28D851BB97}"/>
              </a:ext>
            </a:extLst>
          </p:cNvPr>
          <p:cNvSpPr/>
          <p:nvPr/>
        </p:nvSpPr>
        <p:spPr>
          <a:xfrm>
            <a:off x="7223625" y="5168095"/>
            <a:ext cx="127000" cy="127000"/>
          </a:xfrm>
          <a:prstGeom prst="ellipse">
            <a:avLst/>
          </a:prstGeom>
          <a:solidFill>
            <a:srgbClr val="D0D0D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7CF8209-C97E-457C-B003-1F314CA0C0EB}"/>
              </a:ext>
            </a:extLst>
          </p:cNvPr>
          <p:cNvSpPr/>
          <p:nvPr/>
        </p:nvSpPr>
        <p:spPr>
          <a:xfrm>
            <a:off x="9763466" y="3776126"/>
            <a:ext cx="127000" cy="127000"/>
          </a:xfrm>
          <a:prstGeom prst="ellipse">
            <a:avLst/>
          </a:prstGeom>
          <a:solidFill>
            <a:srgbClr val="7F7F7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E09C0FB7-834B-44DB-AF1F-15119C95C08F}"/>
              </a:ext>
            </a:extLst>
          </p:cNvPr>
          <p:cNvSpPr/>
          <p:nvPr/>
        </p:nvSpPr>
        <p:spPr>
          <a:xfrm>
            <a:off x="9742096" y="2821336"/>
            <a:ext cx="127000" cy="127000"/>
          </a:xfrm>
          <a:prstGeom prst="ellipse">
            <a:avLst/>
          </a:prstGeom>
          <a:solidFill>
            <a:srgbClr val="7F7F7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0BD60F10-FD2F-40AB-86A1-70ADADA1DB88}"/>
              </a:ext>
            </a:extLst>
          </p:cNvPr>
          <p:cNvSpPr/>
          <p:nvPr/>
        </p:nvSpPr>
        <p:spPr>
          <a:xfrm>
            <a:off x="10535815" y="2718083"/>
            <a:ext cx="127000" cy="127000"/>
          </a:xfrm>
          <a:prstGeom prst="ellipse">
            <a:avLst/>
          </a:prstGeom>
          <a:solidFill>
            <a:srgbClr val="7F7F7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82EDD86F-E822-4047-A60B-096FF82C8EEF}"/>
              </a:ext>
            </a:extLst>
          </p:cNvPr>
          <p:cNvSpPr/>
          <p:nvPr/>
        </p:nvSpPr>
        <p:spPr>
          <a:xfrm>
            <a:off x="10959995" y="3836229"/>
            <a:ext cx="127000" cy="127000"/>
          </a:xfrm>
          <a:prstGeom prst="ellipse">
            <a:avLst/>
          </a:prstGeom>
          <a:solidFill>
            <a:srgbClr val="7F7F7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565CF630-C713-48C7-BD0C-932B6F0AB822}"/>
              </a:ext>
            </a:extLst>
          </p:cNvPr>
          <p:cNvSpPr/>
          <p:nvPr/>
        </p:nvSpPr>
        <p:spPr>
          <a:xfrm>
            <a:off x="9644305" y="5489569"/>
            <a:ext cx="127000" cy="127000"/>
          </a:xfrm>
          <a:prstGeom prst="ellipse">
            <a:avLst/>
          </a:prstGeom>
          <a:solidFill>
            <a:schemeClr val="accent2">
              <a:alpha val="4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9C6A405-967D-4339-892B-9BAD08450BA8}"/>
              </a:ext>
            </a:extLst>
          </p:cNvPr>
          <p:cNvGrpSpPr>
            <a:grpSpLocks/>
          </p:cNvGrpSpPr>
          <p:nvPr/>
        </p:nvGrpSpPr>
        <p:grpSpPr>
          <a:xfrm>
            <a:off x="6896345" y="2455181"/>
            <a:ext cx="2258980" cy="262902"/>
            <a:chOff x="7175439" y="2455181"/>
            <a:chExt cx="1706880" cy="26290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BADA77E-8BD6-4865-AABD-FB65B6DAA323}"/>
                </a:ext>
              </a:extLst>
            </p:cNvPr>
            <p:cNvCxnSpPr>
              <a:cxnSpLocks/>
            </p:cNvCxnSpPr>
            <p:nvPr/>
          </p:nvCxnSpPr>
          <p:spPr>
            <a:xfrm>
              <a:off x="8028908" y="2455863"/>
              <a:ext cx="0" cy="262220"/>
            </a:xfrm>
            <a:prstGeom prst="line">
              <a:avLst/>
            </a:prstGeom>
            <a:ln w="6350" cap="flat">
              <a:solidFill>
                <a:schemeClr val="accent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0FCEC806-B87F-4AFE-A235-1CAF9BBD6ABE}"/>
                </a:ext>
              </a:extLst>
            </p:cNvPr>
            <p:cNvCxnSpPr>
              <a:cxnSpLocks/>
            </p:cNvCxnSpPr>
            <p:nvPr/>
          </p:nvCxnSpPr>
          <p:spPr>
            <a:xfrm>
              <a:off x="7175439" y="2455181"/>
              <a:ext cx="1706880" cy="0"/>
            </a:xfrm>
            <a:prstGeom prst="line">
              <a:avLst/>
            </a:prstGeom>
            <a:ln w="6350" cap="flat">
              <a:solidFill>
                <a:schemeClr val="accent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9163CBBC-137E-40EB-B2F4-1769E163EEDA}"/>
              </a:ext>
            </a:extLst>
          </p:cNvPr>
          <p:cNvSpPr txBox="1">
            <a:spLocks/>
          </p:cNvSpPr>
          <p:nvPr/>
        </p:nvSpPr>
        <p:spPr>
          <a:xfrm>
            <a:off x="7511208" y="3918465"/>
            <a:ext cx="697307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200" dirty="0"/>
              <a:t>Решение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782EE8E-2B1E-4D30-A3DA-93EB6AF88F69}"/>
              </a:ext>
            </a:extLst>
          </p:cNvPr>
          <p:cNvSpPr txBox="1">
            <a:spLocks/>
          </p:cNvSpPr>
          <p:nvPr/>
        </p:nvSpPr>
        <p:spPr>
          <a:xfrm>
            <a:off x="8137182" y="2940908"/>
            <a:ext cx="697307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200" dirty="0"/>
              <a:t>Решение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B9EEDAE-2B0F-4B86-B7DF-E08A63308C98}"/>
              </a:ext>
            </a:extLst>
          </p:cNvPr>
          <p:cNvGrpSpPr>
            <a:grpSpLocks/>
          </p:cNvGrpSpPr>
          <p:nvPr/>
        </p:nvGrpSpPr>
        <p:grpSpPr>
          <a:xfrm>
            <a:off x="9326821" y="2443163"/>
            <a:ext cx="2214507" cy="264077"/>
            <a:chOff x="7175439" y="2454006"/>
            <a:chExt cx="1706880" cy="264077"/>
          </a:xfrm>
        </p:grpSpPr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7BACD0B7-87C5-4D41-A30D-58C07652BCA5}"/>
                </a:ext>
              </a:extLst>
            </p:cNvPr>
            <p:cNvCxnSpPr>
              <a:cxnSpLocks/>
            </p:cNvCxnSpPr>
            <p:nvPr/>
          </p:nvCxnSpPr>
          <p:spPr>
            <a:xfrm>
              <a:off x="8028529" y="2454006"/>
              <a:ext cx="0" cy="264077"/>
            </a:xfrm>
            <a:prstGeom prst="line">
              <a:avLst/>
            </a:prstGeom>
            <a:ln w="6350" cap="flat">
              <a:solidFill>
                <a:schemeClr val="accent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3A889317-343D-4534-B387-BBA7312A8322}"/>
                </a:ext>
              </a:extLst>
            </p:cNvPr>
            <p:cNvCxnSpPr>
              <a:cxnSpLocks/>
            </p:cNvCxnSpPr>
            <p:nvPr/>
          </p:nvCxnSpPr>
          <p:spPr>
            <a:xfrm>
              <a:off x="7175439" y="2455181"/>
              <a:ext cx="1706880" cy="0"/>
            </a:xfrm>
            <a:prstGeom prst="line">
              <a:avLst/>
            </a:prstGeom>
            <a:ln w="6350" cap="flat">
              <a:solidFill>
                <a:schemeClr val="accent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557AAA9B-50EC-4151-9328-3AB83D0077DF}"/>
              </a:ext>
            </a:extLst>
          </p:cNvPr>
          <p:cNvSpPr txBox="1">
            <a:spLocks/>
          </p:cNvSpPr>
          <p:nvPr/>
        </p:nvSpPr>
        <p:spPr>
          <a:xfrm>
            <a:off x="9456941" y="3093841"/>
            <a:ext cx="697307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200" dirty="0"/>
              <a:t>Решение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EBD0D72-A46D-4386-A850-9AED4493AEF8}"/>
              </a:ext>
            </a:extLst>
          </p:cNvPr>
          <p:cNvSpPr txBox="1">
            <a:spLocks/>
          </p:cNvSpPr>
          <p:nvPr/>
        </p:nvSpPr>
        <p:spPr>
          <a:xfrm>
            <a:off x="9494195" y="3918465"/>
            <a:ext cx="697307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200" dirty="0"/>
              <a:t>Решение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EA5FE19-6A85-43C7-A0AF-36E84860363B}"/>
              </a:ext>
            </a:extLst>
          </p:cNvPr>
          <p:cNvSpPr txBox="1">
            <a:spLocks/>
          </p:cNvSpPr>
          <p:nvPr/>
        </p:nvSpPr>
        <p:spPr>
          <a:xfrm>
            <a:off x="10426621" y="2856003"/>
            <a:ext cx="697307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200" dirty="0"/>
              <a:t>Решение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443D655-8641-42A6-B4D8-8191383E4C2A}"/>
              </a:ext>
            </a:extLst>
          </p:cNvPr>
          <p:cNvSpPr txBox="1">
            <a:spLocks/>
          </p:cNvSpPr>
          <p:nvPr/>
        </p:nvSpPr>
        <p:spPr>
          <a:xfrm>
            <a:off x="10461223" y="3585215"/>
            <a:ext cx="697307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200" dirty="0"/>
              <a:t>Решение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F69F73C-B10C-478B-8A64-9D8B904A3A74}"/>
              </a:ext>
            </a:extLst>
          </p:cNvPr>
          <p:cNvGrpSpPr/>
          <p:nvPr/>
        </p:nvGrpSpPr>
        <p:grpSpPr>
          <a:xfrm>
            <a:off x="1998406" y="1891309"/>
            <a:ext cx="3262830" cy="553998"/>
            <a:chOff x="1998406" y="1856761"/>
            <a:chExt cx="3262830" cy="553998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E62F397-CCC3-4FD9-B785-643E3AFFE9E6}"/>
                </a:ext>
              </a:extLst>
            </p:cNvPr>
            <p:cNvSpPr txBox="1">
              <a:spLocks/>
            </p:cNvSpPr>
            <p:nvPr/>
          </p:nvSpPr>
          <p:spPr>
            <a:xfrm>
              <a:off x="1998406" y="1856761"/>
              <a:ext cx="1293282" cy="492443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r"/>
              <a:r>
                <a:rPr lang="ru-RU" sz="3200" b="1" dirty="0">
                  <a:solidFill>
                    <a:schemeClr val="tx2"/>
                  </a:solidFill>
                </a:rPr>
                <a:t>44</a:t>
              </a:r>
              <a:endParaRPr lang="en-US" sz="3200" b="1" dirty="0">
                <a:solidFill>
                  <a:schemeClr val="tx2"/>
                </a:solidFill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39B6D2A-FD0B-4825-8EEF-59FF4749CD03}"/>
                </a:ext>
              </a:extLst>
            </p:cNvPr>
            <p:cNvSpPr txBox="1">
              <a:spLocks/>
            </p:cNvSpPr>
            <p:nvPr/>
          </p:nvSpPr>
          <p:spPr>
            <a:xfrm>
              <a:off x="3450375" y="1856761"/>
              <a:ext cx="1810861" cy="55399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200" dirty="0"/>
                <a:t>Наиболее полезных</a:t>
              </a:r>
              <a:r>
                <a:rPr lang="en-US" sz="1200" dirty="0"/>
                <a:t> </a:t>
              </a:r>
              <a:r>
                <a:rPr lang="ru-RU" sz="1200" dirty="0"/>
                <a:t>решения умного дома отобрано </a:t>
              </a:r>
              <a:endParaRPr lang="en-US" sz="1200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3E4F952-96F1-4089-BAB2-706FEE21AA51}"/>
              </a:ext>
            </a:extLst>
          </p:cNvPr>
          <p:cNvGrpSpPr/>
          <p:nvPr/>
        </p:nvGrpSpPr>
        <p:grpSpPr>
          <a:xfrm>
            <a:off x="1998406" y="3633980"/>
            <a:ext cx="3262830" cy="492443"/>
            <a:chOff x="1998406" y="3796626"/>
            <a:chExt cx="3262830" cy="492443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EA7DF0A-A827-4D44-B7DB-0F72E61433C1}"/>
                </a:ext>
              </a:extLst>
            </p:cNvPr>
            <p:cNvSpPr txBox="1">
              <a:spLocks/>
            </p:cNvSpPr>
            <p:nvPr/>
          </p:nvSpPr>
          <p:spPr>
            <a:xfrm>
              <a:off x="1998406" y="3796626"/>
              <a:ext cx="1293282" cy="492443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r"/>
              <a:r>
                <a:rPr lang="ru-RU" sz="3200" b="1" dirty="0">
                  <a:solidFill>
                    <a:schemeClr val="tx2"/>
                  </a:solidFill>
                </a:rPr>
                <a:t>1,5</a:t>
              </a:r>
              <a:r>
                <a:rPr lang="ru-RU" sz="1600" b="1" dirty="0">
                  <a:solidFill>
                    <a:schemeClr val="tx2"/>
                  </a:solidFill>
                </a:rPr>
                <a:t> тыс.</a:t>
              </a:r>
              <a:endParaRPr lang="en-US" sz="1600" b="1" dirty="0">
                <a:solidFill>
                  <a:schemeClr val="tx2"/>
                </a:solidFill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E39EBAD-E30E-4579-8DC2-90BA2E32B33C}"/>
                </a:ext>
              </a:extLst>
            </p:cNvPr>
            <p:cNvSpPr txBox="1">
              <a:spLocks/>
            </p:cNvSpPr>
            <p:nvPr/>
          </p:nvSpPr>
          <p:spPr>
            <a:xfrm>
              <a:off x="3450375" y="3876821"/>
              <a:ext cx="1810861" cy="369332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200" dirty="0"/>
                <a:t>Москвичей </a:t>
              </a:r>
              <a:br>
                <a:rPr lang="ru-RU" sz="1200" dirty="0"/>
              </a:br>
              <a:r>
                <a:rPr lang="ru-RU" sz="1200" dirty="0"/>
                <a:t>будет опрошено</a:t>
              </a:r>
              <a:endParaRPr lang="en-US" sz="120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2F0BB40-C2CC-413E-BC1D-64BF76AAE8B3}"/>
              </a:ext>
            </a:extLst>
          </p:cNvPr>
          <p:cNvGrpSpPr/>
          <p:nvPr/>
        </p:nvGrpSpPr>
        <p:grpSpPr>
          <a:xfrm>
            <a:off x="1998406" y="3037205"/>
            <a:ext cx="3262829" cy="492443"/>
            <a:chOff x="1998406" y="3244759"/>
            <a:chExt cx="3262829" cy="492443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0A2C4419-94E5-47AE-99DC-5C0A1D0EB9F5}"/>
                </a:ext>
              </a:extLst>
            </p:cNvPr>
            <p:cNvSpPr txBox="1">
              <a:spLocks/>
            </p:cNvSpPr>
            <p:nvPr/>
          </p:nvSpPr>
          <p:spPr>
            <a:xfrm>
              <a:off x="1998406" y="3244759"/>
              <a:ext cx="1293282" cy="492443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r"/>
              <a:r>
                <a:rPr lang="ru-RU" sz="3200" b="1" dirty="0">
                  <a:solidFill>
                    <a:schemeClr val="tx2"/>
                  </a:solidFill>
                </a:rPr>
                <a:t>4</a:t>
              </a:r>
              <a:endParaRPr lang="en-US" sz="3200" b="1" dirty="0">
                <a:solidFill>
                  <a:schemeClr val="tx2"/>
                </a:solidFill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8F4B0D73-B730-4499-A5C0-DE54F13C776B}"/>
                </a:ext>
              </a:extLst>
            </p:cNvPr>
            <p:cNvSpPr txBox="1">
              <a:spLocks/>
            </p:cNvSpPr>
            <p:nvPr/>
          </p:nvSpPr>
          <p:spPr>
            <a:xfrm>
              <a:off x="3450374" y="3398647"/>
              <a:ext cx="1810861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200" dirty="0"/>
                <a:t>Фокус-группы</a:t>
              </a:r>
              <a:endParaRPr lang="en-US" sz="12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56D1FE2-974F-43BD-B4FE-5DA2E6105192}"/>
              </a:ext>
            </a:extLst>
          </p:cNvPr>
          <p:cNvGrpSpPr/>
          <p:nvPr/>
        </p:nvGrpSpPr>
        <p:grpSpPr>
          <a:xfrm>
            <a:off x="1294066" y="5343972"/>
            <a:ext cx="3262830" cy="492443"/>
            <a:chOff x="1998406" y="5574977"/>
            <a:chExt cx="3262830" cy="492443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52F40E5-3DA5-48DA-9B87-4A4CE35771EB}"/>
                </a:ext>
              </a:extLst>
            </p:cNvPr>
            <p:cNvSpPr txBox="1">
              <a:spLocks/>
            </p:cNvSpPr>
            <p:nvPr/>
          </p:nvSpPr>
          <p:spPr>
            <a:xfrm>
              <a:off x="1998406" y="5574977"/>
              <a:ext cx="1293282" cy="492443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r"/>
              <a:r>
                <a:rPr lang="ru-RU" sz="3200" b="1" dirty="0">
                  <a:solidFill>
                    <a:schemeClr val="tx2"/>
                  </a:solidFill>
                </a:rPr>
                <a:t>5</a:t>
              </a:r>
              <a:endParaRPr lang="en-US" sz="3200" b="1" dirty="0">
                <a:solidFill>
                  <a:schemeClr val="tx2"/>
                </a:solidFill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1C32927-BFD9-4F9E-8F5B-67760962A48E}"/>
                </a:ext>
              </a:extLst>
            </p:cNvPr>
            <p:cNvSpPr txBox="1">
              <a:spLocks/>
            </p:cNvSpPr>
            <p:nvPr/>
          </p:nvSpPr>
          <p:spPr>
            <a:xfrm>
              <a:off x="3450375" y="5636532"/>
              <a:ext cx="1810861" cy="369332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200" dirty="0"/>
                <a:t>Департаментов</a:t>
              </a:r>
              <a:br>
                <a:rPr lang="ru-RU" sz="1200" dirty="0"/>
              </a:br>
              <a:r>
                <a:rPr lang="ru-RU" sz="1200" dirty="0"/>
                <a:t>привлечено</a:t>
              </a:r>
              <a:endParaRPr lang="en-US" sz="12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5E8C08D-D74E-41E4-9C95-CA4F0ED8E0B4}"/>
              </a:ext>
            </a:extLst>
          </p:cNvPr>
          <p:cNvGrpSpPr/>
          <p:nvPr/>
        </p:nvGrpSpPr>
        <p:grpSpPr>
          <a:xfrm>
            <a:off x="1294066" y="4747196"/>
            <a:ext cx="3262830" cy="492443"/>
            <a:chOff x="1998406" y="5025301"/>
            <a:chExt cx="3262830" cy="492443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988CD6BA-ECFE-4DC3-AFF8-16624200A02C}"/>
                </a:ext>
              </a:extLst>
            </p:cNvPr>
            <p:cNvSpPr txBox="1">
              <a:spLocks/>
            </p:cNvSpPr>
            <p:nvPr/>
          </p:nvSpPr>
          <p:spPr>
            <a:xfrm>
              <a:off x="1998406" y="5025301"/>
              <a:ext cx="1293282" cy="492443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r"/>
              <a:r>
                <a:rPr lang="ru-RU" sz="3200" b="1" dirty="0">
                  <a:solidFill>
                    <a:schemeClr val="tx2"/>
                  </a:solidFill>
                </a:rPr>
                <a:t>58</a:t>
              </a:r>
              <a:endParaRPr lang="en-US" sz="3200" b="1" dirty="0">
                <a:solidFill>
                  <a:schemeClr val="tx2"/>
                </a:solidFill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102FA6E9-2A70-4476-BFFC-48D2A98A8609}"/>
                </a:ext>
              </a:extLst>
            </p:cNvPr>
            <p:cNvSpPr txBox="1">
              <a:spLocks/>
            </p:cNvSpPr>
            <p:nvPr/>
          </p:nvSpPr>
          <p:spPr>
            <a:xfrm>
              <a:off x="3450375" y="5086856"/>
              <a:ext cx="1810861" cy="369332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200" dirty="0"/>
                <a:t>Параметров</a:t>
              </a:r>
              <a:br>
                <a:rPr lang="ru-RU" sz="1200" dirty="0"/>
              </a:br>
              <a:r>
                <a:rPr lang="ru-RU" sz="1200" dirty="0"/>
                <a:t>оценено</a:t>
              </a:r>
              <a:endParaRPr lang="en-US" sz="1200" dirty="0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12C264D4-9A6A-41A0-BE5F-572654F9A2B4}"/>
              </a:ext>
            </a:extLst>
          </p:cNvPr>
          <p:cNvSpPr>
            <a:spLocks/>
          </p:cNvSpPr>
          <p:nvPr/>
        </p:nvSpPr>
        <p:spPr>
          <a:xfrm>
            <a:off x="1998406" y="1479200"/>
            <a:ext cx="3262830" cy="307777"/>
          </a:xfrm>
          <a:prstGeom prst="rect">
            <a:avLst/>
          </a:prstGeom>
        </p:spPr>
        <p:txBody>
          <a:bodyPr wrap="square" lIns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400" b="1" dirty="0"/>
              <a:t>Анализ лучших практик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F2B04F5-73F5-4CB8-ACF0-9E8A0125DFF2}"/>
              </a:ext>
            </a:extLst>
          </p:cNvPr>
          <p:cNvSpPr>
            <a:spLocks/>
          </p:cNvSpPr>
          <p:nvPr/>
        </p:nvSpPr>
        <p:spPr>
          <a:xfrm>
            <a:off x="1998406" y="2653971"/>
            <a:ext cx="3262830" cy="307777"/>
          </a:xfrm>
          <a:prstGeom prst="rect">
            <a:avLst/>
          </a:prstGeom>
        </p:spPr>
        <p:txBody>
          <a:bodyPr wrap="square" lIns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400" b="1" dirty="0"/>
              <a:t>Тестирование важности для граждан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CE66BF9-12BF-4A82-A8E9-423D07926394}"/>
              </a:ext>
            </a:extLst>
          </p:cNvPr>
          <p:cNvSpPr>
            <a:spLocks/>
          </p:cNvSpPr>
          <p:nvPr/>
        </p:nvSpPr>
        <p:spPr>
          <a:xfrm>
            <a:off x="1998405" y="4363963"/>
            <a:ext cx="3433273" cy="268664"/>
          </a:xfrm>
          <a:prstGeom prst="rect">
            <a:avLst/>
          </a:prstGeom>
        </p:spPr>
        <p:txBody>
          <a:bodyPr wrap="square" lIns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400" b="1" dirty="0"/>
              <a:t>Оценка сложности реализации</a:t>
            </a:r>
          </a:p>
        </p:txBody>
      </p:sp>
      <p:cxnSp>
        <p:nvCxnSpPr>
          <p:cNvPr id="126" name="LineContentSeparatorDefault 13">
            <a:extLst>
              <a:ext uri="{FF2B5EF4-FFF2-40B4-BE49-F238E27FC236}">
                <a16:creationId xmlns:a16="http://schemas.microsoft.com/office/drawing/2014/main" id="{ACE9FA2E-F938-4F93-8522-FBA683398170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2002346" y="2549639"/>
            <a:ext cx="3258890" cy="0"/>
          </a:xfrm>
          <a:prstGeom prst="straightConnector1">
            <a:avLst/>
          </a:prstGeom>
          <a:ln w="6350" cap="sq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LineContentSeparatorDefault 13">
            <a:extLst>
              <a:ext uri="{FF2B5EF4-FFF2-40B4-BE49-F238E27FC236}">
                <a16:creationId xmlns:a16="http://schemas.microsoft.com/office/drawing/2014/main" id="{A03E74C7-6546-42B7-9393-06B293F70BD6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1998406" y="4259630"/>
            <a:ext cx="3258890" cy="0"/>
          </a:xfrm>
          <a:prstGeom prst="straightConnector1">
            <a:avLst/>
          </a:prstGeom>
          <a:ln w="6350" cap="sq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76F7CE85-A0E9-4415-8191-78DC7ACA1563}"/>
              </a:ext>
            </a:extLst>
          </p:cNvPr>
          <p:cNvGrpSpPr/>
          <p:nvPr/>
        </p:nvGrpSpPr>
        <p:grpSpPr>
          <a:xfrm>
            <a:off x="838851" y="1829206"/>
            <a:ext cx="634616" cy="634616"/>
            <a:chOff x="5166586" y="2640060"/>
            <a:chExt cx="640325" cy="640325"/>
          </a:xfrm>
        </p:grpSpPr>
        <p:sp>
          <p:nvSpPr>
            <p:cNvPr id="104" name="Freeform 59">
              <a:extLst>
                <a:ext uri="{FF2B5EF4-FFF2-40B4-BE49-F238E27FC236}">
                  <a16:creationId xmlns:a16="http://schemas.microsoft.com/office/drawing/2014/main" id="{D6196121-8B02-439E-B149-3DF99DE9A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8022" y="2725783"/>
              <a:ext cx="277950" cy="275353"/>
            </a:xfrm>
            <a:custGeom>
              <a:avLst/>
              <a:gdLst>
                <a:gd name="T0" fmla="*/ 46 w 91"/>
                <a:gd name="T1" fmla="*/ 0 h 90"/>
                <a:gd name="T2" fmla="*/ 63 w 91"/>
                <a:gd name="T3" fmla="*/ 17 h 90"/>
                <a:gd name="T4" fmla="*/ 65 w 91"/>
                <a:gd name="T5" fmla="*/ 8 h 90"/>
                <a:gd name="T6" fmla="*/ 82 w 91"/>
                <a:gd name="T7" fmla="*/ 8 h 90"/>
                <a:gd name="T8" fmla="*/ 82 w 91"/>
                <a:gd name="T9" fmla="*/ 25 h 90"/>
                <a:gd name="T10" fmla="*/ 74 w 91"/>
                <a:gd name="T11" fmla="*/ 28 h 90"/>
                <a:gd name="T12" fmla="*/ 91 w 91"/>
                <a:gd name="T13" fmla="*/ 45 h 90"/>
                <a:gd name="T14" fmla="*/ 74 w 91"/>
                <a:gd name="T15" fmla="*/ 62 h 90"/>
                <a:gd name="T16" fmla="*/ 85 w 91"/>
                <a:gd name="T17" fmla="*/ 69 h 90"/>
                <a:gd name="T18" fmla="*/ 82 w 91"/>
                <a:gd name="T19" fmla="*/ 82 h 90"/>
                <a:gd name="T20" fmla="*/ 65 w 91"/>
                <a:gd name="T21" fmla="*/ 82 h 90"/>
                <a:gd name="T22" fmla="*/ 63 w 91"/>
                <a:gd name="T23" fmla="*/ 73 h 90"/>
                <a:gd name="T24" fmla="*/ 46 w 91"/>
                <a:gd name="T25" fmla="*/ 90 h 90"/>
                <a:gd name="T26" fmla="*/ 29 w 91"/>
                <a:gd name="T27" fmla="*/ 73 h 90"/>
                <a:gd name="T28" fmla="*/ 37 w 91"/>
                <a:gd name="T29" fmla="*/ 70 h 90"/>
                <a:gd name="T30" fmla="*/ 37 w 91"/>
                <a:gd name="T31" fmla="*/ 53 h 90"/>
                <a:gd name="T32" fmla="*/ 20 w 91"/>
                <a:gd name="T33" fmla="*/ 53 h 90"/>
                <a:gd name="T34" fmla="*/ 17 w 91"/>
                <a:gd name="T35" fmla="*/ 62 h 90"/>
                <a:gd name="T36" fmla="*/ 0 w 91"/>
                <a:gd name="T37" fmla="*/ 45 h 90"/>
                <a:gd name="T38" fmla="*/ 46 w 91"/>
                <a:gd name="T3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1" h="90">
                  <a:moveTo>
                    <a:pt x="46" y="0"/>
                  </a:moveTo>
                  <a:cubicBezTo>
                    <a:pt x="63" y="17"/>
                    <a:pt x="63" y="17"/>
                    <a:pt x="63" y="17"/>
                  </a:cubicBezTo>
                  <a:cubicBezTo>
                    <a:pt x="62" y="14"/>
                    <a:pt x="63" y="10"/>
                    <a:pt x="65" y="8"/>
                  </a:cubicBezTo>
                  <a:cubicBezTo>
                    <a:pt x="70" y="3"/>
                    <a:pt x="78" y="3"/>
                    <a:pt x="82" y="8"/>
                  </a:cubicBezTo>
                  <a:cubicBezTo>
                    <a:pt x="87" y="13"/>
                    <a:pt x="87" y="20"/>
                    <a:pt x="82" y="25"/>
                  </a:cubicBezTo>
                  <a:cubicBezTo>
                    <a:pt x="80" y="27"/>
                    <a:pt x="77" y="28"/>
                    <a:pt x="74" y="28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74" y="62"/>
                    <a:pt x="74" y="62"/>
                    <a:pt x="74" y="62"/>
                  </a:cubicBezTo>
                  <a:cubicBezTo>
                    <a:pt x="79" y="62"/>
                    <a:pt x="83" y="64"/>
                    <a:pt x="85" y="69"/>
                  </a:cubicBezTo>
                  <a:cubicBezTo>
                    <a:pt x="86" y="74"/>
                    <a:pt x="86" y="79"/>
                    <a:pt x="82" y="82"/>
                  </a:cubicBezTo>
                  <a:cubicBezTo>
                    <a:pt x="78" y="87"/>
                    <a:pt x="70" y="86"/>
                    <a:pt x="65" y="82"/>
                  </a:cubicBezTo>
                  <a:cubicBezTo>
                    <a:pt x="63" y="80"/>
                    <a:pt x="62" y="76"/>
                    <a:pt x="63" y="73"/>
                  </a:cubicBezTo>
                  <a:cubicBezTo>
                    <a:pt x="46" y="90"/>
                    <a:pt x="46" y="90"/>
                    <a:pt x="46" y="9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2" y="74"/>
                    <a:pt x="35" y="73"/>
                    <a:pt x="37" y="70"/>
                  </a:cubicBezTo>
                  <a:cubicBezTo>
                    <a:pt x="42" y="66"/>
                    <a:pt x="42" y="58"/>
                    <a:pt x="37" y="53"/>
                  </a:cubicBezTo>
                  <a:cubicBezTo>
                    <a:pt x="32" y="49"/>
                    <a:pt x="25" y="49"/>
                    <a:pt x="20" y="53"/>
                  </a:cubicBezTo>
                  <a:cubicBezTo>
                    <a:pt x="18" y="56"/>
                    <a:pt x="17" y="59"/>
                    <a:pt x="17" y="62"/>
                  </a:cubicBezTo>
                  <a:cubicBezTo>
                    <a:pt x="0" y="45"/>
                    <a:pt x="0" y="45"/>
                    <a:pt x="0" y="45"/>
                  </a:cubicBezTo>
                  <a:lnTo>
                    <a:pt x="46" y="0"/>
                  </a:lnTo>
                  <a:close/>
                </a:path>
              </a:pathLst>
            </a:custGeom>
            <a:noFill/>
            <a:ln w="19050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5" name="Oval 60">
              <a:extLst>
                <a:ext uri="{FF2B5EF4-FFF2-40B4-BE49-F238E27FC236}">
                  <a16:creationId xmlns:a16="http://schemas.microsoft.com/office/drawing/2014/main" id="{2355D816-88B8-42D5-9293-F17F114664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6586" y="2640060"/>
              <a:ext cx="453293" cy="455891"/>
            </a:xfrm>
            <a:prstGeom prst="ellipse">
              <a:avLst/>
            </a:prstGeom>
            <a:noFill/>
            <a:ln w="190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6" name="Freeform 61">
              <a:extLst>
                <a:ext uri="{FF2B5EF4-FFF2-40B4-BE49-F238E27FC236}">
                  <a16:creationId xmlns:a16="http://schemas.microsoft.com/office/drawing/2014/main" id="{DB08A3DB-0F26-4134-9EBE-EE0279705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7017" y="3053089"/>
              <a:ext cx="229894" cy="227296"/>
            </a:xfrm>
            <a:custGeom>
              <a:avLst/>
              <a:gdLst>
                <a:gd name="T0" fmla="*/ 33 w 177"/>
                <a:gd name="T1" fmla="*/ 0 h 175"/>
                <a:gd name="T2" fmla="*/ 0 w 177"/>
                <a:gd name="T3" fmla="*/ 33 h 175"/>
                <a:gd name="T4" fmla="*/ 144 w 177"/>
                <a:gd name="T5" fmla="*/ 175 h 175"/>
                <a:gd name="T6" fmla="*/ 177 w 177"/>
                <a:gd name="T7" fmla="*/ 142 h 175"/>
                <a:gd name="T8" fmla="*/ 33 w 177"/>
                <a:gd name="T9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7" h="175">
                  <a:moveTo>
                    <a:pt x="33" y="0"/>
                  </a:moveTo>
                  <a:lnTo>
                    <a:pt x="0" y="33"/>
                  </a:lnTo>
                  <a:lnTo>
                    <a:pt x="144" y="175"/>
                  </a:lnTo>
                  <a:lnTo>
                    <a:pt x="177" y="142"/>
                  </a:lnTo>
                  <a:lnTo>
                    <a:pt x="33" y="0"/>
                  </a:lnTo>
                  <a:close/>
                </a:path>
              </a:pathLst>
            </a:custGeom>
            <a:noFill/>
            <a:ln w="190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2" name="Line 62">
              <a:extLst>
                <a:ext uri="{FF2B5EF4-FFF2-40B4-BE49-F238E27FC236}">
                  <a16:creationId xmlns:a16="http://schemas.microsoft.com/office/drawing/2014/main" id="{165C40A8-B115-478A-BEFD-2FC2156238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556236" y="3028411"/>
              <a:ext cx="42862" cy="46758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CE199DDA-2727-45F9-A351-7749E3EB3960}"/>
              </a:ext>
            </a:extLst>
          </p:cNvPr>
          <p:cNvGrpSpPr/>
          <p:nvPr/>
        </p:nvGrpSpPr>
        <p:grpSpPr>
          <a:xfrm>
            <a:off x="845851" y="3316627"/>
            <a:ext cx="620616" cy="635878"/>
            <a:chOff x="2893628" y="2630968"/>
            <a:chExt cx="633830" cy="649417"/>
          </a:xfrm>
        </p:grpSpPr>
        <p:sp>
          <p:nvSpPr>
            <p:cNvPr id="114" name="Freeform 181">
              <a:extLst>
                <a:ext uri="{FF2B5EF4-FFF2-40B4-BE49-F238E27FC236}">
                  <a16:creationId xmlns:a16="http://schemas.microsoft.com/office/drawing/2014/main" id="{1F1EF589-C82D-4518-B3AF-EA137C1F2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0786" y="3038802"/>
              <a:ext cx="70137" cy="241583"/>
            </a:xfrm>
            <a:custGeom>
              <a:avLst/>
              <a:gdLst>
                <a:gd name="T0" fmla="*/ 23 w 23"/>
                <a:gd name="T1" fmla="*/ 79 h 79"/>
                <a:gd name="T2" fmla="*/ 23 w 23"/>
                <a:gd name="T3" fmla="*/ 46 h 79"/>
                <a:gd name="T4" fmla="*/ 14 w 23"/>
                <a:gd name="T5" fmla="*/ 51 h 79"/>
                <a:gd name="T6" fmla="*/ 0 w 23"/>
                <a:gd name="T7" fmla="*/ 37 h 79"/>
                <a:gd name="T8" fmla="*/ 14 w 23"/>
                <a:gd name="T9" fmla="*/ 23 h 79"/>
                <a:gd name="T10" fmla="*/ 23 w 23"/>
                <a:gd name="T11" fmla="*/ 28 h 79"/>
                <a:gd name="T12" fmla="*/ 23 w 23"/>
                <a:gd name="T1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79">
                  <a:moveTo>
                    <a:pt x="23" y="79"/>
                  </a:moveTo>
                  <a:cubicBezTo>
                    <a:pt x="23" y="46"/>
                    <a:pt x="23" y="46"/>
                    <a:pt x="23" y="46"/>
                  </a:cubicBezTo>
                  <a:cubicBezTo>
                    <a:pt x="21" y="49"/>
                    <a:pt x="17" y="51"/>
                    <a:pt x="14" y="51"/>
                  </a:cubicBezTo>
                  <a:cubicBezTo>
                    <a:pt x="6" y="51"/>
                    <a:pt x="0" y="45"/>
                    <a:pt x="0" y="37"/>
                  </a:cubicBezTo>
                  <a:cubicBezTo>
                    <a:pt x="0" y="29"/>
                    <a:pt x="6" y="23"/>
                    <a:pt x="14" y="23"/>
                  </a:cubicBezTo>
                  <a:cubicBezTo>
                    <a:pt x="17" y="23"/>
                    <a:pt x="21" y="25"/>
                    <a:pt x="23" y="28"/>
                  </a:cubicBezTo>
                  <a:cubicBezTo>
                    <a:pt x="23" y="0"/>
                    <a:pt x="23" y="0"/>
                    <a:pt x="23" y="0"/>
                  </a:cubicBezTo>
                </a:path>
              </a:pathLst>
            </a:custGeom>
            <a:noFill/>
            <a:ln w="19050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5" name="Freeform 182">
              <a:extLst>
                <a:ext uri="{FF2B5EF4-FFF2-40B4-BE49-F238E27FC236}">
                  <a16:creationId xmlns:a16="http://schemas.microsoft.com/office/drawing/2014/main" id="{044583C2-B182-4664-BC26-BF66B6B9B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628" y="2967366"/>
              <a:ext cx="227296" cy="71436"/>
            </a:xfrm>
            <a:custGeom>
              <a:avLst/>
              <a:gdLst>
                <a:gd name="T0" fmla="*/ 0 w 74"/>
                <a:gd name="T1" fmla="*/ 23 h 23"/>
                <a:gd name="T2" fmla="*/ 28 w 74"/>
                <a:gd name="T3" fmla="*/ 23 h 23"/>
                <a:gd name="T4" fmla="*/ 23 w 74"/>
                <a:gd name="T5" fmla="*/ 14 h 23"/>
                <a:gd name="T6" fmla="*/ 37 w 74"/>
                <a:gd name="T7" fmla="*/ 0 h 23"/>
                <a:gd name="T8" fmla="*/ 51 w 74"/>
                <a:gd name="T9" fmla="*/ 14 h 23"/>
                <a:gd name="T10" fmla="*/ 46 w 74"/>
                <a:gd name="T11" fmla="*/ 23 h 23"/>
                <a:gd name="T12" fmla="*/ 74 w 74"/>
                <a:gd name="T13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" h="23">
                  <a:moveTo>
                    <a:pt x="0" y="23"/>
                  </a:moveTo>
                  <a:cubicBezTo>
                    <a:pt x="28" y="23"/>
                    <a:pt x="28" y="23"/>
                    <a:pt x="28" y="23"/>
                  </a:cubicBezTo>
                  <a:cubicBezTo>
                    <a:pt x="25" y="21"/>
                    <a:pt x="23" y="17"/>
                    <a:pt x="23" y="14"/>
                  </a:cubicBezTo>
                  <a:cubicBezTo>
                    <a:pt x="23" y="6"/>
                    <a:pt x="29" y="0"/>
                    <a:pt x="37" y="0"/>
                  </a:cubicBezTo>
                  <a:cubicBezTo>
                    <a:pt x="45" y="0"/>
                    <a:pt x="51" y="6"/>
                    <a:pt x="51" y="14"/>
                  </a:cubicBezTo>
                  <a:cubicBezTo>
                    <a:pt x="51" y="17"/>
                    <a:pt x="49" y="21"/>
                    <a:pt x="46" y="23"/>
                  </a:cubicBezTo>
                  <a:cubicBezTo>
                    <a:pt x="74" y="23"/>
                    <a:pt x="74" y="23"/>
                    <a:pt x="74" y="23"/>
                  </a:cubicBezTo>
                </a:path>
              </a:pathLst>
            </a:custGeom>
            <a:noFill/>
            <a:ln w="19050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6" name="Freeform 183">
              <a:extLst>
                <a:ext uri="{FF2B5EF4-FFF2-40B4-BE49-F238E27FC236}">
                  <a16:creationId xmlns:a16="http://schemas.microsoft.com/office/drawing/2014/main" id="{2526BDF1-A5C6-4D79-B21B-905AC3302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628" y="2741369"/>
              <a:ext cx="453293" cy="539016"/>
            </a:xfrm>
            <a:custGeom>
              <a:avLst/>
              <a:gdLst>
                <a:gd name="T0" fmla="*/ 74 w 148"/>
                <a:gd name="T1" fmla="*/ 97 h 176"/>
                <a:gd name="T2" fmla="*/ 102 w 148"/>
                <a:gd name="T3" fmla="*/ 97 h 176"/>
                <a:gd name="T4" fmla="*/ 97 w 148"/>
                <a:gd name="T5" fmla="*/ 106 h 176"/>
                <a:gd name="T6" fmla="*/ 111 w 148"/>
                <a:gd name="T7" fmla="*/ 120 h 176"/>
                <a:gd name="T8" fmla="*/ 125 w 148"/>
                <a:gd name="T9" fmla="*/ 106 h 176"/>
                <a:gd name="T10" fmla="*/ 121 w 148"/>
                <a:gd name="T11" fmla="*/ 97 h 176"/>
                <a:gd name="T12" fmla="*/ 148 w 148"/>
                <a:gd name="T13" fmla="*/ 97 h 176"/>
                <a:gd name="T14" fmla="*/ 148 w 148"/>
                <a:gd name="T15" fmla="*/ 176 h 176"/>
                <a:gd name="T16" fmla="*/ 0 w 148"/>
                <a:gd name="T17" fmla="*/ 176 h 176"/>
                <a:gd name="T18" fmla="*/ 0 w 148"/>
                <a:gd name="T19" fmla="*/ 23 h 176"/>
                <a:gd name="T20" fmla="*/ 28 w 148"/>
                <a:gd name="T21" fmla="*/ 23 h 176"/>
                <a:gd name="T22" fmla="*/ 23 w 148"/>
                <a:gd name="T23" fmla="*/ 14 h 176"/>
                <a:gd name="T24" fmla="*/ 37 w 148"/>
                <a:gd name="T25" fmla="*/ 0 h 176"/>
                <a:gd name="T26" fmla="*/ 51 w 148"/>
                <a:gd name="T27" fmla="*/ 14 h 176"/>
                <a:gd name="T28" fmla="*/ 46 w 148"/>
                <a:gd name="T29" fmla="*/ 23 h 176"/>
                <a:gd name="T30" fmla="*/ 74 w 148"/>
                <a:gd name="T31" fmla="*/ 23 h 176"/>
                <a:gd name="T32" fmla="*/ 74 w 148"/>
                <a:gd name="T33" fmla="*/ 51 h 176"/>
                <a:gd name="T34" fmla="*/ 89 w 148"/>
                <a:gd name="T35" fmla="*/ 48 h 176"/>
                <a:gd name="T36" fmla="*/ 97 w 148"/>
                <a:gd name="T37" fmla="*/ 60 h 176"/>
                <a:gd name="T38" fmla="*/ 83 w 148"/>
                <a:gd name="T39" fmla="*/ 74 h 176"/>
                <a:gd name="T40" fmla="*/ 74 w 148"/>
                <a:gd name="T41" fmla="*/ 69 h 176"/>
                <a:gd name="T42" fmla="*/ 74 w 148"/>
                <a:gd name="T43" fmla="*/ 97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8" h="176">
                  <a:moveTo>
                    <a:pt x="74" y="97"/>
                  </a:moveTo>
                  <a:cubicBezTo>
                    <a:pt x="102" y="97"/>
                    <a:pt x="102" y="97"/>
                    <a:pt x="102" y="97"/>
                  </a:cubicBezTo>
                  <a:cubicBezTo>
                    <a:pt x="99" y="102"/>
                    <a:pt x="97" y="103"/>
                    <a:pt x="97" y="106"/>
                  </a:cubicBezTo>
                  <a:cubicBezTo>
                    <a:pt x="97" y="114"/>
                    <a:pt x="104" y="120"/>
                    <a:pt x="111" y="120"/>
                  </a:cubicBezTo>
                  <a:cubicBezTo>
                    <a:pt x="119" y="120"/>
                    <a:pt x="125" y="114"/>
                    <a:pt x="125" y="106"/>
                  </a:cubicBezTo>
                  <a:cubicBezTo>
                    <a:pt x="125" y="103"/>
                    <a:pt x="123" y="99"/>
                    <a:pt x="121" y="97"/>
                  </a:cubicBezTo>
                  <a:cubicBezTo>
                    <a:pt x="148" y="97"/>
                    <a:pt x="148" y="97"/>
                    <a:pt x="148" y="97"/>
                  </a:cubicBezTo>
                  <a:cubicBezTo>
                    <a:pt x="148" y="176"/>
                    <a:pt x="148" y="176"/>
                    <a:pt x="148" y="176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5" y="21"/>
                    <a:pt x="23" y="17"/>
                    <a:pt x="23" y="14"/>
                  </a:cubicBezTo>
                  <a:cubicBezTo>
                    <a:pt x="23" y="6"/>
                    <a:pt x="29" y="0"/>
                    <a:pt x="37" y="0"/>
                  </a:cubicBezTo>
                  <a:cubicBezTo>
                    <a:pt x="45" y="0"/>
                    <a:pt x="51" y="6"/>
                    <a:pt x="51" y="14"/>
                  </a:cubicBezTo>
                  <a:cubicBezTo>
                    <a:pt x="51" y="17"/>
                    <a:pt x="49" y="21"/>
                    <a:pt x="46" y="23"/>
                  </a:cubicBezTo>
                  <a:cubicBezTo>
                    <a:pt x="74" y="23"/>
                    <a:pt x="74" y="23"/>
                    <a:pt x="74" y="23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78" y="47"/>
                    <a:pt x="83" y="44"/>
                    <a:pt x="89" y="48"/>
                  </a:cubicBezTo>
                  <a:cubicBezTo>
                    <a:pt x="94" y="50"/>
                    <a:pt x="97" y="55"/>
                    <a:pt x="97" y="60"/>
                  </a:cubicBezTo>
                  <a:cubicBezTo>
                    <a:pt x="97" y="68"/>
                    <a:pt x="91" y="74"/>
                    <a:pt x="83" y="74"/>
                  </a:cubicBezTo>
                  <a:cubicBezTo>
                    <a:pt x="80" y="74"/>
                    <a:pt x="76" y="72"/>
                    <a:pt x="74" y="69"/>
                  </a:cubicBezTo>
                  <a:cubicBezTo>
                    <a:pt x="74" y="97"/>
                    <a:pt x="74" y="97"/>
                    <a:pt x="74" y="97"/>
                  </a:cubicBezTo>
                </a:path>
              </a:pathLst>
            </a:custGeom>
            <a:noFill/>
            <a:ln w="19050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1" name="Freeform 184">
              <a:extLst>
                <a:ext uri="{FF2B5EF4-FFF2-40B4-BE49-F238E27FC236}">
                  <a16:creationId xmlns:a16="http://schemas.microsoft.com/office/drawing/2014/main" id="{9764E023-9423-4F50-9A2A-DB5699C621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6646" y="2630968"/>
              <a:ext cx="320812" cy="322111"/>
            </a:xfrm>
            <a:custGeom>
              <a:avLst/>
              <a:gdLst>
                <a:gd name="T0" fmla="*/ 52 w 105"/>
                <a:gd name="T1" fmla="*/ 0 h 105"/>
                <a:gd name="T2" fmla="*/ 72 w 105"/>
                <a:gd name="T3" fmla="*/ 20 h 105"/>
                <a:gd name="T4" fmla="*/ 75 w 105"/>
                <a:gd name="T5" fmla="*/ 10 h 105"/>
                <a:gd name="T6" fmla="*/ 95 w 105"/>
                <a:gd name="T7" fmla="*/ 10 h 105"/>
                <a:gd name="T8" fmla="*/ 95 w 105"/>
                <a:gd name="T9" fmla="*/ 30 h 105"/>
                <a:gd name="T10" fmla="*/ 85 w 105"/>
                <a:gd name="T11" fmla="*/ 33 h 105"/>
                <a:gd name="T12" fmla="*/ 105 w 105"/>
                <a:gd name="T13" fmla="*/ 53 h 105"/>
                <a:gd name="T14" fmla="*/ 85 w 105"/>
                <a:gd name="T15" fmla="*/ 72 h 105"/>
                <a:gd name="T16" fmla="*/ 98 w 105"/>
                <a:gd name="T17" fmla="*/ 81 h 105"/>
                <a:gd name="T18" fmla="*/ 95 w 105"/>
                <a:gd name="T19" fmla="*/ 96 h 105"/>
                <a:gd name="T20" fmla="*/ 75 w 105"/>
                <a:gd name="T21" fmla="*/ 95 h 105"/>
                <a:gd name="T22" fmla="*/ 72 w 105"/>
                <a:gd name="T23" fmla="*/ 86 h 105"/>
                <a:gd name="T24" fmla="*/ 52 w 105"/>
                <a:gd name="T25" fmla="*/ 105 h 105"/>
                <a:gd name="T26" fmla="*/ 33 w 105"/>
                <a:gd name="T27" fmla="*/ 86 h 105"/>
                <a:gd name="T28" fmla="*/ 43 w 105"/>
                <a:gd name="T29" fmla="*/ 82 h 105"/>
                <a:gd name="T30" fmla="*/ 43 w 105"/>
                <a:gd name="T31" fmla="*/ 63 h 105"/>
                <a:gd name="T32" fmla="*/ 23 w 105"/>
                <a:gd name="T33" fmla="*/ 63 h 105"/>
                <a:gd name="T34" fmla="*/ 20 w 105"/>
                <a:gd name="T35" fmla="*/ 72 h 105"/>
                <a:gd name="T36" fmla="*/ 0 w 105"/>
                <a:gd name="T37" fmla="*/ 53 h 105"/>
                <a:gd name="T38" fmla="*/ 52 w 105"/>
                <a:gd name="T39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105">
                  <a:moveTo>
                    <a:pt x="52" y="0"/>
                  </a:moveTo>
                  <a:cubicBezTo>
                    <a:pt x="72" y="20"/>
                    <a:pt x="72" y="20"/>
                    <a:pt x="72" y="20"/>
                  </a:cubicBezTo>
                  <a:cubicBezTo>
                    <a:pt x="72" y="17"/>
                    <a:pt x="73" y="13"/>
                    <a:pt x="75" y="10"/>
                  </a:cubicBezTo>
                  <a:cubicBezTo>
                    <a:pt x="81" y="5"/>
                    <a:pt x="90" y="5"/>
                    <a:pt x="95" y="10"/>
                  </a:cubicBezTo>
                  <a:cubicBezTo>
                    <a:pt x="100" y="16"/>
                    <a:pt x="100" y="24"/>
                    <a:pt x="95" y="30"/>
                  </a:cubicBezTo>
                  <a:cubicBezTo>
                    <a:pt x="93" y="32"/>
                    <a:pt x="89" y="33"/>
                    <a:pt x="85" y="33"/>
                  </a:cubicBezTo>
                  <a:cubicBezTo>
                    <a:pt x="105" y="53"/>
                    <a:pt x="105" y="53"/>
                    <a:pt x="105" y="53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91" y="72"/>
                    <a:pt x="96" y="74"/>
                    <a:pt x="98" y="81"/>
                  </a:cubicBezTo>
                  <a:cubicBezTo>
                    <a:pt x="100" y="86"/>
                    <a:pt x="99" y="92"/>
                    <a:pt x="95" y="96"/>
                  </a:cubicBezTo>
                  <a:cubicBezTo>
                    <a:pt x="89" y="101"/>
                    <a:pt x="81" y="101"/>
                    <a:pt x="75" y="95"/>
                  </a:cubicBezTo>
                  <a:cubicBezTo>
                    <a:pt x="73" y="93"/>
                    <a:pt x="72" y="89"/>
                    <a:pt x="72" y="86"/>
                  </a:cubicBezTo>
                  <a:cubicBezTo>
                    <a:pt x="52" y="105"/>
                    <a:pt x="52" y="105"/>
                    <a:pt x="52" y="105"/>
                  </a:cubicBezTo>
                  <a:cubicBezTo>
                    <a:pt x="33" y="86"/>
                    <a:pt x="33" y="86"/>
                    <a:pt x="33" y="86"/>
                  </a:cubicBezTo>
                  <a:cubicBezTo>
                    <a:pt x="36" y="86"/>
                    <a:pt x="40" y="85"/>
                    <a:pt x="43" y="82"/>
                  </a:cubicBezTo>
                  <a:cubicBezTo>
                    <a:pt x="48" y="77"/>
                    <a:pt x="48" y="68"/>
                    <a:pt x="43" y="63"/>
                  </a:cubicBezTo>
                  <a:cubicBezTo>
                    <a:pt x="37" y="57"/>
                    <a:pt x="28" y="57"/>
                    <a:pt x="23" y="63"/>
                  </a:cubicBezTo>
                  <a:cubicBezTo>
                    <a:pt x="20" y="65"/>
                    <a:pt x="19" y="69"/>
                    <a:pt x="20" y="72"/>
                  </a:cubicBezTo>
                  <a:cubicBezTo>
                    <a:pt x="0" y="53"/>
                    <a:pt x="0" y="53"/>
                    <a:pt x="0" y="53"/>
                  </a:cubicBezTo>
                  <a:lnTo>
                    <a:pt x="52" y="0"/>
                  </a:lnTo>
                  <a:close/>
                </a:path>
              </a:pathLst>
            </a:custGeom>
            <a:noFill/>
            <a:ln w="19050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21402F8-46B3-4EBA-AC85-A0963DA8093E}"/>
              </a:ext>
            </a:extLst>
          </p:cNvPr>
          <p:cNvGrpSpPr/>
          <p:nvPr/>
        </p:nvGrpSpPr>
        <p:grpSpPr>
          <a:xfrm>
            <a:off x="850302" y="4970373"/>
            <a:ext cx="611714" cy="557029"/>
            <a:chOff x="5166586" y="1532155"/>
            <a:chExt cx="624739" cy="568889"/>
          </a:xfrm>
        </p:grpSpPr>
        <p:sp>
          <p:nvSpPr>
            <p:cNvPr id="123" name="Freeform 49">
              <a:extLst>
                <a:ext uri="{FF2B5EF4-FFF2-40B4-BE49-F238E27FC236}">
                  <a16:creationId xmlns:a16="http://schemas.microsoft.com/office/drawing/2014/main" id="{5AAB62AE-1AED-4C81-8262-012E41C7A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6586" y="1532155"/>
              <a:ext cx="493557" cy="397443"/>
            </a:xfrm>
            <a:custGeom>
              <a:avLst/>
              <a:gdLst>
                <a:gd name="T0" fmla="*/ 102 w 161"/>
                <a:gd name="T1" fmla="*/ 0 h 130"/>
                <a:gd name="T2" fmla="*/ 9 w 161"/>
                <a:gd name="T3" fmla="*/ 93 h 130"/>
                <a:gd name="T4" fmla="*/ 9 w 161"/>
                <a:gd name="T5" fmla="*/ 98 h 130"/>
                <a:gd name="T6" fmla="*/ 0 w 161"/>
                <a:gd name="T7" fmla="*/ 98 h 130"/>
                <a:gd name="T8" fmla="*/ 23 w 161"/>
                <a:gd name="T9" fmla="*/ 130 h 130"/>
                <a:gd name="T10" fmla="*/ 42 w 161"/>
                <a:gd name="T11" fmla="*/ 98 h 130"/>
                <a:gd name="T12" fmla="*/ 32 w 161"/>
                <a:gd name="T13" fmla="*/ 98 h 130"/>
                <a:gd name="T14" fmla="*/ 32 w 161"/>
                <a:gd name="T15" fmla="*/ 93 h 130"/>
                <a:gd name="T16" fmla="*/ 102 w 161"/>
                <a:gd name="T17" fmla="*/ 24 h 130"/>
                <a:gd name="T18" fmla="*/ 161 w 161"/>
                <a:gd name="T19" fmla="*/ 56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1" h="130">
                  <a:moveTo>
                    <a:pt x="102" y="0"/>
                  </a:moveTo>
                  <a:cubicBezTo>
                    <a:pt x="51" y="0"/>
                    <a:pt x="9" y="42"/>
                    <a:pt x="9" y="93"/>
                  </a:cubicBezTo>
                  <a:cubicBezTo>
                    <a:pt x="9" y="98"/>
                    <a:pt x="9" y="98"/>
                    <a:pt x="9" y="98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23" y="130"/>
                    <a:pt x="23" y="130"/>
                    <a:pt x="23" y="13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2" y="93"/>
                    <a:pt x="32" y="93"/>
                    <a:pt x="32" y="93"/>
                  </a:cubicBezTo>
                  <a:cubicBezTo>
                    <a:pt x="32" y="55"/>
                    <a:pt x="64" y="24"/>
                    <a:pt x="102" y="24"/>
                  </a:cubicBezTo>
                  <a:cubicBezTo>
                    <a:pt x="127" y="24"/>
                    <a:pt x="149" y="37"/>
                    <a:pt x="161" y="56"/>
                  </a:cubicBezTo>
                </a:path>
              </a:pathLst>
            </a:custGeom>
            <a:noFill/>
            <a:ln w="1905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4" name="Freeform 50">
              <a:extLst>
                <a:ext uri="{FF2B5EF4-FFF2-40B4-BE49-F238E27FC236}">
                  <a16:creationId xmlns:a16="http://schemas.microsoft.com/office/drawing/2014/main" id="{59441723-D2EC-4AAE-A6D9-3AF7B56AE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3775" y="1571120"/>
              <a:ext cx="27276" cy="18184"/>
            </a:xfrm>
            <a:custGeom>
              <a:avLst/>
              <a:gdLst>
                <a:gd name="T0" fmla="*/ 0 w 9"/>
                <a:gd name="T1" fmla="*/ 0 h 6"/>
                <a:gd name="T2" fmla="*/ 9 w 9"/>
                <a:gd name="T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" h="6">
                  <a:moveTo>
                    <a:pt x="0" y="0"/>
                  </a:moveTo>
                  <a:cubicBezTo>
                    <a:pt x="3" y="2"/>
                    <a:pt x="6" y="4"/>
                    <a:pt x="9" y="6"/>
                  </a:cubicBezTo>
                </a:path>
              </a:pathLst>
            </a:custGeom>
            <a:noFill/>
            <a:ln w="1905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7" name="Freeform 51">
              <a:extLst>
                <a:ext uri="{FF2B5EF4-FFF2-40B4-BE49-F238E27FC236}">
                  <a16:creationId xmlns:a16="http://schemas.microsoft.com/office/drawing/2014/main" id="{7D110A91-CCAA-4B7C-A3E5-419DA716FB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5328" y="1546442"/>
              <a:ext cx="27276" cy="10391"/>
            </a:xfrm>
            <a:custGeom>
              <a:avLst/>
              <a:gdLst>
                <a:gd name="T0" fmla="*/ 0 w 9"/>
                <a:gd name="T1" fmla="*/ 0 h 3"/>
                <a:gd name="T2" fmla="*/ 9 w 9"/>
                <a:gd name="T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" h="3">
                  <a:moveTo>
                    <a:pt x="0" y="0"/>
                  </a:moveTo>
                  <a:cubicBezTo>
                    <a:pt x="3" y="1"/>
                    <a:pt x="6" y="2"/>
                    <a:pt x="9" y="3"/>
                  </a:cubicBezTo>
                </a:path>
              </a:pathLst>
            </a:custGeom>
            <a:noFill/>
            <a:ln w="1905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8" name="Freeform 52">
              <a:extLst>
                <a:ext uri="{FF2B5EF4-FFF2-40B4-BE49-F238E27FC236}">
                  <a16:creationId xmlns:a16="http://schemas.microsoft.com/office/drawing/2014/main" id="{848431E0-9F61-48CE-BB32-322308846E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6880" y="1534753"/>
              <a:ext cx="27276" cy="2598"/>
            </a:xfrm>
            <a:custGeom>
              <a:avLst/>
              <a:gdLst>
                <a:gd name="T0" fmla="*/ 0 w 9"/>
                <a:gd name="T1" fmla="*/ 0 h 1"/>
                <a:gd name="T2" fmla="*/ 9 w 9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" h="1">
                  <a:moveTo>
                    <a:pt x="0" y="0"/>
                  </a:moveTo>
                  <a:cubicBezTo>
                    <a:pt x="3" y="0"/>
                    <a:pt x="6" y="1"/>
                    <a:pt x="9" y="1"/>
                  </a:cubicBezTo>
                </a:path>
              </a:pathLst>
            </a:custGeom>
            <a:noFill/>
            <a:ln w="1905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9" name="Freeform 53">
              <a:extLst>
                <a:ext uri="{FF2B5EF4-FFF2-40B4-BE49-F238E27FC236}">
                  <a16:creationId xmlns:a16="http://schemas.microsoft.com/office/drawing/2014/main" id="{D1EF9122-8E78-418A-8384-4756AE6CB7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1665" y="1703601"/>
              <a:ext cx="489660" cy="397443"/>
            </a:xfrm>
            <a:custGeom>
              <a:avLst/>
              <a:gdLst>
                <a:gd name="T0" fmla="*/ 58 w 160"/>
                <a:gd name="T1" fmla="*/ 130 h 130"/>
                <a:gd name="T2" fmla="*/ 151 w 160"/>
                <a:gd name="T3" fmla="*/ 37 h 130"/>
                <a:gd name="T4" fmla="*/ 151 w 160"/>
                <a:gd name="T5" fmla="*/ 33 h 130"/>
                <a:gd name="T6" fmla="*/ 160 w 160"/>
                <a:gd name="T7" fmla="*/ 33 h 130"/>
                <a:gd name="T8" fmla="*/ 137 w 160"/>
                <a:gd name="T9" fmla="*/ 0 h 130"/>
                <a:gd name="T10" fmla="*/ 118 w 160"/>
                <a:gd name="T11" fmla="*/ 33 h 130"/>
                <a:gd name="T12" fmla="*/ 128 w 160"/>
                <a:gd name="T13" fmla="*/ 33 h 130"/>
                <a:gd name="T14" fmla="*/ 128 w 160"/>
                <a:gd name="T15" fmla="*/ 37 h 130"/>
                <a:gd name="T16" fmla="*/ 59 w 160"/>
                <a:gd name="T17" fmla="*/ 107 h 130"/>
                <a:gd name="T18" fmla="*/ 0 w 160"/>
                <a:gd name="T19" fmla="*/ 7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0" h="130">
                  <a:moveTo>
                    <a:pt x="58" y="130"/>
                  </a:moveTo>
                  <a:cubicBezTo>
                    <a:pt x="110" y="130"/>
                    <a:pt x="151" y="88"/>
                    <a:pt x="151" y="37"/>
                  </a:cubicBezTo>
                  <a:cubicBezTo>
                    <a:pt x="151" y="33"/>
                    <a:pt x="151" y="33"/>
                    <a:pt x="151" y="33"/>
                  </a:cubicBezTo>
                  <a:cubicBezTo>
                    <a:pt x="160" y="33"/>
                    <a:pt x="160" y="33"/>
                    <a:pt x="160" y="33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28" y="33"/>
                    <a:pt x="128" y="33"/>
                    <a:pt x="128" y="33"/>
                  </a:cubicBezTo>
                  <a:cubicBezTo>
                    <a:pt x="128" y="37"/>
                    <a:pt x="128" y="37"/>
                    <a:pt x="128" y="37"/>
                  </a:cubicBezTo>
                  <a:cubicBezTo>
                    <a:pt x="128" y="76"/>
                    <a:pt x="97" y="107"/>
                    <a:pt x="59" y="107"/>
                  </a:cubicBezTo>
                  <a:cubicBezTo>
                    <a:pt x="34" y="107"/>
                    <a:pt x="12" y="94"/>
                    <a:pt x="0" y="74"/>
                  </a:cubicBezTo>
                </a:path>
              </a:pathLst>
            </a:custGeom>
            <a:noFill/>
            <a:ln w="1905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1" name="Freeform 54">
              <a:extLst>
                <a:ext uri="{FF2B5EF4-FFF2-40B4-BE49-F238E27FC236}">
                  <a16:creationId xmlns:a16="http://schemas.microsoft.com/office/drawing/2014/main" id="{71DA60FE-B4F3-4435-9127-2401A910FF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8159" y="2042596"/>
              <a:ext cx="29873" cy="19483"/>
            </a:xfrm>
            <a:custGeom>
              <a:avLst/>
              <a:gdLst>
                <a:gd name="T0" fmla="*/ 10 w 10"/>
                <a:gd name="T1" fmla="*/ 6 h 6"/>
                <a:gd name="T2" fmla="*/ 0 w 10"/>
                <a:gd name="T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" h="6">
                  <a:moveTo>
                    <a:pt x="10" y="6"/>
                  </a:moveTo>
                  <a:cubicBezTo>
                    <a:pt x="6" y="4"/>
                    <a:pt x="3" y="2"/>
                    <a:pt x="0" y="0"/>
                  </a:cubicBezTo>
                </a:path>
              </a:pathLst>
            </a:custGeom>
            <a:noFill/>
            <a:ln w="1905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2" name="Freeform 55">
              <a:extLst>
                <a:ext uri="{FF2B5EF4-FFF2-40B4-BE49-F238E27FC236}">
                  <a16:creationId xmlns:a16="http://schemas.microsoft.com/office/drawing/2014/main" id="{0E0D1859-063C-4454-A438-B4E076F03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6606" y="2076366"/>
              <a:ext cx="27276" cy="12988"/>
            </a:xfrm>
            <a:custGeom>
              <a:avLst/>
              <a:gdLst>
                <a:gd name="T0" fmla="*/ 9 w 9"/>
                <a:gd name="T1" fmla="*/ 4 h 4"/>
                <a:gd name="T2" fmla="*/ 0 w 9"/>
                <a:gd name="T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" h="4">
                  <a:moveTo>
                    <a:pt x="9" y="4"/>
                  </a:moveTo>
                  <a:cubicBezTo>
                    <a:pt x="6" y="3"/>
                    <a:pt x="3" y="1"/>
                    <a:pt x="0" y="0"/>
                  </a:cubicBezTo>
                </a:path>
              </a:pathLst>
            </a:custGeom>
            <a:noFill/>
            <a:ln w="1905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3" name="Freeform 56">
              <a:extLst>
                <a:ext uri="{FF2B5EF4-FFF2-40B4-BE49-F238E27FC236}">
                  <a16:creationId xmlns:a16="http://schemas.microsoft.com/office/drawing/2014/main" id="{369AA452-72B1-48E0-9510-AF2A00AFF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3755" y="2094550"/>
              <a:ext cx="28574" cy="3897"/>
            </a:xfrm>
            <a:custGeom>
              <a:avLst/>
              <a:gdLst>
                <a:gd name="T0" fmla="*/ 9 w 9"/>
                <a:gd name="T1" fmla="*/ 1 h 1"/>
                <a:gd name="T2" fmla="*/ 0 w 9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" h="1">
                  <a:moveTo>
                    <a:pt x="9" y="1"/>
                  </a:moveTo>
                  <a:cubicBezTo>
                    <a:pt x="6" y="1"/>
                    <a:pt x="3" y="1"/>
                    <a:pt x="0" y="0"/>
                  </a:cubicBezTo>
                </a:path>
              </a:pathLst>
            </a:custGeom>
            <a:noFill/>
            <a:ln w="1905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4" name="Oval 57">
              <a:extLst>
                <a:ext uri="{FF2B5EF4-FFF2-40B4-BE49-F238E27FC236}">
                  <a16:creationId xmlns:a16="http://schemas.microsoft.com/office/drawing/2014/main" id="{88956D50-A288-4D92-B6F0-C61538806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6743" y="1773738"/>
              <a:ext cx="85723" cy="85723"/>
            </a:xfrm>
            <a:prstGeom prst="ellipse">
              <a:avLst/>
            </a:prstGeom>
            <a:noFill/>
            <a:ln w="19050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5" name="Freeform 58">
              <a:extLst>
                <a:ext uri="{FF2B5EF4-FFF2-40B4-BE49-F238E27FC236}">
                  <a16:creationId xmlns:a16="http://schemas.microsoft.com/office/drawing/2014/main" id="{21C53BB6-1998-4736-879B-EF3FAB26F3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3618" y="1688015"/>
              <a:ext cx="251974" cy="257169"/>
            </a:xfrm>
            <a:custGeom>
              <a:avLst/>
              <a:gdLst>
                <a:gd name="T0" fmla="*/ 74 w 82"/>
                <a:gd name="T1" fmla="*/ 42 h 84"/>
                <a:gd name="T2" fmla="*/ 73 w 82"/>
                <a:gd name="T3" fmla="*/ 35 h 84"/>
                <a:gd name="T4" fmla="*/ 82 w 82"/>
                <a:gd name="T5" fmla="*/ 29 h 84"/>
                <a:gd name="T6" fmla="*/ 73 w 82"/>
                <a:gd name="T7" fmla="*/ 13 h 84"/>
                <a:gd name="T8" fmla="*/ 63 w 82"/>
                <a:gd name="T9" fmla="*/ 19 h 84"/>
                <a:gd name="T10" fmla="*/ 50 w 82"/>
                <a:gd name="T11" fmla="*/ 11 h 84"/>
                <a:gd name="T12" fmla="*/ 50 w 82"/>
                <a:gd name="T13" fmla="*/ 0 h 84"/>
                <a:gd name="T14" fmla="*/ 32 w 82"/>
                <a:gd name="T15" fmla="*/ 0 h 84"/>
                <a:gd name="T16" fmla="*/ 32 w 82"/>
                <a:gd name="T17" fmla="*/ 11 h 84"/>
                <a:gd name="T18" fmla="*/ 19 w 82"/>
                <a:gd name="T19" fmla="*/ 19 h 84"/>
                <a:gd name="T20" fmla="*/ 9 w 82"/>
                <a:gd name="T21" fmla="*/ 13 h 84"/>
                <a:gd name="T22" fmla="*/ 0 w 82"/>
                <a:gd name="T23" fmla="*/ 29 h 84"/>
                <a:gd name="T24" fmla="*/ 10 w 82"/>
                <a:gd name="T25" fmla="*/ 35 h 84"/>
                <a:gd name="T26" fmla="*/ 9 w 82"/>
                <a:gd name="T27" fmla="*/ 42 h 84"/>
                <a:gd name="T28" fmla="*/ 10 w 82"/>
                <a:gd name="T29" fmla="*/ 50 h 84"/>
                <a:gd name="T30" fmla="*/ 0 w 82"/>
                <a:gd name="T31" fmla="*/ 55 h 84"/>
                <a:gd name="T32" fmla="*/ 9 w 82"/>
                <a:gd name="T33" fmla="*/ 71 h 84"/>
                <a:gd name="T34" fmla="*/ 19 w 82"/>
                <a:gd name="T35" fmla="*/ 66 h 84"/>
                <a:gd name="T36" fmla="*/ 32 w 82"/>
                <a:gd name="T37" fmla="*/ 73 h 84"/>
                <a:gd name="T38" fmla="*/ 32 w 82"/>
                <a:gd name="T39" fmla="*/ 84 h 84"/>
                <a:gd name="T40" fmla="*/ 50 w 82"/>
                <a:gd name="T41" fmla="*/ 84 h 84"/>
                <a:gd name="T42" fmla="*/ 50 w 82"/>
                <a:gd name="T43" fmla="*/ 73 h 84"/>
                <a:gd name="T44" fmla="*/ 63 w 82"/>
                <a:gd name="T45" fmla="*/ 66 h 84"/>
                <a:gd name="T46" fmla="*/ 73 w 82"/>
                <a:gd name="T47" fmla="*/ 71 h 84"/>
                <a:gd name="T48" fmla="*/ 82 w 82"/>
                <a:gd name="T49" fmla="*/ 55 h 84"/>
                <a:gd name="T50" fmla="*/ 73 w 82"/>
                <a:gd name="T51" fmla="*/ 50 h 84"/>
                <a:gd name="T52" fmla="*/ 74 w 82"/>
                <a:gd name="T53" fmla="*/ 4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2" h="84">
                  <a:moveTo>
                    <a:pt x="74" y="42"/>
                  </a:moveTo>
                  <a:cubicBezTo>
                    <a:pt x="74" y="40"/>
                    <a:pt x="73" y="37"/>
                    <a:pt x="73" y="35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63" y="19"/>
                    <a:pt x="63" y="19"/>
                    <a:pt x="63" y="19"/>
                  </a:cubicBezTo>
                  <a:cubicBezTo>
                    <a:pt x="60" y="15"/>
                    <a:pt x="55" y="12"/>
                    <a:pt x="50" y="11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27" y="13"/>
                    <a:pt x="22" y="15"/>
                    <a:pt x="19" y="19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9" y="37"/>
                    <a:pt x="9" y="40"/>
                    <a:pt x="9" y="42"/>
                  </a:cubicBezTo>
                  <a:cubicBezTo>
                    <a:pt x="9" y="45"/>
                    <a:pt x="9" y="47"/>
                    <a:pt x="10" y="50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9" y="71"/>
                    <a:pt x="9" y="71"/>
                    <a:pt x="9" y="71"/>
                  </a:cubicBezTo>
                  <a:cubicBezTo>
                    <a:pt x="19" y="66"/>
                    <a:pt x="19" y="66"/>
                    <a:pt x="19" y="66"/>
                  </a:cubicBezTo>
                  <a:cubicBezTo>
                    <a:pt x="22" y="69"/>
                    <a:pt x="27" y="72"/>
                    <a:pt x="32" y="73"/>
                  </a:cubicBezTo>
                  <a:cubicBezTo>
                    <a:pt x="32" y="84"/>
                    <a:pt x="32" y="84"/>
                    <a:pt x="32" y="84"/>
                  </a:cubicBezTo>
                  <a:cubicBezTo>
                    <a:pt x="50" y="84"/>
                    <a:pt x="50" y="84"/>
                    <a:pt x="50" y="8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5" y="72"/>
                    <a:pt x="60" y="69"/>
                    <a:pt x="63" y="66"/>
                  </a:cubicBezTo>
                  <a:cubicBezTo>
                    <a:pt x="73" y="71"/>
                    <a:pt x="73" y="71"/>
                    <a:pt x="73" y="71"/>
                  </a:cubicBezTo>
                  <a:cubicBezTo>
                    <a:pt x="82" y="55"/>
                    <a:pt x="82" y="55"/>
                    <a:pt x="82" y="55"/>
                  </a:cubicBezTo>
                  <a:cubicBezTo>
                    <a:pt x="73" y="50"/>
                    <a:pt x="73" y="50"/>
                    <a:pt x="73" y="50"/>
                  </a:cubicBezTo>
                  <a:cubicBezTo>
                    <a:pt x="73" y="47"/>
                    <a:pt x="74" y="45"/>
                    <a:pt x="74" y="42"/>
                  </a:cubicBezTo>
                  <a:close/>
                </a:path>
              </a:pathLst>
            </a:custGeom>
            <a:noFill/>
            <a:ln w="1905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F341433-9844-449F-B604-DEAEF5399F94}"/>
              </a:ext>
            </a:extLst>
          </p:cNvPr>
          <p:cNvGrpSpPr/>
          <p:nvPr/>
        </p:nvGrpSpPr>
        <p:grpSpPr>
          <a:xfrm>
            <a:off x="3140466" y="4729239"/>
            <a:ext cx="3262830" cy="492443"/>
            <a:chOff x="1998406" y="5574977"/>
            <a:chExt cx="3262830" cy="492443"/>
          </a:xfrm>
        </p:grpSpPr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C6211B19-7F34-4794-BDB2-2DFD9AB979A1}"/>
                </a:ext>
              </a:extLst>
            </p:cNvPr>
            <p:cNvSpPr txBox="1">
              <a:spLocks/>
            </p:cNvSpPr>
            <p:nvPr/>
          </p:nvSpPr>
          <p:spPr>
            <a:xfrm>
              <a:off x="1998406" y="5574977"/>
              <a:ext cx="1293282" cy="492443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 algn="r"/>
              <a:r>
                <a:rPr lang="ru-RU" sz="3200" b="1" dirty="0">
                  <a:solidFill>
                    <a:schemeClr val="tx2"/>
                  </a:solidFill>
                </a:rPr>
                <a:t>28</a:t>
              </a:r>
              <a:endParaRPr lang="en-US" sz="3200" b="1" dirty="0">
                <a:solidFill>
                  <a:schemeClr val="tx2"/>
                </a:solidFill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629C9A3-696F-4038-8E5E-3F42D415D0BA}"/>
                </a:ext>
              </a:extLst>
            </p:cNvPr>
            <p:cNvSpPr txBox="1">
              <a:spLocks/>
            </p:cNvSpPr>
            <p:nvPr/>
          </p:nvSpPr>
          <p:spPr>
            <a:xfrm>
              <a:off x="3450375" y="5636532"/>
              <a:ext cx="1810861" cy="369332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200" dirty="0"/>
                <a:t>Домов </a:t>
              </a:r>
              <a:br>
                <a:rPr lang="ru-RU" sz="1200" dirty="0"/>
              </a:br>
              <a:r>
                <a:rPr lang="ru-RU" sz="1200" dirty="0"/>
                <a:t>проверено на соответствие</a:t>
              </a:r>
              <a:endParaRPr lang="en-US" sz="1200" dirty="0"/>
            </a:p>
          </p:txBody>
        </p: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7FD5EBE8-6601-4CFA-8555-89047458737E}"/>
              </a:ext>
            </a:extLst>
          </p:cNvPr>
          <p:cNvSpPr txBox="1"/>
          <p:nvPr/>
        </p:nvSpPr>
        <p:spPr>
          <a:xfrm>
            <a:off x="9336345" y="1998698"/>
            <a:ext cx="225897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1200" dirty="0"/>
              <a:t>Решения умного дома</a:t>
            </a:r>
            <a:br>
              <a:rPr lang="ru-RU" sz="1200" dirty="0"/>
            </a:br>
            <a:r>
              <a:rPr lang="ru-RU" sz="1200" dirty="0"/>
              <a:t>2 очереди пилотирования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51193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6" hidden="1">
            <a:extLst>
              <a:ext uri="{FF2B5EF4-FFF2-40B4-BE49-F238E27FC236}">
                <a16:creationId xmlns:a16="http://schemas.microsoft.com/office/drawing/2014/main" id="{DE492CB2-2125-4BC0-AAB3-057B872A62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59" imgH="355" progId="TCLayout.ActiveDocument.1">
                  <p:embed/>
                </p:oleObj>
              </mc:Choice>
              <mc:Fallback>
                <p:oleObj name="think-cell Slide" r:id="rId13" imgW="359" imgH="355" progId="TCLayout.ActiveDocument.1">
                  <p:embed/>
                  <p:pic>
                    <p:nvPicPr>
                      <p:cNvPr id="10" name="Object 6" hidden="1">
                        <a:extLst>
                          <a:ext uri="{FF2B5EF4-FFF2-40B4-BE49-F238E27FC236}">
                            <a16:creationId xmlns:a16="http://schemas.microsoft.com/office/drawing/2014/main" id="{DE492CB2-2125-4BC0-AAB3-057B872A62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 hidden="1">
            <a:extLst>
              <a:ext uri="{FF2B5EF4-FFF2-40B4-BE49-F238E27FC236}">
                <a16:creationId xmlns:a16="http://schemas.microsoft.com/office/drawing/2014/main" id="{8D74FB29-E6AC-4E7C-B2D0-0D522B487A4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2200" b="1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11971B-18BF-402C-AFEE-689ADC005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4" y="565178"/>
            <a:ext cx="11082528" cy="33855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Описание решений для умного дома</a:t>
            </a:r>
          </a:p>
        </p:txBody>
      </p:sp>
      <p:sp>
        <p:nvSpPr>
          <p:cNvPr id="3" name="3. Subtitle">
            <a:extLst>
              <a:ext uri="{FF2B5EF4-FFF2-40B4-BE49-F238E27FC236}">
                <a16:creationId xmlns:a16="http://schemas.microsoft.com/office/drawing/2014/main" id="{3FA2141D-A25A-4B94-BCA5-CEFC5A6A5199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958596"/>
            <a:ext cx="11082528" cy="2462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ru-RU" dirty="0"/>
              <a:t>Безопасность (1/2)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8D42945C-009F-4CC4-9E66-D99ECB16D520}"/>
              </a:ext>
            </a:extLst>
          </p:cNvPr>
          <p:cNvCxnSpPr>
            <a:cxnSpLocks/>
          </p:cNvCxnSpPr>
          <p:nvPr/>
        </p:nvCxnSpPr>
        <p:spPr>
          <a:xfrm>
            <a:off x="547688" y="1612429"/>
            <a:ext cx="1108252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7" name="Straight Connector 876">
            <a:extLst>
              <a:ext uri="{FF2B5EF4-FFF2-40B4-BE49-F238E27FC236}">
                <a16:creationId xmlns:a16="http://schemas.microsoft.com/office/drawing/2014/main" id="{00D98DEF-00C4-4B1E-9CD6-9B28E5E3CAB2}"/>
              </a:ext>
            </a:extLst>
          </p:cNvPr>
          <p:cNvCxnSpPr>
            <a:cxnSpLocks/>
          </p:cNvCxnSpPr>
          <p:nvPr/>
        </p:nvCxnSpPr>
        <p:spPr>
          <a:xfrm>
            <a:off x="547688" y="5481345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cxnSp>
        <p:nvCxnSpPr>
          <p:cNvPr id="884" name="Straight Connector 883">
            <a:extLst>
              <a:ext uri="{FF2B5EF4-FFF2-40B4-BE49-F238E27FC236}">
                <a16:creationId xmlns:a16="http://schemas.microsoft.com/office/drawing/2014/main" id="{043C875B-987C-421B-8591-7301DFC928F3}"/>
              </a:ext>
            </a:extLst>
          </p:cNvPr>
          <p:cNvCxnSpPr>
            <a:cxnSpLocks/>
          </p:cNvCxnSpPr>
          <p:nvPr/>
        </p:nvCxnSpPr>
        <p:spPr>
          <a:xfrm>
            <a:off x="547688" y="2879839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cxnSp>
        <p:nvCxnSpPr>
          <p:cNvPr id="885" name="Straight Connector 884">
            <a:extLst>
              <a:ext uri="{FF2B5EF4-FFF2-40B4-BE49-F238E27FC236}">
                <a16:creationId xmlns:a16="http://schemas.microsoft.com/office/drawing/2014/main" id="{B10883A8-00CB-4A8D-BBBE-E96CFD314885}"/>
              </a:ext>
            </a:extLst>
          </p:cNvPr>
          <p:cNvCxnSpPr>
            <a:cxnSpLocks/>
          </p:cNvCxnSpPr>
          <p:nvPr/>
        </p:nvCxnSpPr>
        <p:spPr>
          <a:xfrm>
            <a:off x="547688" y="4850974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cxnSp>
        <p:nvCxnSpPr>
          <p:cNvPr id="896" name="Straight Connector 895">
            <a:extLst>
              <a:ext uri="{FF2B5EF4-FFF2-40B4-BE49-F238E27FC236}">
                <a16:creationId xmlns:a16="http://schemas.microsoft.com/office/drawing/2014/main" id="{324C8908-58DF-42FF-87F2-473BCA7F0C95}"/>
              </a:ext>
            </a:extLst>
          </p:cNvPr>
          <p:cNvCxnSpPr>
            <a:cxnSpLocks/>
          </p:cNvCxnSpPr>
          <p:nvPr/>
        </p:nvCxnSpPr>
        <p:spPr>
          <a:xfrm>
            <a:off x="547688" y="3510210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17F8B83E-8DE8-431E-ACD1-34377489A4DB}"/>
              </a:ext>
            </a:extLst>
          </p:cNvPr>
          <p:cNvCxnSpPr>
            <a:cxnSpLocks/>
          </p:cNvCxnSpPr>
          <p:nvPr/>
        </p:nvCxnSpPr>
        <p:spPr>
          <a:xfrm>
            <a:off x="547688" y="4140581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1BE42EC4-2AF1-4F3D-89D3-3D6687CDF3F9}"/>
              </a:ext>
            </a:extLst>
          </p:cNvPr>
          <p:cNvCxnSpPr>
            <a:cxnSpLocks/>
          </p:cNvCxnSpPr>
          <p:nvPr/>
        </p:nvCxnSpPr>
        <p:spPr>
          <a:xfrm>
            <a:off x="547688" y="2249468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F858FDEA-6C31-403D-8B72-40AEFC9A975D}"/>
              </a:ext>
            </a:extLst>
          </p:cNvPr>
          <p:cNvSpPr txBox="1">
            <a:spLocks/>
          </p:cNvSpPr>
          <p:nvPr/>
        </p:nvSpPr>
        <p:spPr>
          <a:xfrm>
            <a:off x="547688" y="1373675"/>
            <a:ext cx="2082565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b="1" dirty="0"/>
              <a:t>Название решения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EC7768DE-8796-4136-92DB-9C5AD2DAC6C7}"/>
              </a:ext>
            </a:extLst>
          </p:cNvPr>
          <p:cNvSpPr txBox="1">
            <a:spLocks/>
          </p:cNvSpPr>
          <p:nvPr/>
        </p:nvSpPr>
        <p:spPr>
          <a:xfrm>
            <a:off x="3351682" y="1373675"/>
            <a:ext cx="4672168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b="1" dirty="0"/>
              <a:t>Описание решения</a:t>
            </a:r>
          </a:p>
        </p:txBody>
      </p:sp>
      <p:sp>
        <p:nvSpPr>
          <p:cNvPr id="878" name="Rectangle 17">
            <a:extLst>
              <a:ext uri="{FF2B5EF4-FFF2-40B4-BE49-F238E27FC236}">
                <a16:creationId xmlns:a16="http://schemas.microsoft.com/office/drawing/2014/main" id="{ACA77E8C-2AB9-4856-9B49-22E5EF81B964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547688" y="1666517"/>
            <a:ext cx="2588281" cy="53553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vert="horz" lIns="72000" tIns="36576" rIns="36576" bIns="36576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1000" b="1" dirty="0">
                <a:solidFill>
                  <a:schemeClr val="bg1"/>
                </a:solidFill>
              </a:rPr>
              <a:t>Автоматизированное выявление нарушений правопорядка по видеонаблюдению</a:t>
            </a:r>
          </a:p>
        </p:txBody>
      </p:sp>
      <p:sp>
        <p:nvSpPr>
          <p:cNvPr id="893" name="TextBox 892">
            <a:extLst>
              <a:ext uri="{FF2B5EF4-FFF2-40B4-BE49-F238E27FC236}">
                <a16:creationId xmlns:a16="http://schemas.microsoft.com/office/drawing/2014/main" id="{16A2ACB9-1AE5-420F-8A84-59C60ADEE2CE}"/>
              </a:ext>
            </a:extLst>
          </p:cNvPr>
          <p:cNvSpPr txBox="1">
            <a:spLocks/>
          </p:cNvSpPr>
          <p:nvPr/>
        </p:nvSpPr>
        <p:spPr>
          <a:xfrm>
            <a:off x="3351682" y="1666517"/>
            <a:ext cx="6507071" cy="4616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Онлайн мониторинг за происходящим внутри и снаружи здания, распознает паттерны нарушений (драки, несанкционированный доступ </a:t>
            </a:r>
            <a:br>
              <a:rPr lang="ru-RU" sz="1000" dirty="0"/>
            </a:br>
            <a:r>
              <a:rPr lang="ru-RU" sz="1000" dirty="0"/>
              <a:t>на территорию и т.д.) или угроз и передает данные в ОДС/на охрану</a:t>
            </a:r>
          </a:p>
        </p:txBody>
      </p:sp>
      <p:sp>
        <p:nvSpPr>
          <p:cNvPr id="198" name="Rectangle 17">
            <a:extLst>
              <a:ext uri="{FF2B5EF4-FFF2-40B4-BE49-F238E27FC236}">
                <a16:creationId xmlns:a16="http://schemas.microsoft.com/office/drawing/2014/main" id="{C6F43375-3710-4198-A6D6-F7367963079B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547688" y="2296888"/>
            <a:ext cx="2588281" cy="53553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vert="horz" lIns="72000" tIns="36576" rIns="36576" bIns="36576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1000" b="1" dirty="0">
                <a:solidFill>
                  <a:schemeClr val="bg1"/>
                </a:solidFill>
              </a:rPr>
              <a:t>Автоматизированное наблюдение за соблюдением чистоты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185D08-8CEB-4834-80B7-8BC1A99BABF5}"/>
              </a:ext>
            </a:extLst>
          </p:cNvPr>
          <p:cNvSpPr txBox="1">
            <a:spLocks/>
          </p:cNvSpPr>
          <p:nvPr/>
        </p:nvSpPr>
        <p:spPr>
          <a:xfrm>
            <a:off x="3351682" y="2296888"/>
            <a:ext cx="6785503" cy="55035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Камеры видеонаблюдения сами идентифицируют нарушения чистоты на территории за счет технологии видеоаналитики.​ Если система обнаружила нарушения, информация передается в городские службы для их оперативного устранения.</a:t>
            </a:r>
          </a:p>
        </p:txBody>
      </p:sp>
      <p:sp>
        <p:nvSpPr>
          <p:cNvPr id="879" name="Rectangle 17">
            <a:extLst>
              <a:ext uri="{FF2B5EF4-FFF2-40B4-BE49-F238E27FC236}">
                <a16:creationId xmlns:a16="http://schemas.microsoft.com/office/drawing/2014/main" id="{3AB832BF-0D9F-4A6A-A4DC-239C9DE76C42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547688" y="2927259"/>
            <a:ext cx="2588281" cy="535531"/>
          </a:xfrm>
          <a:prstGeom prst="rect">
            <a:avLst/>
          </a:prstGeom>
          <a:solidFill>
            <a:srgbClr val="EBEFF3"/>
          </a:solidFill>
          <a:ln>
            <a:noFill/>
          </a:ln>
        </p:spPr>
        <p:txBody>
          <a:bodyPr vert="horz" lIns="72000" tIns="36576" rIns="36576" bIns="36576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1000" b="1" dirty="0"/>
              <a:t>Автономное патрулирование территории дронами</a:t>
            </a:r>
          </a:p>
        </p:txBody>
      </p:sp>
      <p:sp>
        <p:nvSpPr>
          <p:cNvPr id="888" name="TextBox 887">
            <a:extLst>
              <a:ext uri="{FF2B5EF4-FFF2-40B4-BE49-F238E27FC236}">
                <a16:creationId xmlns:a16="http://schemas.microsoft.com/office/drawing/2014/main" id="{036C6109-2B7F-48C6-91A9-1BD3D3A05B4D}"/>
              </a:ext>
            </a:extLst>
          </p:cNvPr>
          <p:cNvSpPr txBox="1">
            <a:spLocks/>
          </p:cNvSpPr>
          <p:nvPr/>
        </p:nvSpPr>
        <p:spPr>
          <a:xfrm>
            <a:off x="3351682" y="2927259"/>
            <a:ext cx="6507071" cy="27699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Территорию патрулируют дроны, которые фиксируют нарушения и отправляют в диспетчерскую фото неисправностей. Неправильная парковка, бесхозные объекты, сломанные элементы во дворе и другие типы неисправностей могут быть зафиксированы роботами</a:t>
            </a:r>
          </a:p>
        </p:txBody>
      </p:sp>
      <p:sp>
        <p:nvSpPr>
          <p:cNvPr id="236" name="Rectangle 17">
            <a:extLst>
              <a:ext uri="{FF2B5EF4-FFF2-40B4-BE49-F238E27FC236}">
                <a16:creationId xmlns:a16="http://schemas.microsoft.com/office/drawing/2014/main" id="{5DB8EA21-E704-4603-97BA-CB9121E4D864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547688" y="3557630"/>
            <a:ext cx="2588281" cy="535531"/>
          </a:xfrm>
          <a:prstGeom prst="rect">
            <a:avLst/>
          </a:prstGeom>
          <a:solidFill>
            <a:srgbClr val="EBEFF3"/>
          </a:solidFill>
          <a:ln>
            <a:noFill/>
          </a:ln>
        </p:spPr>
        <p:txBody>
          <a:bodyPr vert="horz" lIns="72000" tIns="37806" rIns="37806" bIns="37806" rtlCol="0" anchor="ctr" anchorCtr="0">
            <a:noAutofit/>
          </a:bodyPr>
          <a:lstStyle>
            <a:defPPr>
              <a:defRPr lang="en-US"/>
            </a:defPPr>
            <a:lvl1pPr lvl="0" indent="0" defTabSz="1299242">
              <a:buClr>
                <a:schemeClr val="tx2"/>
              </a:buClr>
              <a:buSzPct val="100000"/>
              <a:defRPr sz="1000" b="1" baseline="0">
                <a:solidFill>
                  <a:schemeClr val="tx2"/>
                </a:solidFill>
              </a:defRPr>
            </a:lvl1pPr>
            <a:lvl2pPr marL="281042" lvl="1" indent="-278739" defTabSz="1299242">
              <a:buClr>
                <a:schemeClr val="tx2"/>
              </a:buClr>
              <a:buSzPct val="125000"/>
              <a:buFont typeface="Arial" charset="0"/>
              <a:buChar char="▪"/>
              <a:defRPr sz="1600" baseline="0"/>
            </a:lvl2pPr>
            <a:lvl3pPr marL="663443" lvl="2" indent="-380098" defTabSz="1299242">
              <a:buClr>
                <a:schemeClr val="tx2"/>
              </a:buClr>
              <a:buSzPct val="120000"/>
              <a:buFont typeface="Arial" charset="0"/>
              <a:buChar char="–"/>
              <a:defRPr sz="1600" baseline="0"/>
            </a:lvl3pPr>
            <a:lvl4pPr marL="891502" lvl="3" indent="-225755" defTabSz="1299242">
              <a:buClr>
                <a:schemeClr val="tx2"/>
              </a:buClr>
              <a:buSzPct val="120000"/>
              <a:buFont typeface="Arial" charset="0"/>
              <a:buChar char="▫"/>
              <a:defRPr sz="1600" baseline="0"/>
            </a:lvl4pPr>
            <a:lvl5pPr marL="1088046" lvl="4" indent="-188897" defTabSz="1299242"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ru-RU" dirty="0">
                <a:solidFill>
                  <a:schemeClr val="tx1"/>
                </a:solidFill>
              </a:rPr>
              <a:t>Автоматизированный мониторинг и реагирование на протечки</a:t>
            </a:r>
          </a:p>
        </p:txBody>
      </p:sp>
      <p:sp>
        <p:nvSpPr>
          <p:cNvPr id="895" name="TextBox 894">
            <a:extLst>
              <a:ext uri="{FF2B5EF4-FFF2-40B4-BE49-F238E27FC236}">
                <a16:creationId xmlns:a16="http://schemas.microsoft.com/office/drawing/2014/main" id="{2C78F4A9-E4FD-4F09-824D-6AC6F02289CC}"/>
              </a:ext>
            </a:extLst>
          </p:cNvPr>
          <p:cNvSpPr txBox="1">
            <a:spLocks/>
          </p:cNvSpPr>
          <p:nvPr/>
        </p:nvSpPr>
        <p:spPr>
          <a:xfrm>
            <a:off x="3351682" y="3557630"/>
            <a:ext cx="6507071" cy="41549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На трубах устанавливаются датчики протечки, которые мониторят ее возникновение. В случае, если протечка произошла, шаровые краны, размещенные на трубах, автоматически перекрывают воду во всей квартире</a:t>
            </a:r>
          </a:p>
        </p:txBody>
      </p:sp>
      <p:sp>
        <p:nvSpPr>
          <p:cNvPr id="231" name="Rectangle 17">
            <a:extLst>
              <a:ext uri="{FF2B5EF4-FFF2-40B4-BE49-F238E27FC236}">
                <a16:creationId xmlns:a16="http://schemas.microsoft.com/office/drawing/2014/main" id="{8928418E-C548-4331-BF52-3BD60FAB9857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547688" y="4188001"/>
            <a:ext cx="2588281" cy="61555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vert="horz" lIns="72000" tIns="37806" rIns="37806" bIns="37806" rtlCol="0" anchor="ctr" anchorCtr="0">
            <a:noAutofit/>
          </a:bodyPr>
          <a:lstStyle>
            <a:defPPr>
              <a:defRPr lang="en-US"/>
            </a:defPPr>
            <a:lvl1pPr lvl="0" indent="0" defTabSz="1299242">
              <a:buClr>
                <a:schemeClr val="tx2"/>
              </a:buClr>
              <a:buSzPct val="100000"/>
              <a:defRPr sz="1000" b="1" baseline="0">
                <a:solidFill>
                  <a:schemeClr val="tx2"/>
                </a:solidFill>
              </a:defRPr>
            </a:lvl1pPr>
            <a:lvl2pPr marL="281042" lvl="1" indent="-278739" defTabSz="1299242">
              <a:buClr>
                <a:schemeClr val="tx2"/>
              </a:buClr>
              <a:buSzPct val="125000"/>
              <a:buFont typeface="Arial" charset="0"/>
              <a:buChar char="▪"/>
              <a:defRPr sz="1600" baseline="0"/>
            </a:lvl2pPr>
            <a:lvl3pPr marL="663443" lvl="2" indent="-380098" defTabSz="1299242">
              <a:buClr>
                <a:schemeClr val="tx2"/>
              </a:buClr>
              <a:buSzPct val="120000"/>
              <a:buFont typeface="Arial" charset="0"/>
              <a:buChar char="–"/>
              <a:defRPr sz="1600" baseline="0"/>
            </a:lvl3pPr>
            <a:lvl4pPr marL="891502" lvl="3" indent="-225755" defTabSz="1299242">
              <a:buClr>
                <a:schemeClr val="tx2"/>
              </a:buClr>
              <a:buSzPct val="120000"/>
              <a:buFont typeface="Arial" charset="0"/>
              <a:buChar char="▫"/>
              <a:defRPr sz="1600" baseline="0"/>
            </a:lvl4pPr>
            <a:lvl5pPr marL="1088046" lvl="4" indent="-188897" defTabSz="1299242"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ru-RU" dirty="0">
                <a:solidFill>
                  <a:schemeClr val="bg1"/>
                </a:solidFill>
              </a:rPr>
              <a:t>Автоматизированный мониторинг и экстренное реагирование на возгорания</a:t>
            </a:r>
          </a:p>
        </p:txBody>
      </p:sp>
      <p:sp>
        <p:nvSpPr>
          <p:cNvPr id="892" name="TextBox 891">
            <a:extLst>
              <a:ext uri="{FF2B5EF4-FFF2-40B4-BE49-F238E27FC236}">
                <a16:creationId xmlns:a16="http://schemas.microsoft.com/office/drawing/2014/main" id="{1C61FBF0-576F-49C6-9E51-98F05AC71DA6}"/>
              </a:ext>
            </a:extLst>
          </p:cNvPr>
          <p:cNvSpPr txBox="1">
            <a:spLocks/>
          </p:cNvSpPr>
          <p:nvPr/>
        </p:nvSpPr>
        <p:spPr>
          <a:xfrm>
            <a:off x="3351682" y="4188001"/>
            <a:ext cx="6507071" cy="61555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Система наблюдения за безопасностью, работающая в круглосуточном режиме, способна распознать дым от возгорания. Система распознает, где произошла экстренная ситуация, и передает информацию соответствующим службам и владельцу пострадавшей квартиры</a:t>
            </a:r>
          </a:p>
        </p:txBody>
      </p:sp>
      <p:sp>
        <p:nvSpPr>
          <p:cNvPr id="226" name="Rectangle 17">
            <a:extLst>
              <a:ext uri="{FF2B5EF4-FFF2-40B4-BE49-F238E27FC236}">
                <a16:creationId xmlns:a16="http://schemas.microsoft.com/office/drawing/2014/main" id="{7E62EDB4-829E-488C-BBEA-93CF1337BF2E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547688" y="4898394"/>
            <a:ext cx="2588281" cy="53553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lIns="72000" tIns="37806" rIns="37806" bIns="37806" rtlCol="0" anchor="ctr" anchorCtr="0">
            <a:noAutofit/>
          </a:bodyPr>
          <a:lstStyle>
            <a:defPPr>
              <a:defRPr lang="en-US"/>
            </a:defPPr>
            <a:lvl1pPr lvl="0" indent="0" defTabSz="1299242">
              <a:buClr>
                <a:schemeClr val="tx2"/>
              </a:buClr>
              <a:buSzPct val="100000"/>
              <a:defRPr sz="1000" b="1" baseline="0">
                <a:solidFill>
                  <a:schemeClr val="tx2"/>
                </a:solidFill>
              </a:defRPr>
            </a:lvl1pPr>
            <a:lvl2pPr marL="281042" lvl="1" indent="-278739" defTabSz="1299242">
              <a:buClr>
                <a:schemeClr val="tx2"/>
              </a:buClr>
              <a:buSzPct val="125000"/>
              <a:buFont typeface="Arial" charset="0"/>
              <a:buChar char="▪"/>
              <a:defRPr sz="1600" baseline="0"/>
            </a:lvl2pPr>
            <a:lvl3pPr marL="663443" lvl="2" indent="-380098" defTabSz="1299242">
              <a:buClr>
                <a:schemeClr val="tx2"/>
              </a:buClr>
              <a:buSzPct val="120000"/>
              <a:buFont typeface="Arial" charset="0"/>
              <a:buChar char="–"/>
              <a:defRPr sz="1600" baseline="0"/>
            </a:lvl3pPr>
            <a:lvl4pPr marL="891502" lvl="3" indent="-225755" defTabSz="1299242">
              <a:buClr>
                <a:schemeClr val="tx2"/>
              </a:buClr>
              <a:buSzPct val="120000"/>
              <a:buFont typeface="Arial" charset="0"/>
              <a:buChar char="▫"/>
              <a:defRPr sz="1600" baseline="0"/>
            </a:lvl4pPr>
            <a:lvl5pPr marL="1088046" lvl="4" indent="-188897" defTabSz="1299242"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ru-RU" dirty="0">
                <a:solidFill>
                  <a:schemeClr val="bg1"/>
                </a:solidFill>
              </a:rPr>
              <a:t>Видеонаблюдение с возможностью подключения граждан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65B7EA13-BFC5-4995-9BC3-DABE6881A7A9}"/>
              </a:ext>
            </a:extLst>
          </p:cNvPr>
          <p:cNvSpPr txBox="1">
            <a:spLocks/>
          </p:cNvSpPr>
          <p:nvPr/>
        </p:nvSpPr>
        <p:spPr>
          <a:xfrm>
            <a:off x="3351682" y="4898394"/>
            <a:ext cx="6507071" cy="27699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С мобильного устройства можно наблюдать за ребенком на спортивной площадке, а также как подъезжают и паркуются гости. Облачный видеоархив хранит видео от 7 до 30 суток, с возможностью вернуться на неделю назад</a:t>
            </a:r>
          </a:p>
        </p:txBody>
      </p:sp>
      <p:sp>
        <p:nvSpPr>
          <p:cNvPr id="882" name="Rectangle 17">
            <a:extLst>
              <a:ext uri="{FF2B5EF4-FFF2-40B4-BE49-F238E27FC236}">
                <a16:creationId xmlns:a16="http://schemas.microsoft.com/office/drawing/2014/main" id="{00B734AA-2871-446D-B647-ABB5CDC2E307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547688" y="5528761"/>
            <a:ext cx="2588281" cy="535531"/>
          </a:xfrm>
          <a:prstGeom prst="rect">
            <a:avLst/>
          </a:prstGeom>
          <a:solidFill>
            <a:srgbClr val="EBEFF3"/>
          </a:solidFill>
          <a:ln>
            <a:noFill/>
          </a:ln>
        </p:spPr>
        <p:txBody>
          <a:bodyPr vert="horz" lIns="72000" tIns="36576" rIns="36576" bIns="36576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1000" b="1" dirty="0"/>
              <a:t>Автоматизированное управление эвакуацией</a:t>
            </a:r>
          </a:p>
        </p:txBody>
      </p:sp>
      <p:sp>
        <p:nvSpPr>
          <p:cNvPr id="891" name="TextBox 890">
            <a:extLst>
              <a:ext uri="{FF2B5EF4-FFF2-40B4-BE49-F238E27FC236}">
                <a16:creationId xmlns:a16="http://schemas.microsoft.com/office/drawing/2014/main" id="{C9AE9367-77FF-4FF9-9C8C-1E0324108AE8}"/>
              </a:ext>
            </a:extLst>
          </p:cNvPr>
          <p:cNvSpPr txBox="1">
            <a:spLocks/>
          </p:cNvSpPr>
          <p:nvPr/>
        </p:nvSpPr>
        <p:spPr>
          <a:xfrm>
            <a:off x="3351682" y="5528761"/>
            <a:ext cx="6507071" cy="41549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На пути эвакуации установлены световые маркеры, используя которые можно легко найти выход из дома. Система звукового оповещения подскажет, что произошло и как выбраться из здания</a:t>
            </a:r>
          </a:p>
          <a:p>
            <a:pPr>
              <a:buNone/>
            </a:pPr>
            <a:endParaRPr lang="ru-RU" sz="1000" dirty="0"/>
          </a:p>
        </p:txBody>
      </p:sp>
      <p:sp>
        <p:nvSpPr>
          <p:cNvPr id="58" name="1. On-page tracker">
            <a:extLst>
              <a:ext uri="{FF2B5EF4-FFF2-40B4-BE49-F238E27FC236}">
                <a16:creationId xmlns:a16="http://schemas.microsoft.com/office/drawing/2014/main" id="{348B21BF-156A-48A0-8446-5D3A84C846FD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11"/>
            </p:custDataLst>
          </p:nvPr>
        </p:nvSpPr>
        <p:spPr>
          <a:xfrm>
            <a:off x="554735" y="41597"/>
            <a:ext cx="3843338" cy="123111"/>
          </a:xfrm>
        </p:spPr>
        <p:txBody>
          <a:bodyPr/>
          <a:lstStyle/>
          <a:p>
            <a:r>
              <a:rPr lang="ru-RU" dirty="0"/>
              <a:t>Безопасность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AB22132-5B86-47B1-8580-476104A6EC88}"/>
              </a:ext>
            </a:extLst>
          </p:cNvPr>
          <p:cNvGrpSpPr/>
          <p:nvPr/>
        </p:nvGrpSpPr>
        <p:grpSpPr>
          <a:xfrm>
            <a:off x="10083447" y="1373675"/>
            <a:ext cx="1146719" cy="4535815"/>
            <a:chOff x="8008908" y="1373675"/>
            <a:chExt cx="1146719" cy="4535815"/>
          </a:xfrm>
        </p:grpSpPr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011A4511-EBBE-4572-B24D-2BE24B848659}"/>
                </a:ext>
              </a:extLst>
            </p:cNvPr>
            <p:cNvSpPr txBox="1">
              <a:spLocks/>
            </p:cNvSpPr>
            <p:nvPr/>
          </p:nvSpPr>
          <p:spPr>
            <a:xfrm>
              <a:off x="8008908" y="1373675"/>
              <a:ext cx="1146719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200" b="1" dirty="0"/>
                <a:t>Применение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FF040E2-B677-4D88-85D6-04E21C6F88BB}"/>
                </a:ext>
              </a:extLst>
            </p:cNvPr>
            <p:cNvGrpSpPr/>
            <p:nvPr/>
          </p:nvGrpSpPr>
          <p:grpSpPr>
            <a:xfrm>
              <a:off x="8203656" y="1778997"/>
              <a:ext cx="419847" cy="310571"/>
              <a:chOff x="8609927" y="1562831"/>
              <a:chExt cx="419847" cy="310571"/>
            </a:xfrm>
          </p:grpSpPr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10087BAE-FCFC-47B7-A725-C1E9834E7649}"/>
                  </a:ext>
                </a:extLst>
              </p:cNvPr>
              <p:cNvSpPr/>
              <p:nvPr/>
            </p:nvSpPr>
            <p:spPr>
              <a:xfrm>
                <a:off x="8609927" y="1585836"/>
                <a:ext cx="149535" cy="149534"/>
              </a:xfrm>
              <a:custGeom>
                <a:avLst/>
                <a:gdLst>
                  <a:gd name="connsiteX0" fmla="*/ 247650 w 495300"/>
                  <a:gd name="connsiteY0" fmla="*/ 495300 h 495300"/>
                  <a:gd name="connsiteX1" fmla="*/ 0 w 495300"/>
                  <a:gd name="connsiteY1" fmla="*/ 247650 h 495300"/>
                  <a:gd name="connsiteX2" fmla="*/ 247650 w 495300"/>
                  <a:gd name="connsiteY2" fmla="*/ 0 h 495300"/>
                  <a:gd name="connsiteX3" fmla="*/ 495300 w 495300"/>
                  <a:gd name="connsiteY3" fmla="*/ 247650 h 495300"/>
                  <a:gd name="connsiteX4" fmla="*/ 247650 w 495300"/>
                  <a:gd name="connsiteY4" fmla="*/ 495300 h 495300"/>
                  <a:gd name="connsiteX5" fmla="*/ 247650 w 495300"/>
                  <a:gd name="connsiteY5" fmla="*/ 38100 h 495300"/>
                  <a:gd name="connsiteX6" fmla="*/ 38100 w 495300"/>
                  <a:gd name="connsiteY6" fmla="*/ 247650 h 495300"/>
                  <a:gd name="connsiteX7" fmla="*/ 247650 w 495300"/>
                  <a:gd name="connsiteY7" fmla="*/ 457200 h 495300"/>
                  <a:gd name="connsiteX8" fmla="*/ 457200 w 495300"/>
                  <a:gd name="connsiteY8" fmla="*/ 247650 h 495300"/>
                  <a:gd name="connsiteX9" fmla="*/ 247650 w 495300"/>
                  <a:gd name="connsiteY9" fmla="*/ 38100 h 495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5300" h="495300">
                    <a:moveTo>
                      <a:pt x="247650" y="495300"/>
                    </a:moveTo>
                    <a:cubicBezTo>
                      <a:pt x="111062" y="495300"/>
                      <a:pt x="0" y="384239"/>
                      <a:pt x="0" y="247650"/>
                    </a:cubicBezTo>
                    <a:cubicBezTo>
                      <a:pt x="0" y="111062"/>
                      <a:pt x="111062" y="0"/>
                      <a:pt x="247650" y="0"/>
                    </a:cubicBezTo>
                    <a:cubicBezTo>
                      <a:pt x="384239" y="0"/>
                      <a:pt x="495300" y="111062"/>
                      <a:pt x="495300" y="247650"/>
                    </a:cubicBezTo>
                    <a:cubicBezTo>
                      <a:pt x="495300" y="384239"/>
                      <a:pt x="384239" y="495300"/>
                      <a:pt x="247650" y="495300"/>
                    </a:cubicBezTo>
                    <a:close/>
                    <a:moveTo>
                      <a:pt x="247650" y="38100"/>
                    </a:moveTo>
                    <a:cubicBezTo>
                      <a:pt x="132112" y="38100"/>
                      <a:pt x="38100" y="132112"/>
                      <a:pt x="38100" y="247650"/>
                    </a:cubicBezTo>
                    <a:cubicBezTo>
                      <a:pt x="38100" y="363188"/>
                      <a:pt x="132112" y="457200"/>
                      <a:pt x="247650" y="457200"/>
                    </a:cubicBezTo>
                    <a:cubicBezTo>
                      <a:pt x="363188" y="457200"/>
                      <a:pt x="457200" y="363188"/>
                      <a:pt x="457200" y="247650"/>
                    </a:cubicBezTo>
                    <a:cubicBezTo>
                      <a:pt x="457200" y="132112"/>
                      <a:pt x="363188" y="38100"/>
                      <a:pt x="247650" y="381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3DB5B9BF-DFCB-4A6E-B870-9269956CF27E}"/>
                  </a:ext>
                </a:extLst>
              </p:cNvPr>
              <p:cNvSpPr/>
              <p:nvPr/>
            </p:nvSpPr>
            <p:spPr>
              <a:xfrm>
                <a:off x="8678943" y="1700863"/>
                <a:ext cx="11503" cy="172539"/>
              </a:xfrm>
              <a:custGeom>
                <a:avLst/>
                <a:gdLst>
                  <a:gd name="connsiteX0" fmla="*/ 19050 w 38100"/>
                  <a:gd name="connsiteY0" fmla="*/ 571500 h 571500"/>
                  <a:gd name="connsiteX1" fmla="*/ 0 w 38100"/>
                  <a:gd name="connsiteY1" fmla="*/ 552450 h 571500"/>
                  <a:gd name="connsiteX2" fmla="*/ 0 w 38100"/>
                  <a:gd name="connsiteY2" fmla="*/ 19050 h 571500"/>
                  <a:gd name="connsiteX3" fmla="*/ 19050 w 38100"/>
                  <a:gd name="connsiteY3" fmla="*/ 0 h 571500"/>
                  <a:gd name="connsiteX4" fmla="*/ 38100 w 38100"/>
                  <a:gd name="connsiteY4" fmla="*/ 19050 h 571500"/>
                  <a:gd name="connsiteX5" fmla="*/ 38100 w 38100"/>
                  <a:gd name="connsiteY5" fmla="*/ 552450 h 571500"/>
                  <a:gd name="connsiteX6" fmla="*/ 19050 w 38100"/>
                  <a:gd name="connsiteY6" fmla="*/ 571500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100" h="571500">
                    <a:moveTo>
                      <a:pt x="19050" y="571500"/>
                    </a:moveTo>
                    <a:cubicBezTo>
                      <a:pt x="8477" y="571500"/>
                      <a:pt x="0" y="563023"/>
                      <a:pt x="0" y="552450"/>
                    </a:cubicBezTo>
                    <a:lnTo>
                      <a:pt x="0" y="19050"/>
                    </a:lnTo>
                    <a:cubicBezTo>
                      <a:pt x="0" y="8477"/>
                      <a:pt x="8477" y="0"/>
                      <a:pt x="19050" y="0"/>
                    </a:cubicBezTo>
                    <a:cubicBezTo>
                      <a:pt x="29623" y="0"/>
                      <a:pt x="38100" y="8477"/>
                      <a:pt x="38100" y="19050"/>
                    </a:cubicBezTo>
                    <a:lnTo>
                      <a:pt x="38100" y="552450"/>
                    </a:lnTo>
                    <a:cubicBezTo>
                      <a:pt x="38100" y="563023"/>
                      <a:pt x="29623" y="571500"/>
                      <a:pt x="19050" y="5715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A5728E3F-106E-4E38-ADFA-2F58382A16A3}"/>
                  </a:ext>
                </a:extLst>
              </p:cNvPr>
              <p:cNvSpPr/>
              <p:nvPr/>
            </p:nvSpPr>
            <p:spPr>
              <a:xfrm>
                <a:off x="8655952" y="1677843"/>
                <a:ext cx="57513" cy="34522"/>
              </a:xfrm>
              <a:custGeom>
                <a:avLst/>
                <a:gdLst>
                  <a:gd name="connsiteX0" fmla="*/ 95202 w 190499"/>
                  <a:gd name="connsiteY0" fmla="*/ 114348 h 114347"/>
                  <a:gd name="connsiteX1" fmla="*/ 81772 w 190499"/>
                  <a:gd name="connsiteY1" fmla="*/ 108728 h 114347"/>
                  <a:gd name="connsiteX2" fmla="*/ 5572 w 190499"/>
                  <a:gd name="connsiteY2" fmla="*/ 32528 h 114347"/>
                  <a:gd name="connsiteX3" fmla="*/ 5572 w 190499"/>
                  <a:gd name="connsiteY3" fmla="*/ 5572 h 114347"/>
                  <a:gd name="connsiteX4" fmla="*/ 32528 w 190499"/>
                  <a:gd name="connsiteY4" fmla="*/ 5572 h 114347"/>
                  <a:gd name="connsiteX5" fmla="*/ 95202 w 190499"/>
                  <a:gd name="connsiteY5" fmla="*/ 68342 h 114347"/>
                  <a:gd name="connsiteX6" fmla="*/ 157972 w 190499"/>
                  <a:gd name="connsiteY6" fmla="*/ 5572 h 114347"/>
                  <a:gd name="connsiteX7" fmla="*/ 184928 w 190499"/>
                  <a:gd name="connsiteY7" fmla="*/ 5572 h 114347"/>
                  <a:gd name="connsiteX8" fmla="*/ 184928 w 190499"/>
                  <a:gd name="connsiteY8" fmla="*/ 32528 h 114347"/>
                  <a:gd name="connsiteX9" fmla="*/ 108728 w 190499"/>
                  <a:gd name="connsiteY9" fmla="*/ 108728 h 114347"/>
                  <a:gd name="connsiteX10" fmla="*/ 95202 w 190499"/>
                  <a:gd name="connsiteY10" fmla="*/ 114348 h 114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0499" h="114347">
                    <a:moveTo>
                      <a:pt x="95202" y="114348"/>
                    </a:moveTo>
                    <a:cubicBezTo>
                      <a:pt x="90345" y="114348"/>
                      <a:pt x="85487" y="112443"/>
                      <a:pt x="81772" y="108728"/>
                    </a:cubicBezTo>
                    <a:lnTo>
                      <a:pt x="5572" y="32528"/>
                    </a:lnTo>
                    <a:cubicBezTo>
                      <a:pt x="-1857" y="25098"/>
                      <a:pt x="-1857" y="13002"/>
                      <a:pt x="5572" y="5572"/>
                    </a:cubicBezTo>
                    <a:cubicBezTo>
                      <a:pt x="13002" y="-1857"/>
                      <a:pt x="25098" y="-1857"/>
                      <a:pt x="32528" y="5572"/>
                    </a:cubicBezTo>
                    <a:lnTo>
                      <a:pt x="95202" y="68342"/>
                    </a:lnTo>
                    <a:lnTo>
                      <a:pt x="157972" y="5572"/>
                    </a:lnTo>
                    <a:cubicBezTo>
                      <a:pt x="165402" y="-1857"/>
                      <a:pt x="177498" y="-1857"/>
                      <a:pt x="184928" y="5572"/>
                    </a:cubicBezTo>
                    <a:cubicBezTo>
                      <a:pt x="192357" y="13002"/>
                      <a:pt x="192357" y="25098"/>
                      <a:pt x="184928" y="32528"/>
                    </a:cubicBezTo>
                    <a:lnTo>
                      <a:pt x="108728" y="108728"/>
                    </a:lnTo>
                    <a:cubicBezTo>
                      <a:pt x="104918" y="112443"/>
                      <a:pt x="100060" y="114348"/>
                      <a:pt x="95202" y="114348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44F1E1A1-A860-4D2C-B650-10519325C58F}"/>
                  </a:ext>
                </a:extLst>
              </p:cNvPr>
              <p:cNvSpPr/>
              <p:nvPr/>
            </p:nvSpPr>
            <p:spPr>
              <a:xfrm>
                <a:off x="8661689" y="1861899"/>
                <a:ext cx="368085" cy="11503"/>
              </a:xfrm>
              <a:custGeom>
                <a:avLst/>
                <a:gdLst>
                  <a:gd name="connsiteX0" fmla="*/ 0 w 1219200"/>
                  <a:gd name="connsiteY0" fmla="*/ 0 h 38100"/>
                  <a:gd name="connsiteX1" fmla="*/ 1219200 w 1219200"/>
                  <a:gd name="connsiteY1" fmla="*/ 0 h 38100"/>
                  <a:gd name="connsiteX2" fmla="*/ 1219200 w 1219200"/>
                  <a:gd name="connsiteY2" fmla="*/ 38100 h 38100"/>
                  <a:gd name="connsiteX3" fmla="*/ 0 w 121920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9200" h="38100">
                    <a:moveTo>
                      <a:pt x="0" y="0"/>
                    </a:moveTo>
                    <a:lnTo>
                      <a:pt x="1219200" y="0"/>
                    </a:lnTo>
                    <a:lnTo>
                      <a:pt x="12192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C52CD8C1-CC3E-4344-99A6-7CBDA5AA61DD}"/>
                  </a:ext>
                </a:extLst>
              </p:cNvPr>
              <p:cNvSpPr/>
              <p:nvPr/>
            </p:nvSpPr>
            <p:spPr>
              <a:xfrm>
                <a:off x="8817003" y="1562831"/>
                <a:ext cx="57485" cy="34508"/>
              </a:xfrm>
              <a:custGeom>
                <a:avLst/>
                <a:gdLst>
                  <a:gd name="connsiteX0" fmla="*/ 95156 w 190405"/>
                  <a:gd name="connsiteY0" fmla="*/ 114300 h 114300"/>
                  <a:gd name="connsiteX1" fmla="*/ 76106 w 190405"/>
                  <a:gd name="connsiteY1" fmla="*/ 95536 h 114300"/>
                  <a:gd name="connsiteX2" fmla="*/ 76106 w 190405"/>
                  <a:gd name="connsiteY2" fmla="*/ 95536 h 114300"/>
                  <a:gd name="connsiteX3" fmla="*/ 76106 w 190405"/>
                  <a:gd name="connsiteY3" fmla="*/ 95536 h 114300"/>
                  <a:gd name="connsiteX4" fmla="*/ 76106 w 190405"/>
                  <a:gd name="connsiteY4" fmla="*/ 95536 h 114300"/>
                  <a:gd name="connsiteX5" fmla="*/ 76106 w 190405"/>
                  <a:gd name="connsiteY5" fmla="*/ 95441 h 114300"/>
                  <a:gd name="connsiteX6" fmla="*/ 76106 w 190405"/>
                  <a:gd name="connsiteY6" fmla="*/ 95345 h 114300"/>
                  <a:gd name="connsiteX7" fmla="*/ 76106 w 190405"/>
                  <a:gd name="connsiteY7" fmla="*/ 95345 h 114300"/>
                  <a:gd name="connsiteX8" fmla="*/ 76106 w 190405"/>
                  <a:gd name="connsiteY8" fmla="*/ 95250 h 114300"/>
                  <a:gd name="connsiteX9" fmla="*/ 18860 w 190405"/>
                  <a:gd name="connsiteY9" fmla="*/ 38100 h 114300"/>
                  <a:gd name="connsiteX10" fmla="*/ 1 w 190405"/>
                  <a:gd name="connsiteY10" fmla="*/ 18955 h 114300"/>
                  <a:gd name="connsiteX11" fmla="*/ 18956 w 190405"/>
                  <a:gd name="connsiteY11" fmla="*/ 0 h 114300"/>
                  <a:gd name="connsiteX12" fmla="*/ 95441 w 190405"/>
                  <a:gd name="connsiteY12" fmla="*/ 35243 h 114300"/>
                  <a:gd name="connsiteX13" fmla="*/ 171356 w 190405"/>
                  <a:gd name="connsiteY13" fmla="*/ 0 h 114300"/>
                  <a:gd name="connsiteX14" fmla="*/ 190406 w 190405"/>
                  <a:gd name="connsiteY14" fmla="*/ 19050 h 114300"/>
                  <a:gd name="connsiteX15" fmla="*/ 171356 w 190405"/>
                  <a:gd name="connsiteY15" fmla="*/ 38100 h 114300"/>
                  <a:gd name="connsiteX16" fmla="*/ 114206 w 190405"/>
                  <a:gd name="connsiteY16" fmla="*/ 95345 h 114300"/>
                  <a:gd name="connsiteX17" fmla="*/ 95156 w 190405"/>
                  <a:gd name="connsiteY17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0405" h="114300">
                    <a:moveTo>
                      <a:pt x="95156" y="114300"/>
                    </a:moveTo>
                    <a:cubicBezTo>
                      <a:pt x="84678" y="114300"/>
                      <a:pt x="76296" y="105918"/>
                      <a:pt x="76106" y="95536"/>
                    </a:cubicBezTo>
                    <a:cubicBezTo>
                      <a:pt x="76106" y="95536"/>
                      <a:pt x="76106" y="95536"/>
                      <a:pt x="76106" y="95536"/>
                    </a:cubicBezTo>
                    <a:lnTo>
                      <a:pt x="76106" y="95536"/>
                    </a:lnTo>
                    <a:lnTo>
                      <a:pt x="76106" y="95536"/>
                    </a:lnTo>
                    <a:cubicBezTo>
                      <a:pt x="76106" y="95536"/>
                      <a:pt x="76106" y="95441"/>
                      <a:pt x="76106" y="95441"/>
                    </a:cubicBezTo>
                    <a:cubicBezTo>
                      <a:pt x="76106" y="95441"/>
                      <a:pt x="76106" y="95441"/>
                      <a:pt x="76106" y="95345"/>
                    </a:cubicBezTo>
                    <a:lnTo>
                      <a:pt x="76106" y="95345"/>
                    </a:lnTo>
                    <a:cubicBezTo>
                      <a:pt x="76106" y="95345"/>
                      <a:pt x="76106" y="95345"/>
                      <a:pt x="76106" y="95250"/>
                    </a:cubicBezTo>
                    <a:cubicBezTo>
                      <a:pt x="76106" y="41434"/>
                      <a:pt x="28385" y="38195"/>
                      <a:pt x="18860" y="38100"/>
                    </a:cubicBezTo>
                    <a:cubicBezTo>
                      <a:pt x="8383" y="38005"/>
                      <a:pt x="-94" y="29432"/>
                      <a:pt x="1" y="18955"/>
                    </a:cubicBezTo>
                    <a:cubicBezTo>
                      <a:pt x="1" y="8477"/>
                      <a:pt x="8478" y="0"/>
                      <a:pt x="18956" y="0"/>
                    </a:cubicBezTo>
                    <a:cubicBezTo>
                      <a:pt x="40482" y="0"/>
                      <a:pt x="74391" y="8477"/>
                      <a:pt x="95441" y="35243"/>
                    </a:cubicBezTo>
                    <a:cubicBezTo>
                      <a:pt x="109824" y="15621"/>
                      <a:pt x="133637" y="0"/>
                      <a:pt x="171356" y="0"/>
                    </a:cubicBezTo>
                    <a:cubicBezTo>
                      <a:pt x="181928" y="0"/>
                      <a:pt x="190406" y="8573"/>
                      <a:pt x="190406" y="19050"/>
                    </a:cubicBezTo>
                    <a:cubicBezTo>
                      <a:pt x="190406" y="29528"/>
                      <a:pt x="181928" y="38100"/>
                      <a:pt x="171356" y="38100"/>
                    </a:cubicBezTo>
                    <a:cubicBezTo>
                      <a:pt x="117635" y="38100"/>
                      <a:pt x="114301" y="85725"/>
                      <a:pt x="114206" y="95345"/>
                    </a:cubicBezTo>
                    <a:cubicBezTo>
                      <a:pt x="114110" y="105823"/>
                      <a:pt x="105633" y="114300"/>
                      <a:pt x="95156" y="114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58C4D601-45AD-4153-83BB-91119AF09891}"/>
                  </a:ext>
                </a:extLst>
              </p:cNvPr>
              <p:cNvSpPr/>
              <p:nvPr/>
            </p:nvSpPr>
            <p:spPr>
              <a:xfrm>
                <a:off x="8863014" y="1585836"/>
                <a:ext cx="57485" cy="34508"/>
              </a:xfrm>
              <a:custGeom>
                <a:avLst/>
                <a:gdLst>
                  <a:gd name="connsiteX0" fmla="*/ 95156 w 190405"/>
                  <a:gd name="connsiteY0" fmla="*/ 114300 h 114300"/>
                  <a:gd name="connsiteX1" fmla="*/ 76106 w 190405"/>
                  <a:gd name="connsiteY1" fmla="*/ 95536 h 114300"/>
                  <a:gd name="connsiteX2" fmla="*/ 76106 w 190405"/>
                  <a:gd name="connsiteY2" fmla="*/ 95536 h 114300"/>
                  <a:gd name="connsiteX3" fmla="*/ 76106 w 190405"/>
                  <a:gd name="connsiteY3" fmla="*/ 95536 h 114300"/>
                  <a:gd name="connsiteX4" fmla="*/ 76106 w 190405"/>
                  <a:gd name="connsiteY4" fmla="*/ 95536 h 114300"/>
                  <a:gd name="connsiteX5" fmla="*/ 76106 w 190405"/>
                  <a:gd name="connsiteY5" fmla="*/ 95441 h 114300"/>
                  <a:gd name="connsiteX6" fmla="*/ 76106 w 190405"/>
                  <a:gd name="connsiteY6" fmla="*/ 95345 h 114300"/>
                  <a:gd name="connsiteX7" fmla="*/ 76106 w 190405"/>
                  <a:gd name="connsiteY7" fmla="*/ 95345 h 114300"/>
                  <a:gd name="connsiteX8" fmla="*/ 76106 w 190405"/>
                  <a:gd name="connsiteY8" fmla="*/ 95250 h 114300"/>
                  <a:gd name="connsiteX9" fmla="*/ 18860 w 190405"/>
                  <a:gd name="connsiteY9" fmla="*/ 38100 h 114300"/>
                  <a:gd name="connsiteX10" fmla="*/ 1 w 190405"/>
                  <a:gd name="connsiteY10" fmla="*/ 18955 h 114300"/>
                  <a:gd name="connsiteX11" fmla="*/ 18956 w 190405"/>
                  <a:gd name="connsiteY11" fmla="*/ 0 h 114300"/>
                  <a:gd name="connsiteX12" fmla="*/ 95441 w 190405"/>
                  <a:gd name="connsiteY12" fmla="*/ 35243 h 114300"/>
                  <a:gd name="connsiteX13" fmla="*/ 171356 w 190405"/>
                  <a:gd name="connsiteY13" fmla="*/ 0 h 114300"/>
                  <a:gd name="connsiteX14" fmla="*/ 190406 w 190405"/>
                  <a:gd name="connsiteY14" fmla="*/ 19050 h 114300"/>
                  <a:gd name="connsiteX15" fmla="*/ 171356 w 190405"/>
                  <a:gd name="connsiteY15" fmla="*/ 38100 h 114300"/>
                  <a:gd name="connsiteX16" fmla="*/ 114206 w 190405"/>
                  <a:gd name="connsiteY16" fmla="*/ 95345 h 114300"/>
                  <a:gd name="connsiteX17" fmla="*/ 95156 w 190405"/>
                  <a:gd name="connsiteY17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0405" h="114300">
                    <a:moveTo>
                      <a:pt x="95156" y="114300"/>
                    </a:moveTo>
                    <a:cubicBezTo>
                      <a:pt x="84678" y="114300"/>
                      <a:pt x="76296" y="105918"/>
                      <a:pt x="76106" y="95536"/>
                    </a:cubicBezTo>
                    <a:cubicBezTo>
                      <a:pt x="76106" y="95536"/>
                      <a:pt x="76106" y="95536"/>
                      <a:pt x="76106" y="95536"/>
                    </a:cubicBezTo>
                    <a:lnTo>
                      <a:pt x="76106" y="95536"/>
                    </a:lnTo>
                    <a:lnTo>
                      <a:pt x="76106" y="95536"/>
                    </a:lnTo>
                    <a:cubicBezTo>
                      <a:pt x="76106" y="95536"/>
                      <a:pt x="76106" y="95441"/>
                      <a:pt x="76106" y="95441"/>
                    </a:cubicBezTo>
                    <a:cubicBezTo>
                      <a:pt x="76106" y="95441"/>
                      <a:pt x="76106" y="95441"/>
                      <a:pt x="76106" y="95345"/>
                    </a:cubicBezTo>
                    <a:lnTo>
                      <a:pt x="76106" y="95345"/>
                    </a:lnTo>
                    <a:cubicBezTo>
                      <a:pt x="76106" y="95345"/>
                      <a:pt x="76106" y="95345"/>
                      <a:pt x="76106" y="95250"/>
                    </a:cubicBezTo>
                    <a:cubicBezTo>
                      <a:pt x="76106" y="41434"/>
                      <a:pt x="28385" y="38195"/>
                      <a:pt x="18860" y="38100"/>
                    </a:cubicBezTo>
                    <a:cubicBezTo>
                      <a:pt x="8383" y="38005"/>
                      <a:pt x="-94" y="29432"/>
                      <a:pt x="1" y="18955"/>
                    </a:cubicBezTo>
                    <a:cubicBezTo>
                      <a:pt x="1" y="8477"/>
                      <a:pt x="8478" y="0"/>
                      <a:pt x="18956" y="0"/>
                    </a:cubicBezTo>
                    <a:cubicBezTo>
                      <a:pt x="40482" y="0"/>
                      <a:pt x="74391" y="8477"/>
                      <a:pt x="95441" y="35243"/>
                    </a:cubicBezTo>
                    <a:cubicBezTo>
                      <a:pt x="109824" y="15621"/>
                      <a:pt x="133637" y="0"/>
                      <a:pt x="171356" y="0"/>
                    </a:cubicBezTo>
                    <a:cubicBezTo>
                      <a:pt x="181928" y="0"/>
                      <a:pt x="190406" y="8572"/>
                      <a:pt x="190406" y="19050"/>
                    </a:cubicBezTo>
                    <a:cubicBezTo>
                      <a:pt x="190406" y="29528"/>
                      <a:pt x="181928" y="38100"/>
                      <a:pt x="171356" y="38100"/>
                    </a:cubicBezTo>
                    <a:cubicBezTo>
                      <a:pt x="117635" y="38100"/>
                      <a:pt x="114301" y="85725"/>
                      <a:pt x="114206" y="95345"/>
                    </a:cubicBezTo>
                    <a:cubicBezTo>
                      <a:pt x="114110" y="105823"/>
                      <a:pt x="105633" y="114300"/>
                      <a:pt x="95156" y="114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30C7EC9E-B674-450F-94AE-7AC6F4B7E6D2}"/>
                  </a:ext>
                </a:extLst>
              </p:cNvPr>
              <p:cNvSpPr/>
              <p:nvPr/>
            </p:nvSpPr>
            <p:spPr>
              <a:xfrm>
                <a:off x="8793998" y="1608842"/>
                <a:ext cx="57485" cy="34508"/>
              </a:xfrm>
              <a:custGeom>
                <a:avLst/>
                <a:gdLst>
                  <a:gd name="connsiteX0" fmla="*/ 95156 w 190405"/>
                  <a:gd name="connsiteY0" fmla="*/ 114300 h 114300"/>
                  <a:gd name="connsiteX1" fmla="*/ 76106 w 190405"/>
                  <a:gd name="connsiteY1" fmla="*/ 95536 h 114300"/>
                  <a:gd name="connsiteX2" fmla="*/ 76106 w 190405"/>
                  <a:gd name="connsiteY2" fmla="*/ 95536 h 114300"/>
                  <a:gd name="connsiteX3" fmla="*/ 76106 w 190405"/>
                  <a:gd name="connsiteY3" fmla="*/ 95536 h 114300"/>
                  <a:gd name="connsiteX4" fmla="*/ 76106 w 190405"/>
                  <a:gd name="connsiteY4" fmla="*/ 95536 h 114300"/>
                  <a:gd name="connsiteX5" fmla="*/ 76106 w 190405"/>
                  <a:gd name="connsiteY5" fmla="*/ 95441 h 114300"/>
                  <a:gd name="connsiteX6" fmla="*/ 76106 w 190405"/>
                  <a:gd name="connsiteY6" fmla="*/ 95345 h 114300"/>
                  <a:gd name="connsiteX7" fmla="*/ 76106 w 190405"/>
                  <a:gd name="connsiteY7" fmla="*/ 95345 h 114300"/>
                  <a:gd name="connsiteX8" fmla="*/ 76106 w 190405"/>
                  <a:gd name="connsiteY8" fmla="*/ 95250 h 114300"/>
                  <a:gd name="connsiteX9" fmla="*/ 18860 w 190405"/>
                  <a:gd name="connsiteY9" fmla="*/ 38100 h 114300"/>
                  <a:gd name="connsiteX10" fmla="*/ 1 w 190405"/>
                  <a:gd name="connsiteY10" fmla="*/ 18955 h 114300"/>
                  <a:gd name="connsiteX11" fmla="*/ 18956 w 190405"/>
                  <a:gd name="connsiteY11" fmla="*/ 0 h 114300"/>
                  <a:gd name="connsiteX12" fmla="*/ 95441 w 190405"/>
                  <a:gd name="connsiteY12" fmla="*/ 35243 h 114300"/>
                  <a:gd name="connsiteX13" fmla="*/ 171356 w 190405"/>
                  <a:gd name="connsiteY13" fmla="*/ 0 h 114300"/>
                  <a:gd name="connsiteX14" fmla="*/ 190406 w 190405"/>
                  <a:gd name="connsiteY14" fmla="*/ 19050 h 114300"/>
                  <a:gd name="connsiteX15" fmla="*/ 171356 w 190405"/>
                  <a:gd name="connsiteY15" fmla="*/ 38100 h 114300"/>
                  <a:gd name="connsiteX16" fmla="*/ 114206 w 190405"/>
                  <a:gd name="connsiteY16" fmla="*/ 95345 h 114300"/>
                  <a:gd name="connsiteX17" fmla="*/ 95156 w 190405"/>
                  <a:gd name="connsiteY17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0405" h="114300">
                    <a:moveTo>
                      <a:pt x="95156" y="114300"/>
                    </a:moveTo>
                    <a:cubicBezTo>
                      <a:pt x="84678" y="114300"/>
                      <a:pt x="76296" y="105918"/>
                      <a:pt x="76106" y="95536"/>
                    </a:cubicBezTo>
                    <a:cubicBezTo>
                      <a:pt x="76106" y="95536"/>
                      <a:pt x="76106" y="95536"/>
                      <a:pt x="76106" y="95536"/>
                    </a:cubicBezTo>
                    <a:lnTo>
                      <a:pt x="76106" y="95536"/>
                    </a:lnTo>
                    <a:lnTo>
                      <a:pt x="76106" y="95536"/>
                    </a:lnTo>
                    <a:cubicBezTo>
                      <a:pt x="76106" y="95536"/>
                      <a:pt x="76106" y="95441"/>
                      <a:pt x="76106" y="95441"/>
                    </a:cubicBezTo>
                    <a:cubicBezTo>
                      <a:pt x="76106" y="95441"/>
                      <a:pt x="76106" y="95441"/>
                      <a:pt x="76106" y="95345"/>
                    </a:cubicBezTo>
                    <a:lnTo>
                      <a:pt x="76106" y="95345"/>
                    </a:lnTo>
                    <a:cubicBezTo>
                      <a:pt x="76106" y="95345"/>
                      <a:pt x="76106" y="95345"/>
                      <a:pt x="76106" y="95250"/>
                    </a:cubicBezTo>
                    <a:cubicBezTo>
                      <a:pt x="76106" y="41434"/>
                      <a:pt x="28385" y="38195"/>
                      <a:pt x="18860" y="38100"/>
                    </a:cubicBezTo>
                    <a:cubicBezTo>
                      <a:pt x="8383" y="38005"/>
                      <a:pt x="-94" y="29432"/>
                      <a:pt x="1" y="18955"/>
                    </a:cubicBezTo>
                    <a:cubicBezTo>
                      <a:pt x="1" y="8477"/>
                      <a:pt x="8478" y="0"/>
                      <a:pt x="18956" y="0"/>
                    </a:cubicBezTo>
                    <a:cubicBezTo>
                      <a:pt x="40482" y="0"/>
                      <a:pt x="74391" y="8477"/>
                      <a:pt x="95441" y="35243"/>
                    </a:cubicBezTo>
                    <a:cubicBezTo>
                      <a:pt x="109824" y="15621"/>
                      <a:pt x="133637" y="0"/>
                      <a:pt x="171356" y="0"/>
                    </a:cubicBezTo>
                    <a:cubicBezTo>
                      <a:pt x="181928" y="0"/>
                      <a:pt x="190406" y="8572"/>
                      <a:pt x="190406" y="19050"/>
                    </a:cubicBezTo>
                    <a:cubicBezTo>
                      <a:pt x="190406" y="29528"/>
                      <a:pt x="181928" y="38100"/>
                      <a:pt x="171356" y="38100"/>
                    </a:cubicBezTo>
                    <a:cubicBezTo>
                      <a:pt x="117635" y="38100"/>
                      <a:pt x="114301" y="85725"/>
                      <a:pt x="114206" y="95345"/>
                    </a:cubicBezTo>
                    <a:cubicBezTo>
                      <a:pt x="114110" y="105823"/>
                      <a:pt x="105633" y="114300"/>
                      <a:pt x="95156" y="114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827" name="Graphic 112">
                <a:extLst>
                  <a:ext uri="{FF2B5EF4-FFF2-40B4-BE49-F238E27FC236}">
                    <a16:creationId xmlns:a16="http://schemas.microsoft.com/office/drawing/2014/main" id="{EC48BBF2-91B5-4452-9B26-8E757F581B5C}"/>
                  </a:ext>
                </a:extLst>
              </p:cNvPr>
              <p:cNvGrpSpPr/>
              <p:nvPr/>
            </p:nvGrpSpPr>
            <p:grpSpPr>
              <a:xfrm>
                <a:off x="8721129" y="1723948"/>
                <a:ext cx="249205" cy="146665"/>
                <a:chOff x="5769006" y="3448315"/>
                <a:chExt cx="825436" cy="485795"/>
              </a:xfrm>
              <a:solidFill>
                <a:schemeClr val="accent3"/>
              </a:solidFill>
            </p:grpSpPr>
            <p:sp>
              <p:nvSpPr>
                <p:cNvPr id="828" name="Freeform: Shape 827">
                  <a:extLst>
                    <a:ext uri="{FF2B5EF4-FFF2-40B4-BE49-F238E27FC236}">
                      <a16:creationId xmlns:a16="http://schemas.microsoft.com/office/drawing/2014/main" id="{9A60DE11-8ACD-4B4D-92CE-ACE35A231C9C}"/>
                    </a:ext>
                  </a:extLst>
                </p:cNvPr>
                <p:cNvSpPr/>
                <p:nvPr/>
              </p:nvSpPr>
              <p:spPr>
                <a:xfrm>
                  <a:off x="5932836" y="3448335"/>
                  <a:ext cx="133540" cy="38100"/>
                </a:xfrm>
                <a:custGeom>
                  <a:avLst/>
                  <a:gdLst>
                    <a:gd name="connsiteX0" fmla="*/ 114491 w 133540"/>
                    <a:gd name="connsiteY0" fmla="*/ 38100 h 38100"/>
                    <a:gd name="connsiteX1" fmla="*/ 19050 w 133540"/>
                    <a:gd name="connsiteY1" fmla="*/ 38100 h 38100"/>
                    <a:gd name="connsiteX2" fmla="*/ 0 w 133540"/>
                    <a:gd name="connsiteY2" fmla="*/ 19050 h 38100"/>
                    <a:gd name="connsiteX3" fmla="*/ 19050 w 133540"/>
                    <a:gd name="connsiteY3" fmla="*/ 0 h 38100"/>
                    <a:gd name="connsiteX4" fmla="*/ 114491 w 133540"/>
                    <a:gd name="connsiteY4" fmla="*/ 0 h 38100"/>
                    <a:gd name="connsiteX5" fmla="*/ 133541 w 133540"/>
                    <a:gd name="connsiteY5" fmla="*/ 19050 h 38100"/>
                    <a:gd name="connsiteX6" fmla="*/ 114491 w 133540"/>
                    <a:gd name="connsiteY6" fmla="*/ 38100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3540" h="38100">
                      <a:moveTo>
                        <a:pt x="114491" y="38100"/>
                      </a:moveTo>
                      <a:lnTo>
                        <a:pt x="19050" y="38100"/>
                      </a:lnTo>
                      <a:cubicBezTo>
                        <a:pt x="8477" y="38100"/>
                        <a:pt x="0" y="29623"/>
                        <a:pt x="0" y="19050"/>
                      </a:cubicBezTo>
                      <a:cubicBezTo>
                        <a:pt x="0" y="8477"/>
                        <a:pt x="8477" y="0"/>
                        <a:pt x="19050" y="0"/>
                      </a:cubicBezTo>
                      <a:lnTo>
                        <a:pt x="114491" y="0"/>
                      </a:lnTo>
                      <a:cubicBezTo>
                        <a:pt x="125063" y="0"/>
                        <a:pt x="133541" y="8477"/>
                        <a:pt x="133541" y="19050"/>
                      </a:cubicBezTo>
                      <a:cubicBezTo>
                        <a:pt x="133541" y="29528"/>
                        <a:pt x="125063" y="38100"/>
                        <a:pt x="114491" y="381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829" name="Graphic 112">
                  <a:extLst>
                    <a:ext uri="{FF2B5EF4-FFF2-40B4-BE49-F238E27FC236}">
                      <a16:creationId xmlns:a16="http://schemas.microsoft.com/office/drawing/2014/main" id="{D0F80E3A-41F4-4EEA-9717-6522142BB348}"/>
                    </a:ext>
                  </a:extLst>
                </p:cNvPr>
                <p:cNvGrpSpPr/>
                <p:nvPr/>
              </p:nvGrpSpPr>
              <p:grpSpPr>
                <a:xfrm>
                  <a:off x="5769006" y="3448315"/>
                  <a:ext cx="825436" cy="485795"/>
                  <a:chOff x="5769006" y="3448315"/>
                  <a:chExt cx="825436" cy="485795"/>
                </a:xfrm>
                <a:grpFill/>
              </p:grpSpPr>
              <p:sp>
                <p:nvSpPr>
                  <p:cNvPr id="830" name="Freeform: Shape 829">
                    <a:extLst>
                      <a:ext uri="{FF2B5EF4-FFF2-40B4-BE49-F238E27FC236}">
                        <a16:creationId xmlns:a16="http://schemas.microsoft.com/office/drawing/2014/main" id="{255C9711-5C3A-41A0-A3E3-53458A17EEF2}"/>
                      </a:ext>
                    </a:extLst>
                  </p:cNvPr>
                  <p:cNvSpPr/>
                  <p:nvPr/>
                </p:nvSpPr>
                <p:spPr>
                  <a:xfrm>
                    <a:off x="5912148" y="3538061"/>
                    <a:ext cx="431762" cy="252888"/>
                  </a:xfrm>
                  <a:custGeom>
                    <a:avLst/>
                    <a:gdLst>
                      <a:gd name="connsiteX0" fmla="*/ 269576 w 431762"/>
                      <a:gd name="connsiteY0" fmla="*/ 252889 h 252888"/>
                      <a:gd name="connsiteX1" fmla="*/ 19069 w 431762"/>
                      <a:gd name="connsiteY1" fmla="*/ 252889 h 252888"/>
                      <a:gd name="connsiteX2" fmla="*/ 2876 w 431762"/>
                      <a:gd name="connsiteY2" fmla="*/ 243840 h 252888"/>
                      <a:gd name="connsiteX3" fmla="*/ 2019 w 431762"/>
                      <a:gd name="connsiteY3" fmla="*/ 225266 h 252888"/>
                      <a:gd name="connsiteX4" fmla="*/ 109366 w 431762"/>
                      <a:gd name="connsiteY4" fmla="*/ 10573 h 252888"/>
                      <a:gd name="connsiteX5" fmla="*/ 126416 w 431762"/>
                      <a:gd name="connsiteY5" fmla="*/ 0 h 252888"/>
                      <a:gd name="connsiteX6" fmla="*/ 412737 w 431762"/>
                      <a:gd name="connsiteY6" fmla="*/ 0 h 252888"/>
                      <a:gd name="connsiteX7" fmla="*/ 429501 w 431762"/>
                      <a:gd name="connsiteY7" fmla="*/ 10097 h 252888"/>
                      <a:gd name="connsiteX8" fmla="*/ 428549 w 431762"/>
                      <a:gd name="connsiteY8" fmla="*/ 29623 h 252888"/>
                      <a:gd name="connsiteX9" fmla="*/ 285388 w 431762"/>
                      <a:gd name="connsiteY9" fmla="*/ 244412 h 252888"/>
                      <a:gd name="connsiteX10" fmla="*/ 269576 w 431762"/>
                      <a:gd name="connsiteY10" fmla="*/ 252889 h 252888"/>
                      <a:gd name="connsiteX11" fmla="*/ 49835 w 431762"/>
                      <a:gd name="connsiteY11" fmla="*/ 214789 h 252888"/>
                      <a:gd name="connsiteX12" fmla="*/ 259385 w 431762"/>
                      <a:gd name="connsiteY12" fmla="*/ 214789 h 252888"/>
                      <a:gd name="connsiteX13" fmla="*/ 377114 w 431762"/>
                      <a:gd name="connsiteY13" fmla="*/ 38195 h 252888"/>
                      <a:gd name="connsiteX14" fmla="*/ 138227 w 431762"/>
                      <a:gd name="connsiteY14" fmla="*/ 38195 h 252888"/>
                      <a:gd name="connsiteX15" fmla="*/ 49835 w 431762"/>
                      <a:gd name="connsiteY15" fmla="*/ 214789 h 2528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431762" h="252888">
                        <a:moveTo>
                          <a:pt x="269576" y="252889"/>
                        </a:moveTo>
                        <a:lnTo>
                          <a:pt x="19069" y="252889"/>
                        </a:lnTo>
                        <a:cubicBezTo>
                          <a:pt x="12497" y="252889"/>
                          <a:pt x="6305" y="249460"/>
                          <a:pt x="2876" y="243840"/>
                        </a:cubicBezTo>
                        <a:cubicBezTo>
                          <a:pt x="-648" y="238220"/>
                          <a:pt x="-934" y="231172"/>
                          <a:pt x="2019" y="225266"/>
                        </a:cubicBezTo>
                        <a:lnTo>
                          <a:pt x="109366" y="10573"/>
                        </a:lnTo>
                        <a:cubicBezTo>
                          <a:pt x="112604" y="4096"/>
                          <a:pt x="119177" y="0"/>
                          <a:pt x="126416" y="0"/>
                        </a:cubicBezTo>
                        <a:lnTo>
                          <a:pt x="412737" y="0"/>
                        </a:lnTo>
                        <a:cubicBezTo>
                          <a:pt x="419786" y="0"/>
                          <a:pt x="426263" y="3905"/>
                          <a:pt x="429501" y="10097"/>
                        </a:cubicBezTo>
                        <a:cubicBezTo>
                          <a:pt x="432835" y="16288"/>
                          <a:pt x="432454" y="23813"/>
                          <a:pt x="428549" y="29623"/>
                        </a:cubicBezTo>
                        <a:lnTo>
                          <a:pt x="285388" y="244412"/>
                        </a:lnTo>
                        <a:cubicBezTo>
                          <a:pt x="281864" y="249746"/>
                          <a:pt x="275958" y="252889"/>
                          <a:pt x="269576" y="252889"/>
                        </a:cubicBezTo>
                        <a:close/>
                        <a:moveTo>
                          <a:pt x="49835" y="214789"/>
                        </a:moveTo>
                        <a:lnTo>
                          <a:pt x="259385" y="214789"/>
                        </a:lnTo>
                        <a:lnTo>
                          <a:pt x="377114" y="38195"/>
                        </a:lnTo>
                        <a:lnTo>
                          <a:pt x="138227" y="38195"/>
                        </a:lnTo>
                        <a:lnTo>
                          <a:pt x="49835" y="214789"/>
                        </a:ln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31" name="Freeform: Shape 830">
                    <a:extLst>
                      <a:ext uri="{FF2B5EF4-FFF2-40B4-BE49-F238E27FC236}">
                        <a16:creationId xmlns:a16="http://schemas.microsoft.com/office/drawing/2014/main" id="{9EAEBDE1-3EE0-481B-A414-86433773BBC7}"/>
                      </a:ext>
                    </a:extLst>
                  </p:cNvPr>
                  <p:cNvSpPr/>
                  <p:nvPr/>
                </p:nvSpPr>
                <p:spPr>
                  <a:xfrm>
                    <a:off x="5968630" y="3448315"/>
                    <a:ext cx="232070" cy="342634"/>
                  </a:xfrm>
                  <a:custGeom>
                    <a:avLst/>
                    <a:gdLst>
                      <a:gd name="connsiteX0" fmla="*/ 213095 w 232070"/>
                      <a:gd name="connsiteY0" fmla="*/ 342635 h 342634"/>
                      <a:gd name="connsiteX1" fmla="*/ 196998 w 232070"/>
                      <a:gd name="connsiteY1" fmla="*/ 333777 h 342634"/>
                      <a:gd name="connsiteX2" fmla="*/ 2973 w 232070"/>
                      <a:gd name="connsiteY2" fmla="*/ 29262 h 342634"/>
                      <a:gd name="connsiteX3" fmla="*/ 8784 w 232070"/>
                      <a:gd name="connsiteY3" fmla="*/ 2973 h 342634"/>
                      <a:gd name="connsiteX4" fmla="*/ 35073 w 232070"/>
                      <a:gd name="connsiteY4" fmla="*/ 8784 h 342634"/>
                      <a:gd name="connsiteX5" fmla="*/ 229097 w 232070"/>
                      <a:gd name="connsiteY5" fmla="*/ 313298 h 342634"/>
                      <a:gd name="connsiteX6" fmla="*/ 223287 w 232070"/>
                      <a:gd name="connsiteY6" fmla="*/ 339587 h 342634"/>
                      <a:gd name="connsiteX7" fmla="*/ 213095 w 232070"/>
                      <a:gd name="connsiteY7" fmla="*/ 342635 h 3426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32070" h="342634">
                        <a:moveTo>
                          <a:pt x="213095" y="342635"/>
                        </a:moveTo>
                        <a:cubicBezTo>
                          <a:pt x="206808" y="342635"/>
                          <a:pt x="200617" y="339492"/>
                          <a:pt x="196998" y="333777"/>
                        </a:cubicBezTo>
                        <a:lnTo>
                          <a:pt x="2973" y="29262"/>
                        </a:lnTo>
                        <a:cubicBezTo>
                          <a:pt x="-2646" y="20404"/>
                          <a:pt x="-75" y="8593"/>
                          <a:pt x="8784" y="2973"/>
                        </a:cubicBezTo>
                        <a:cubicBezTo>
                          <a:pt x="17642" y="-2646"/>
                          <a:pt x="29453" y="-75"/>
                          <a:pt x="35073" y="8784"/>
                        </a:cubicBezTo>
                        <a:lnTo>
                          <a:pt x="229097" y="313298"/>
                        </a:lnTo>
                        <a:cubicBezTo>
                          <a:pt x="234717" y="322156"/>
                          <a:pt x="232145" y="333967"/>
                          <a:pt x="223287" y="339587"/>
                        </a:cubicBezTo>
                        <a:cubicBezTo>
                          <a:pt x="220143" y="341682"/>
                          <a:pt x="216619" y="342635"/>
                          <a:pt x="213095" y="342635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32" name="Freeform: Shape 831">
                    <a:extLst>
                      <a:ext uri="{FF2B5EF4-FFF2-40B4-BE49-F238E27FC236}">
                        <a16:creationId xmlns:a16="http://schemas.microsoft.com/office/drawing/2014/main" id="{69CEEACB-C6F8-4039-9FDF-859E0996C4B1}"/>
                      </a:ext>
                    </a:extLst>
                  </p:cNvPr>
                  <p:cNvSpPr/>
                  <p:nvPr/>
                </p:nvSpPr>
                <p:spPr>
                  <a:xfrm>
                    <a:off x="6198489" y="3466528"/>
                    <a:ext cx="252882" cy="324421"/>
                  </a:xfrm>
                  <a:custGeom>
                    <a:avLst/>
                    <a:gdLst>
                      <a:gd name="connsiteX0" fmla="*/ 233744 w 252882"/>
                      <a:gd name="connsiteY0" fmla="*/ 324422 h 324421"/>
                      <a:gd name="connsiteX1" fmla="*/ 216694 w 252882"/>
                      <a:gd name="connsiteY1" fmla="*/ 313849 h 324421"/>
                      <a:gd name="connsiteX2" fmla="*/ 78867 w 252882"/>
                      <a:gd name="connsiteY2" fmla="*/ 38100 h 324421"/>
                      <a:gd name="connsiteX3" fmla="*/ 19050 w 252882"/>
                      <a:gd name="connsiteY3" fmla="*/ 38100 h 324421"/>
                      <a:gd name="connsiteX4" fmla="*/ 0 w 252882"/>
                      <a:gd name="connsiteY4" fmla="*/ 19050 h 324421"/>
                      <a:gd name="connsiteX5" fmla="*/ 19050 w 252882"/>
                      <a:gd name="connsiteY5" fmla="*/ 0 h 324421"/>
                      <a:gd name="connsiteX6" fmla="*/ 90678 w 252882"/>
                      <a:gd name="connsiteY6" fmla="*/ 0 h 324421"/>
                      <a:gd name="connsiteX7" fmla="*/ 107728 w 252882"/>
                      <a:gd name="connsiteY7" fmla="*/ 10573 h 324421"/>
                      <a:gd name="connsiteX8" fmla="*/ 250888 w 252882"/>
                      <a:gd name="connsiteY8" fmla="*/ 296894 h 324421"/>
                      <a:gd name="connsiteX9" fmla="*/ 242411 w 252882"/>
                      <a:gd name="connsiteY9" fmla="*/ 322421 h 324421"/>
                      <a:gd name="connsiteX10" fmla="*/ 233744 w 252882"/>
                      <a:gd name="connsiteY10" fmla="*/ 324422 h 324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52882" h="324421">
                        <a:moveTo>
                          <a:pt x="233744" y="324422"/>
                        </a:moveTo>
                        <a:cubicBezTo>
                          <a:pt x="226790" y="324422"/>
                          <a:pt x="220027" y="320612"/>
                          <a:pt x="216694" y="313849"/>
                        </a:cubicBezTo>
                        <a:lnTo>
                          <a:pt x="78867" y="38100"/>
                        </a:lnTo>
                        <a:lnTo>
                          <a:pt x="19050" y="38100"/>
                        </a:lnTo>
                        <a:cubicBezTo>
                          <a:pt x="8477" y="38100"/>
                          <a:pt x="0" y="29623"/>
                          <a:pt x="0" y="19050"/>
                        </a:cubicBezTo>
                        <a:cubicBezTo>
                          <a:pt x="0" y="8477"/>
                          <a:pt x="8477" y="0"/>
                          <a:pt x="19050" y="0"/>
                        </a:cubicBezTo>
                        <a:lnTo>
                          <a:pt x="90678" y="0"/>
                        </a:lnTo>
                        <a:cubicBezTo>
                          <a:pt x="97917" y="0"/>
                          <a:pt x="104489" y="4096"/>
                          <a:pt x="107728" y="10573"/>
                        </a:cubicBezTo>
                        <a:lnTo>
                          <a:pt x="250888" y="296894"/>
                        </a:lnTo>
                        <a:cubicBezTo>
                          <a:pt x="255556" y="306324"/>
                          <a:pt x="251746" y="317754"/>
                          <a:pt x="242411" y="322421"/>
                        </a:cubicBezTo>
                        <a:cubicBezTo>
                          <a:pt x="239554" y="323755"/>
                          <a:pt x="236696" y="324422"/>
                          <a:pt x="233744" y="324422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33" name="Freeform: Shape 832">
                    <a:extLst>
                      <a:ext uri="{FF2B5EF4-FFF2-40B4-BE49-F238E27FC236}">
                        <a16:creationId xmlns:a16="http://schemas.microsoft.com/office/drawing/2014/main" id="{6D3CBEA1-BF1E-4A66-8FFA-FFF7EC6AD0D7}"/>
                      </a:ext>
                    </a:extLst>
                  </p:cNvPr>
                  <p:cNvSpPr/>
                  <p:nvPr/>
                </p:nvSpPr>
                <p:spPr>
                  <a:xfrm>
                    <a:off x="6377368" y="3717035"/>
                    <a:ext cx="109727" cy="109728"/>
                  </a:xfrm>
                  <a:custGeom>
                    <a:avLst/>
                    <a:gdLst>
                      <a:gd name="connsiteX0" fmla="*/ 54864 w 109727"/>
                      <a:gd name="connsiteY0" fmla="*/ 109728 h 109728"/>
                      <a:gd name="connsiteX1" fmla="*/ 0 w 109727"/>
                      <a:gd name="connsiteY1" fmla="*/ 54864 h 109728"/>
                      <a:gd name="connsiteX2" fmla="*/ 54864 w 109727"/>
                      <a:gd name="connsiteY2" fmla="*/ 0 h 109728"/>
                      <a:gd name="connsiteX3" fmla="*/ 109728 w 109727"/>
                      <a:gd name="connsiteY3" fmla="*/ 54864 h 109728"/>
                      <a:gd name="connsiteX4" fmla="*/ 54864 w 109727"/>
                      <a:gd name="connsiteY4" fmla="*/ 109728 h 109728"/>
                      <a:gd name="connsiteX5" fmla="*/ 54864 w 109727"/>
                      <a:gd name="connsiteY5" fmla="*/ 38100 h 109728"/>
                      <a:gd name="connsiteX6" fmla="*/ 38100 w 109727"/>
                      <a:gd name="connsiteY6" fmla="*/ 54864 h 109728"/>
                      <a:gd name="connsiteX7" fmla="*/ 54864 w 109727"/>
                      <a:gd name="connsiteY7" fmla="*/ 71628 h 109728"/>
                      <a:gd name="connsiteX8" fmla="*/ 71628 w 109727"/>
                      <a:gd name="connsiteY8" fmla="*/ 54864 h 109728"/>
                      <a:gd name="connsiteX9" fmla="*/ 54864 w 109727"/>
                      <a:gd name="connsiteY9" fmla="*/ 38100 h 1097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9727" h="109728">
                        <a:moveTo>
                          <a:pt x="54864" y="109728"/>
                        </a:moveTo>
                        <a:cubicBezTo>
                          <a:pt x="24670" y="109728"/>
                          <a:pt x="0" y="85154"/>
                          <a:pt x="0" y="54864"/>
                        </a:cubicBezTo>
                        <a:cubicBezTo>
                          <a:pt x="0" y="24575"/>
                          <a:pt x="24575" y="0"/>
                          <a:pt x="54864" y="0"/>
                        </a:cubicBezTo>
                        <a:cubicBezTo>
                          <a:pt x="85154" y="0"/>
                          <a:pt x="109728" y="24575"/>
                          <a:pt x="109728" y="54864"/>
                        </a:cubicBezTo>
                        <a:cubicBezTo>
                          <a:pt x="109728" y="85154"/>
                          <a:pt x="85154" y="109728"/>
                          <a:pt x="54864" y="109728"/>
                        </a:cubicBezTo>
                        <a:close/>
                        <a:moveTo>
                          <a:pt x="54864" y="38100"/>
                        </a:moveTo>
                        <a:cubicBezTo>
                          <a:pt x="45625" y="38100"/>
                          <a:pt x="38100" y="45625"/>
                          <a:pt x="38100" y="54864"/>
                        </a:cubicBezTo>
                        <a:cubicBezTo>
                          <a:pt x="38100" y="64103"/>
                          <a:pt x="45625" y="71628"/>
                          <a:pt x="54864" y="71628"/>
                        </a:cubicBezTo>
                        <a:cubicBezTo>
                          <a:pt x="64103" y="71628"/>
                          <a:pt x="71628" y="64103"/>
                          <a:pt x="71628" y="54864"/>
                        </a:cubicBezTo>
                        <a:cubicBezTo>
                          <a:pt x="71628" y="45625"/>
                          <a:pt x="64103" y="38100"/>
                          <a:pt x="54864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34" name="Freeform: Shape 833">
                    <a:extLst>
                      <a:ext uri="{FF2B5EF4-FFF2-40B4-BE49-F238E27FC236}">
                        <a16:creationId xmlns:a16="http://schemas.microsoft.com/office/drawing/2014/main" id="{DCDCDCFC-EBDD-4912-BC75-792078A1487B}"/>
                      </a:ext>
                    </a:extLst>
                  </p:cNvPr>
                  <p:cNvSpPr/>
                  <p:nvPr/>
                </p:nvSpPr>
                <p:spPr>
                  <a:xfrm>
                    <a:off x="5876353" y="3717035"/>
                    <a:ext cx="109728" cy="109728"/>
                  </a:xfrm>
                  <a:custGeom>
                    <a:avLst/>
                    <a:gdLst>
                      <a:gd name="connsiteX0" fmla="*/ 54864 w 109728"/>
                      <a:gd name="connsiteY0" fmla="*/ 109728 h 109728"/>
                      <a:gd name="connsiteX1" fmla="*/ 0 w 109728"/>
                      <a:gd name="connsiteY1" fmla="*/ 54864 h 109728"/>
                      <a:gd name="connsiteX2" fmla="*/ 54864 w 109728"/>
                      <a:gd name="connsiteY2" fmla="*/ 0 h 109728"/>
                      <a:gd name="connsiteX3" fmla="*/ 109728 w 109728"/>
                      <a:gd name="connsiteY3" fmla="*/ 54864 h 109728"/>
                      <a:gd name="connsiteX4" fmla="*/ 54864 w 109728"/>
                      <a:gd name="connsiteY4" fmla="*/ 109728 h 109728"/>
                      <a:gd name="connsiteX5" fmla="*/ 54864 w 109728"/>
                      <a:gd name="connsiteY5" fmla="*/ 38100 h 109728"/>
                      <a:gd name="connsiteX6" fmla="*/ 38100 w 109728"/>
                      <a:gd name="connsiteY6" fmla="*/ 54864 h 109728"/>
                      <a:gd name="connsiteX7" fmla="*/ 54864 w 109728"/>
                      <a:gd name="connsiteY7" fmla="*/ 71628 h 109728"/>
                      <a:gd name="connsiteX8" fmla="*/ 71628 w 109728"/>
                      <a:gd name="connsiteY8" fmla="*/ 54864 h 109728"/>
                      <a:gd name="connsiteX9" fmla="*/ 54864 w 109728"/>
                      <a:gd name="connsiteY9" fmla="*/ 38100 h 1097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9728" h="109728">
                        <a:moveTo>
                          <a:pt x="54864" y="109728"/>
                        </a:moveTo>
                        <a:cubicBezTo>
                          <a:pt x="24575" y="109728"/>
                          <a:pt x="0" y="85154"/>
                          <a:pt x="0" y="54864"/>
                        </a:cubicBezTo>
                        <a:cubicBezTo>
                          <a:pt x="0" y="24575"/>
                          <a:pt x="24575" y="0"/>
                          <a:pt x="54864" y="0"/>
                        </a:cubicBezTo>
                        <a:cubicBezTo>
                          <a:pt x="85154" y="0"/>
                          <a:pt x="109728" y="24575"/>
                          <a:pt x="109728" y="54864"/>
                        </a:cubicBezTo>
                        <a:cubicBezTo>
                          <a:pt x="109728" y="85154"/>
                          <a:pt x="85058" y="109728"/>
                          <a:pt x="54864" y="109728"/>
                        </a:cubicBezTo>
                        <a:close/>
                        <a:moveTo>
                          <a:pt x="54864" y="38100"/>
                        </a:moveTo>
                        <a:cubicBezTo>
                          <a:pt x="45625" y="38100"/>
                          <a:pt x="38100" y="45625"/>
                          <a:pt x="38100" y="54864"/>
                        </a:cubicBezTo>
                        <a:cubicBezTo>
                          <a:pt x="38100" y="64103"/>
                          <a:pt x="45625" y="71628"/>
                          <a:pt x="54864" y="71628"/>
                        </a:cubicBezTo>
                        <a:cubicBezTo>
                          <a:pt x="64103" y="71628"/>
                          <a:pt x="71628" y="64103"/>
                          <a:pt x="71628" y="54864"/>
                        </a:cubicBezTo>
                        <a:cubicBezTo>
                          <a:pt x="71533" y="45625"/>
                          <a:pt x="64008" y="38100"/>
                          <a:pt x="54864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35" name="Freeform: Shape 834">
                    <a:extLst>
                      <a:ext uri="{FF2B5EF4-FFF2-40B4-BE49-F238E27FC236}">
                        <a16:creationId xmlns:a16="http://schemas.microsoft.com/office/drawing/2014/main" id="{272D7D5F-2905-42FB-B89C-DFB671FA1458}"/>
                      </a:ext>
                    </a:extLst>
                  </p:cNvPr>
                  <p:cNvSpPr/>
                  <p:nvPr/>
                </p:nvSpPr>
                <p:spPr>
                  <a:xfrm>
                    <a:off x="6270021" y="3609689"/>
                    <a:ext cx="324421" cy="324421"/>
                  </a:xfrm>
                  <a:custGeom>
                    <a:avLst/>
                    <a:gdLst>
                      <a:gd name="connsiteX0" fmla="*/ 162211 w 324421"/>
                      <a:gd name="connsiteY0" fmla="*/ 324421 h 324421"/>
                      <a:gd name="connsiteX1" fmla="*/ 0 w 324421"/>
                      <a:gd name="connsiteY1" fmla="*/ 162211 h 324421"/>
                      <a:gd name="connsiteX2" fmla="*/ 162211 w 324421"/>
                      <a:gd name="connsiteY2" fmla="*/ 0 h 324421"/>
                      <a:gd name="connsiteX3" fmla="*/ 324422 w 324421"/>
                      <a:gd name="connsiteY3" fmla="*/ 162211 h 324421"/>
                      <a:gd name="connsiteX4" fmla="*/ 162211 w 324421"/>
                      <a:gd name="connsiteY4" fmla="*/ 324421 h 324421"/>
                      <a:gd name="connsiteX5" fmla="*/ 162211 w 324421"/>
                      <a:gd name="connsiteY5" fmla="*/ 38100 h 324421"/>
                      <a:gd name="connsiteX6" fmla="*/ 38100 w 324421"/>
                      <a:gd name="connsiteY6" fmla="*/ 162211 h 324421"/>
                      <a:gd name="connsiteX7" fmla="*/ 162211 w 324421"/>
                      <a:gd name="connsiteY7" fmla="*/ 286321 h 324421"/>
                      <a:gd name="connsiteX8" fmla="*/ 286322 w 324421"/>
                      <a:gd name="connsiteY8" fmla="*/ 162211 h 324421"/>
                      <a:gd name="connsiteX9" fmla="*/ 162211 w 324421"/>
                      <a:gd name="connsiteY9" fmla="*/ 38100 h 324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24421" h="324421">
                        <a:moveTo>
                          <a:pt x="162211" y="324421"/>
                        </a:moveTo>
                        <a:cubicBezTo>
                          <a:pt x="72771" y="324421"/>
                          <a:pt x="0" y="251650"/>
                          <a:pt x="0" y="162211"/>
                        </a:cubicBezTo>
                        <a:cubicBezTo>
                          <a:pt x="0" y="72771"/>
                          <a:pt x="72771" y="0"/>
                          <a:pt x="162211" y="0"/>
                        </a:cubicBezTo>
                        <a:cubicBezTo>
                          <a:pt x="251651" y="0"/>
                          <a:pt x="324422" y="72771"/>
                          <a:pt x="324422" y="162211"/>
                        </a:cubicBezTo>
                        <a:cubicBezTo>
                          <a:pt x="324422" y="251650"/>
                          <a:pt x="251651" y="324421"/>
                          <a:pt x="162211" y="324421"/>
                        </a:cubicBezTo>
                        <a:close/>
                        <a:moveTo>
                          <a:pt x="162211" y="38100"/>
                        </a:moveTo>
                        <a:cubicBezTo>
                          <a:pt x="93821" y="38100"/>
                          <a:pt x="38100" y="93821"/>
                          <a:pt x="38100" y="162211"/>
                        </a:cubicBezTo>
                        <a:cubicBezTo>
                          <a:pt x="38100" y="230696"/>
                          <a:pt x="93821" y="286321"/>
                          <a:pt x="162211" y="286321"/>
                        </a:cubicBezTo>
                        <a:cubicBezTo>
                          <a:pt x="230600" y="286321"/>
                          <a:pt x="286322" y="230600"/>
                          <a:pt x="286322" y="162211"/>
                        </a:cubicBezTo>
                        <a:cubicBezTo>
                          <a:pt x="286322" y="93726"/>
                          <a:pt x="230696" y="38100"/>
                          <a:pt x="162211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36" name="Freeform: Shape 835">
                    <a:extLst>
                      <a:ext uri="{FF2B5EF4-FFF2-40B4-BE49-F238E27FC236}">
                        <a16:creationId xmlns:a16="http://schemas.microsoft.com/office/drawing/2014/main" id="{96381F3E-498A-4299-96C1-C5838D8273C3}"/>
                      </a:ext>
                    </a:extLst>
                  </p:cNvPr>
                  <p:cNvSpPr/>
                  <p:nvPr/>
                </p:nvSpPr>
                <p:spPr>
                  <a:xfrm>
                    <a:off x="5769006" y="3609689"/>
                    <a:ext cx="324421" cy="324421"/>
                  </a:xfrm>
                  <a:custGeom>
                    <a:avLst/>
                    <a:gdLst>
                      <a:gd name="connsiteX0" fmla="*/ 162211 w 324421"/>
                      <a:gd name="connsiteY0" fmla="*/ 324421 h 324421"/>
                      <a:gd name="connsiteX1" fmla="*/ 0 w 324421"/>
                      <a:gd name="connsiteY1" fmla="*/ 162211 h 324421"/>
                      <a:gd name="connsiteX2" fmla="*/ 162211 w 324421"/>
                      <a:gd name="connsiteY2" fmla="*/ 0 h 324421"/>
                      <a:gd name="connsiteX3" fmla="*/ 324422 w 324421"/>
                      <a:gd name="connsiteY3" fmla="*/ 162211 h 324421"/>
                      <a:gd name="connsiteX4" fmla="*/ 162211 w 324421"/>
                      <a:gd name="connsiteY4" fmla="*/ 324421 h 324421"/>
                      <a:gd name="connsiteX5" fmla="*/ 162211 w 324421"/>
                      <a:gd name="connsiteY5" fmla="*/ 38100 h 324421"/>
                      <a:gd name="connsiteX6" fmla="*/ 38100 w 324421"/>
                      <a:gd name="connsiteY6" fmla="*/ 162211 h 324421"/>
                      <a:gd name="connsiteX7" fmla="*/ 162211 w 324421"/>
                      <a:gd name="connsiteY7" fmla="*/ 286321 h 324421"/>
                      <a:gd name="connsiteX8" fmla="*/ 286322 w 324421"/>
                      <a:gd name="connsiteY8" fmla="*/ 162211 h 324421"/>
                      <a:gd name="connsiteX9" fmla="*/ 162211 w 324421"/>
                      <a:gd name="connsiteY9" fmla="*/ 38100 h 324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24421" h="324421">
                        <a:moveTo>
                          <a:pt x="162211" y="324421"/>
                        </a:moveTo>
                        <a:cubicBezTo>
                          <a:pt x="72771" y="324421"/>
                          <a:pt x="0" y="251650"/>
                          <a:pt x="0" y="162211"/>
                        </a:cubicBezTo>
                        <a:cubicBezTo>
                          <a:pt x="0" y="72771"/>
                          <a:pt x="72676" y="0"/>
                          <a:pt x="162211" y="0"/>
                        </a:cubicBezTo>
                        <a:cubicBezTo>
                          <a:pt x="251650" y="0"/>
                          <a:pt x="324422" y="72771"/>
                          <a:pt x="324422" y="162211"/>
                        </a:cubicBezTo>
                        <a:cubicBezTo>
                          <a:pt x="324422" y="251650"/>
                          <a:pt x="251650" y="324421"/>
                          <a:pt x="162211" y="324421"/>
                        </a:cubicBezTo>
                        <a:close/>
                        <a:moveTo>
                          <a:pt x="162211" y="38100"/>
                        </a:moveTo>
                        <a:cubicBezTo>
                          <a:pt x="93726" y="38100"/>
                          <a:pt x="38100" y="93821"/>
                          <a:pt x="38100" y="162211"/>
                        </a:cubicBezTo>
                        <a:cubicBezTo>
                          <a:pt x="38100" y="230696"/>
                          <a:pt x="93821" y="286321"/>
                          <a:pt x="162211" y="286321"/>
                        </a:cubicBezTo>
                        <a:cubicBezTo>
                          <a:pt x="230696" y="286321"/>
                          <a:pt x="286322" y="230600"/>
                          <a:pt x="286322" y="162211"/>
                        </a:cubicBezTo>
                        <a:cubicBezTo>
                          <a:pt x="286322" y="93726"/>
                          <a:pt x="230600" y="38100"/>
                          <a:pt x="162211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3C7E448D-AB7B-4210-B0A4-C47F800321A0}"/>
                </a:ext>
              </a:extLst>
            </p:cNvPr>
            <p:cNvGrpSpPr/>
            <p:nvPr/>
          </p:nvGrpSpPr>
          <p:grpSpPr>
            <a:xfrm>
              <a:off x="8697402" y="1852138"/>
              <a:ext cx="263476" cy="225927"/>
              <a:chOff x="9230360" y="2173322"/>
              <a:chExt cx="263476" cy="225927"/>
            </a:xfrm>
          </p:grpSpPr>
          <p:sp>
            <p:nvSpPr>
              <p:cNvPr id="307" name="Freeform 125">
                <a:extLst>
                  <a:ext uri="{FF2B5EF4-FFF2-40B4-BE49-F238E27FC236}">
                    <a16:creationId xmlns:a16="http://schemas.microsoft.com/office/drawing/2014/main" id="{F30DB3D1-22F6-4216-A012-EEB6057FB5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9818" y="2212780"/>
                <a:ext cx="183288" cy="186469"/>
              </a:xfrm>
              <a:custGeom>
                <a:avLst/>
                <a:gdLst>
                  <a:gd name="T0" fmla="*/ 288 w 288"/>
                  <a:gd name="T1" fmla="*/ 129 h 293"/>
                  <a:gd name="T2" fmla="*/ 145 w 288"/>
                  <a:gd name="T3" fmla="*/ 0 h 293"/>
                  <a:gd name="T4" fmla="*/ 145 w 288"/>
                  <a:gd name="T5" fmla="*/ 0 h 293"/>
                  <a:gd name="T6" fmla="*/ 145 w 288"/>
                  <a:gd name="T7" fmla="*/ 0 h 293"/>
                  <a:gd name="T8" fmla="*/ 145 w 288"/>
                  <a:gd name="T9" fmla="*/ 0 h 293"/>
                  <a:gd name="T10" fmla="*/ 0 w 288"/>
                  <a:gd name="T11" fmla="*/ 129 h 293"/>
                  <a:gd name="T12" fmla="*/ 0 w 288"/>
                  <a:gd name="T13" fmla="*/ 293 h 293"/>
                  <a:gd name="T14" fmla="*/ 107 w 288"/>
                  <a:gd name="T15" fmla="*/ 293 h 293"/>
                  <a:gd name="T16" fmla="*/ 107 w 288"/>
                  <a:gd name="T17" fmla="*/ 198 h 293"/>
                  <a:gd name="T18" fmla="*/ 180 w 288"/>
                  <a:gd name="T19" fmla="*/ 198 h 293"/>
                  <a:gd name="T20" fmla="*/ 180 w 288"/>
                  <a:gd name="T21" fmla="*/ 293 h 293"/>
                  <a:gd name="T22" fmla="*/ 288 w 288"/>
                  <a:gd name="T23" fmla="*/ 293 h 293"/>
                  <a:gd name="T24" fmla="*/ 288 w 288"/>
                  <a:gd name="T25" fmla="*/ 129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8" h="293">
                    <a:moveTo>
                      <a:pt x="288" y="129"/>
                    </a:move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0" y="129"/>
                    </a:lnTo>
                    <a:lnTo>
                      <a:pt x="0" y="293"/>
                    </a:lnTo>
                    <a:lnTo>
                      <a:pt x="107" y="293"/>
                    </a:lnTo>
                    <a:lnTo>
                      <a:pt x="107" y="198"/>
                    </a:lnTo>
                    <a:lnTo>
                      <a:pt x="180" y="198"/>
                    </a:lnTo>
                    <a:lnTo>
                      <a:pt x="180" y="293"/>
                    </a:lnTo>
                    <a:lnTo>
                      <a:pt x="288" y="293"/>
                    </a:lnTo>
                    <a:lnTo>
                      <a:pt x="288" y="129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08" name="Freeform 126">
                <a:extLst>
                  <a:ext uri="{FF2B5EF4-FFF2-40B4-BE49-F238E27FC236}">
                    <a16:creationId xmlns:a16="http://schemas.microsoft.com/office/drawing/2014/main" id="{965BC5E0-D323-4F1E-81FB-7830330A26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0360" y="2173322"/>
                <a:ext cx="263476" cy="114554"/>
              </a:xfrm>
              <a:custGeom>
                <a:avLst/>
                <a:gdLst>
                  <a:gd name="T0" fmla="*/ 414 w 414"/>
                  <a:gd name="T1" fmla="*/ 180 h 180"/>
                  <a:gd name="T2" fmla="*/ 207 w 414"/>
                  <a:gd name="T3" fmla="*/ 0 h 180"/>
                  <a:gd name="T4" fmla="*/ 109 w 414"/>
                  <a:gd name="T5" fmla="*/ 84 h 180"/>
                  <a:gd name="T6" fmla="*/ 109 w 414"/>
                  <a:gd name="T7" fmla="*/ 30 h 180"/>
                  <a:gd name="T8" fmla="*/ 64 w 414"/>
                  <a:gd name="T9" fmla="*/ 30 h 180"/>
                  <a:gd name="T10" fmla="*/ 64 w 414"/>
                  <a:gd name="T11" fmla="*/ 123 h 180"/>
                  <a:gd name="T12" fmla="*/ 0 w 414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4" h="180">
                    <a:moveTo>
                      <a:pt x="414" y="180"/>
                    </a:moveTo>
                    <a:lnTo>
                      <a:pt x="207" y="0"/>
                    </a:lnTo>
                    <a:lnTo>
                      <a:pt x="109" y="84"/>
                    </a:lnTo>
                    <a:lnTo>
                      <a:pt x="109" y="30"/>
                    </a:lnTo>
                    <a:lnTo>
                      <a:pt x="64" y="30"/>
                    </a:lnTo>
                    <a:lnTo>
                      <a:pt x="64" y="123"/>
                    </a:lnTo>
                    <a:lnTo>
                      <a:pt x="0" y="180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  <p:grpSp>
          <p:nvGrpSpPr>
            <p:cNvPr id="310" name="Group 309">
              <a:extLst>
                <a:ext uri="{FF2B5EF4-FFF2-40B4-BE49-F238E27FC236}">
                  <a16:creationId xmlns:a16="http://schemas.microsoft.com/office/drawing/2014/main" id="{2E51BB3E-BF3B-453D-85FA-5C08BF075A22}"/>
                </a:ext>
              </a:extLst>
            </p:cNvPr>
            <p:cNvGrpSpPr/>
            <p:nvPr/>
          </p:nvGrpSpPr>
          <p:grpSpPr>
            <a:xfrm>
              <a:off x="8203656" y="2409368"/>
              <a:ext cx="419847" cy="310571"/>
              <a:chOff x="8609927" y="1562831"/>
              <a:chExt cx="419847" cy="310571"/>
            </a:xfrm>
          </p:grpSpPr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DFA8D917-A673-4B3A-94EF-B722CF7BC9B4}"/>
                  </a:ext>
                </a:extLst>
              </p:cNvPr>
              <p:cNvSpPr/>
              <p:nvPr/>
            </p:nvSpPr>
            <p:spPr>
              <a:xfrm>
                <a:off x="8609927" y="1585836"/>
                <a:ext cx="149535" cy="149534"/>
              </a:xfrm>
              <a:custGeom>
                <a:avLst/>
                <a:gdLst>
                  <a:gd name="connsiteX0" fmla="*/ 247650 w 495300"/>
                  <a:gd name="connsiteY0" fmla="*/ 495300 h 495300"/>
                  <a:gd name="connsiteX1" fmla="*/ 0 w 495300"/>
                  <a:gd name="connsiteY1" fmla="*/ 247650 h 495300"/>
                  <a:gd name="connsiteX2" fmla="*/ 247650 w 495300"/>
                  <a:gd name="connsiteY2" fmla="*/ 0 h 495300"/>
                  <a:gd name="connsiteX3" fmla="*/ 495300 w 495300"/>
                  <a:gd name="connsiteY3" fmla="*/ 247650 h 495300"/>
                  <a:gd name="connsiteX4" fmla="*/ 247650 w 495300"/>
                  <a:gd name="connsiteY4" fmla="*/ 495300 h 495300"/>
                  <a:gd name="connsiteX5" fmla="*/ 247650 w 495300"/>
                  <a:gd name="connsiteY5" fmla="*/ 38100 h 495300"/>
                  <a:gd name="connsiteX6" fmla="*/ 38100 w 495300"/>
                  <a:gd name="connsiteY6" fmla="*/ 247650 h 495300"/>
                  <a:gd name="connsiteX7" fmla="*/ 247650 w 495300"/>
                  <a:gd name="connsiteY7" fmla="*/ 457200 h 495300"/>
                  <a:gd name="connsiteX8" fmla="*/ 457200 w 495300"/>
                  <a:gd name="connsiteY8" fmla="*/ 247650 h 495300"/>
                  <a:gd name="connsiteX9" fmla="*/ 247650 w 495300"/>
                  <a:gd name="connsiteY9" fmla="*/ 38100 h 495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5300" h="495300">
                    <a:moveTo>
                      <a:pt x="247650" y="495300"/>
                    </a:moveTo>
                    <a:cubicBezTo>
                      <a:pt x="111062" y="495300"/>
                      <a:pt x="0" y="384239"/>
                      <a:pt x="0" y="247650"/>
                    </a:cubicBezTo>
                    <a:cubicBezTo>
                      <a:pt x="0" y="111062"/>
                      <a:pt x="111062" y="0"/>
                      <a:pt x="247650" y="0"/>
                    </a:cubicBezTo>
                    <a:cubicBezTo>
                      <a:pt x="384239" y="0"/>
                      <a:pt x="495300" y="111062"/>
                      <a:pt x="495300" y="247650"/>
                    </a:cubicBezTo>
                    <a:cubicBezTo>
                      <a:pt x="495300" y="384239"/>
                      <a:pt x="384239" y="495300"/>
                      <a:pt x="247650" y="495300"/>
                    </a:cubicBezTo>
                    <a:close/>
                    <a:moveTo>
                      <a:pt x="247650" y="38100"/>
                    </a:moveTo>
                    <a:cubicBezTo>
                      <a:pt x="132112" y="38100"/>
                      <a:pt x="38100" y="132112"/>
                      <a:pt x="38100" y="247650"/>
                    </a:cubicBezTo>
                    <a:cubicBezTo>
                      <a:pt x="38100" y="363188"/>
                      <a:pt x="132112" y="457200"/>
                      <a:pt x="247650" y="457200"/>
                    </a:cubicBezTo>
                    <a:cubicBezTo>
                      <a:pt x="363188" y="457200"/>
                      <a:pt x="457200" y="363188"/>
                      <a:pt x="457200" y="247650"/>
                    </a:cubicBezTo>
                    <a:cubicBezTo>
                      <a:pt x="457200" y="132112"/>
                      <a:pt x="363188" y="38100"/>
                      <a:pt x="247650" y="381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7BC6806B-2E05-4500-9E41-EBA7D10CC4F1}"/>
                  </a:ext>
                </a:extLst>
              </p:cNvPr>
              <p:cNvSpPr/>
              <p:nvPr/>
            </p:nvSpPr>
            <p:spPr>
              <a:xfrm>
                <a:off x="8678943" y="1700863"/>
                <a:ext cx="11503" cy="172539"/>
              </a:xfrm>
              <a:custGeom>
                <a:avLst/>
                <a:gdLst>
                  <a:gd name="connsiteX0" fmla="*/ 19050 w 38100"/>
                  <a:gd name="connsiteY0" fmla="*/ 571500 h 571500"/>
                  <a:gd name="connsiteX1" fmla="*/ 0 w 38100"/>
                  <a:gd name="connsiteY1" fmla="*/ 552450 h 571500"/>
                  <a:gd name="connsiteX2" fmla="*/ 0 w 38100"/>
                  <a:gd name="connsiteY2" fmla="*/ 19050 h 571500"/>
                  <a:gd name="connsiteX3" fmla="*/ 19050 w 38100"/>
                  <a:gd name="connsiteY3" fmla="*/ 0 h 571500"/>
                  <a:gd name="connsiteX4" fmla="*/ 38100 w 38100"/>
                  <a:gd name="connsiteY4" fmla="*/ 19050 h 571500"/>
                  <a:gd name="connsiteX5" fmla="*/ 38100 w 38100"/>
                  <a:gd name="connsiteY5" fmla="*/ 552450 h 571500"/>
                  <a:gd name="connsiteX6" fmla="*/ 19050 w 38100"/>
                  <a:gd name="connsiteY6" fmla="*/ 571500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100" h="571500">
                    <a:moveTo>
                      <a:pt x="19050" y="571500"/>
                    </a:moveTo>
                    <a:cubicBezTo>
                      <a:pt x="8477" y="571500"/>
                      <a:pt x="0" y="563023"/>
                      <a:pt x="0" y="552450"/>
                    </a:cubicBezTo>
                    <a:lnTo>
                      <a:pt x="0" y="19050"/>
                    </a:lnTo>
                    <a:cubicBezTo>
                      <a:pt x="0" y="8477"/>
                      <a:pt x="8477" y="0"/>
                      <a:pt x="19050" y="0"/>
                    </a:cubicBezTo>
                    <a:cubicBezTo>
                      <a:pt x="29623" y="0"/>
                      <a:pt x="38100" y="8477"/>
                      <a:pt x="38100" y="19050"/>
                    </a:cubicBezTo>
                    <a:lnTo>
                      <a:pt x="38100" y="552450"/>
                    </a:lnTo>
                    <a:cubicBezTo>
                      <a:pt x="38100" y="563023"/>
                      <a:pt x="29623" y="571500"/>
                      <a:pt x="19050" y="5715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A955940B-A71B-4D95-9FFC-E002B6E4F6DF}"/>
                  </a:ext>
                </a:extLst>
              </p:cNvPr>
              <p:cNvSpPr/>
              <p:nvPr/>
            </p:nvSpPr>
            <p:spPr>
              <a:xfrm>
                <a:off x="8655952" y="1677843"/>
                <a:ext cx="57513" cy="34522"/>
              </a:xfrm>
              <a:custGeom>
                <a:avLst/>
                <a:gdLst>
                  <a:gd name="connsiteX0" fmla="*/ 95202 w 190499"/>
                  <a:gd name="connsiteY0" fmla="*/ 114348 h 114347"/>
                  <a:gd name="connsiteX1" fmla="*/ 81772 w 190499"/>
                  <a:gd name="connsiteY1" fmla="*/ 108728 h 114347"/>
                  <a:gd name="connsiteX2" fmla="*/ 5572 w 190499"/>
                  <a:gd name="connsiteY2" fmla="*/ 32528 h 114347"/>
                  <a:gd name="connsiteX3" fmla="*/ 5572 w 190499"/>
                  <a:gd name="connsiteY3" fmla="*/ 5572 h 114347"/>
                  <a:gd name="connsiteX4" fmla="*/ 32528 w 190499"/>
                  <a:gd name="connsiteY4" fmla="*/ 5572 h 114347"/>
                  <a:gd name="connsiteX5" fmla="*/ 95202 w 190499"/>
                  <a:gd name="connsiteY5" fmla="*/ 68342 h 114347"/>
                  <a:gd name="connsiteX6" fmla="*/ 157972 w 190499"/>
                  <a:gd name="connsiteY6" fmla="*/ 5572 h 114347"/>
                  <a:gd name="connsiteX7" fmla="*/ 184928 w 190499"/>
                  <a:gd name="connsiteY7" fmla="*/ 5572 h 114347"/>
                  <a:gd name="connsiteX8" fmla="*/ 184928 w 190499"/>
                  <a:gd name="connsiteY8" fmla="*/ 32528 h 114347"/>
                  <a:gd name="connsiteX9" fmla="*/ 108728 w 190499"/>
                  <a:gd name="connsiteY9" fmla="*/ 108728 h 114347"/>
                  <a:gd name="connsiteX10" fmla="*/ 95202 w 190499"/>
                  <a:gd name="connsiteY10" fmla="*/ 114348 h 114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0499" h="114347">
                    <a:moveTo>
                      <a:pt x="95202" y="114348"/>
                    </a:moveTo>
                    <a:cubicBezTo>
                      <a:pt x="90345" y="114348"/>
                      <a:pt x="85487" y="112443"/>
                      <a:pt x="81772" y="108728"/>
                    </a:cubicBezTo>
                    <a:lnTo>
                      <a:pt x="5572" y="32528"/>
                    </a:lnTo>
                    <a:cubicBezTo>
                      <a:pt x="-1857" y="25098"/>
                      <a:pt x="-1857" y="13002"/>
                      <a:pt x="5572" y="5572"/>
                    </a:cubicBezTo>
                    <a:cubicBezTo>
                      <a:pt x="13002" y="-1857"/>
                      <a:pt x="25098" y="-1857"/>
                      <a:pt x="32528" y="5572"/>
                    </a:cubicBezTo>
                    <a:lnTo>
                      <a:pt x="95202" y="68342"/>
                    </a:lnTo>
                    <a:lnTo>
                      <a:pt x="157972" y="5572"/>
                    </a:lnTo>
                    <a:cubicBezTo>
                      <a:pt x="165402" y="-1857"/>
                      <a:pt x="177498" y="-1857"/>
                      <a:pt x="184928" y="5572"/>
                    </a:cubicBezTo>
                    <a:cubicBezTo>
                      <a:pt x="192357" y="13002"/>
                      <a:pt x="192357" y="25098"/>
                      <a:pt x="184928" y="32528"/>
                    </a:cubicBezTo>
                    <a:lnTo>
                      <a:pt x="108728" y="108728"/>
                    </a:lnTo>
                    <a:cubicBezTo>
                      <a:pt x="104918" y="112443"/>
                      <a:pt x="100060" y="114348"/>
                      <a:pt x="95202" y="114348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7F90A253-5CE3-43BF-8AD6-C0630B80F0E2}"/>
                  </a:ext>
                </a:extLst>
              </p:cNvPr>
              <p:cNvSpPr/>
              <p:nvPr/>
            </p:nvSpPr>
            <p:spPr>
              <a:xfrm>
                <a:off x="8661689" y="1861899"/>
                <a:ext cx="368085" cy="11503"/>
              </a:xfrm>
              <a:custGeom>
                <a:avLst/>
                <a:gdLst>
                  <a:gd name="connsiteX0" fmla="*/ 0 w 1219200"/>
                  <a:gd name="connsiteY0" fmla="*/ 0 h 38100"/>
                  <a:gd name="connsiteX1" fmla="*/ 1219200 w 1219200"/>
                  <a:gd name="connsiteY1" fmla="*/ 0 h 38100"/>
                  <a:gd name="connsiteX2" fmla="*/ 1219200 w 1219200"/>
                  <a:gd name="connsiteY2" fmla="*/ 38100 h 38100"/>
                  <a:gd name="connsiteX3" fmla="*/ 0 w 121920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9200" h="38100">
                    <a:moveTo>
                      <a:pt x="0" y="0"/>
                    </a:moveTo>
                    <a:lnTo>
                      <a:pt x="1219200" y="0"/>
                    </a:lnTo>
                    <a:lnTo>
                      <a:pt x="12192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AAD82506-ABBB-49C2-8262-30EB749573B1}"/>
                  </a:ext>
                </a:extLst>
              </p:cNvPr>
              <p:cNvSpPr/>
              <p:nvPr/>
            </p:nvSpPr>
            <p:spPr>
              <a:xfrm>
                <a:off x="8817003" y="1562831"/>
                <a:ext cx="57485" cy="34508"/>
              </a:xfrm>
              <a:custGeom>
                <a:avLst/>
                <a:gdLst>
                  <a:gd name="connsiteX0" fmla="*/ 95156 w 190405"/>
                  <a:gd name="connsiteY0" fmla="*/ 114300 h 114300"/>
                  <a:gd name="connsiteX1" fmla="*/ 76106 w 190405"/>
                  <a:gd name="connsiteY1" fmla="*/ 95536 h 114300"/>
                  <a:gd name="connsiteX2" fmla="*/ 76106 w 190405"/>
                  <a:gd name="connsiteY2" fmla="*/ 95536 h 114300"/>
                  <a:gd name="connsiteX3" fmla="*/ 76106 w 190405"/>
                  <a:gd name="connsiteY3" fmla="*/ 95536 h 114300"/>
                  <a:gd name="connsiteX4" fmla="*/ 76106 w 190405"/>
                  <a:gd name="connsiteY4" fmla="*/ 95536 h 114300"/>
                  <a:gd name="connsiteX5" fmla="*/ 76106 w 190405"/>
                  <a:gd name="connsiteY5" fmla="*/ 95441 h 114300"/>
                  <a:gd name="connsiteX6" fmla="*/ 76106 w 190405"/>
                  <a:gd name="connsiteY6" fmla="*/ 95345 h 114300"/>
                  <a:gd name="connsiteX7" fmla="*/ 76106 w 190405"/>
                  <a:gd name="connsiteY7" fmla="*/ 95345 h 114300"/>
                  <a:gd name="connsiteX8" fmla="*/ 76106 w 190405"/>
                  <a:gd name="connsiteY8" fmla="*/ 95250 h 114300"/>
                  <a:gd name="connsiteX9" fmla="*/ 18860 w 190405"/>
                  <a:gd name="connsiteY9" fmla="*/ 38100 h 114300"/>
                  <a:gd name="connsiteX10" fmla="*/ 1 w 190405"/>
                  <a:gd name="connsiteY10" fmla="*/ 18955 h 114300"/>
                  <a:gd name="connsiteX11" fmla="*/ 18956 w 190405"/>
                  <a:gd name="connsiteY11" fmla="*/ 0 h 114300"/>
                  <a:gd name="connsiteX12" fmla="*/ 95441 w 190405"/>
                  <a:gd name="connsiteY12" fmla="*/ 35243 h 114300"/>
                  <a:gd name="connsiteX13" fmla="*/ 171356 w 190405"/>
                  <a:gd name="connsiteY13" fmla="*/ 0 h 114300"/>
                  <a:gd name="connsiteX14" fmla="*/ 190406 w 190405"/>
                  <a:gd name="connsiteY14" fmla="*/ 19050 h 114300"/>
                  <a:gd name="connsiteX15" fmla="*/ 171356 w 190405"/>
                  <a:gd name="connsiteY15" fmla="*/ 38100 h 114300"/>
                  <a:gd name="connsiteX16" fmla="*/ 114206 w 190405"/>
                  <a:gd name="connsiteY16" fmla="*/ 95345 h 114300"/>
                  <a:gd name="connsiteX17" fmla="*/ 95156 w 190405"/>
                  <a:gd name="connsiteY17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0405" h="114300">
                    <a:moveTo>
                      <a:pt x="95156" y="114300"/>
                    </a:moveTo>
                    <a:cubicBezTo>
                      <a:pt x="84678" y="114300"/>
                      <a:pt x="76296" y="105918"/>
                      <a:pt x="76106" y="95536"/>
                    </a:cubicBezTo>
                    <a:cubicBezTo>
                      <a:pt x="76106" y="95536"/>
                      <a:pt x="76106" y="95536"/>
                      <a:pt x="76106" y="95536"/>
                    </a:cubicBezTo>
                    <a:lnTo>
                      <a:pt x="76106" y="95536"/>
                    </a:lnTo>
                    <a:lnTo>
                      <a:pt x="76106" y="95536"/>
                    </a:lnTo>
                    <a:cubicBezTo>
                      <a:pt x="76106" y="95536"/>
                      <a:pt x="76106" y="95441"/>
                      <a:pt x="76106" y="95441"/>
                    </a:cubicBezTo>
                    <a:cubicBezTo>
                      <a:pt x="76106" y="95441"/>
                      <a:pt x="76106" y="95441"/>
                      <a:pt x="76106" y="95345"/>
                    </a:cubicBezTo>
                    <a:lnTo>
                      <a:pt x="76106" y="95345"/>
                    </a:lnTo>
                    <a:cubicBezTo>
                      <a:pt x="76106" y="95345"/>
                      <a:pt x="76106" y="95345"/>
                      <a:pt x="76106" y="95250"/>
                    </a:cubicBezTo>
                    <a:cubicBezTo>
                      <a:pt x="76106" y="41434"/>
                      <a:pt x="28385" y="38195"/>
                      <a:pt x="18860" y="38100"/>
                    </a:cubicBezTo>
                    <a:cubicBezTo>
                      <a:pt x="8383" y="38005"/>
                      <a:pt x="-94" y="29432"/>
                      <a:pt x="1" y="18955"/>
                    </a:cubicBezTo>
                    <a:cubicBezTo>
                      <a:pt x="1" y="8477"/>
                      <a:pt x="8478" y="0"/>
                      <a:pt x="18956" y="0"/>
                    </a:cubicBezTo>
                    <a:cubicBezTo>
                      <a:pt x="40482" y="0"/>
                      <a:pt x="74391" y="8477"/>
                      <a:pt x="95441" y="35243"/>
                    </a:cubicBezTo>
                    <a:cubicBezTo>
                      <a:pt x="109824" y="15621"/>
                      <a:pt x="133637" y="0"/>
                      <a:pt x="171356" y="0"/>
                    </a:cubicBezTo>
                    <a:cubicBezTo>
                      <a:pt x="181928" y="0"/>
                      <a:pt x="190406" y="8573"/>
                      <a:pt x="190406" y="19050"/>
                    </a:cubicBezTo>
                    <a:cubicBezTo>
                      <a:pt x="190406" y="29528"/>
                      <a:pt x="181928" y="38100"/>
                      <a:pt x="171356" y="38100"/>
                    </a:cubicBezTo>
                    <a:cubicBezTo>
                      <a:pt x="117635" y="38100"/>
                      <a:pt x="114301" y="85725"/>
                      <a:pt x="114206" y="95345"/>
                    </a:cubicBezTo>
                    <a:cubicBezTo>
                      <a:pt x="114110" y="105823"/>
                      <a:pt x="105633" y="114300"/>
                      <a:pt x="95156" y="114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3F8400E2-CE61-47E0-A5D5-67C9D50CED49}"/>
                  </a:ext>
                </a:extLst>
              </p:cNvPr>
              <p:cNvSpPr/>
              <p:nvPr/>
            </p:nvSpPr>
            <p:spPr>
              <a:xfrm>
                <a:off x="8863014" y="1585836"/>
                <a:ext cx="57485" cy="34508"/>
              </a:xfrm>
              <a:custGeom>
                <a:avLst/>
                <a:gdLst>
                  <a:gd name="connsiteX0" fmla="*/ 95156 w 190405"/>
                  <a:gd name="connsiteY0" fmla="*/ 114300 h 114300"/>
                  <a:gd name="connsiteX1" fmla="*/ 76106 w 190405"/>
                  <a:gd name="connsiteY1" fmla="*/ 95536 h 114300"/>
                  <a:gd name="connsiteX2" fmla="*/ 76106 w 190405"/>
                  <a:gd name="connsiteY2" fmla="*/ 95536 h 114300"/>
                  <a:gd name="connsiteX3" fmla="*/ 76106 w 190405"/>
                  <a:gd name="connsiteY3" fmla="*/ 95536 h 114300"/>
                  <a:gd name="connsiteX4" fmla="*/ 76106 w 190405"/>
                  <a:gd name="connsiteY4" fmla="*/ 95536 h 114300"/>
                  <a:gd name="connsiteX5" fmla="*/ 76106 w 190405"/>
                  <a:gd name="connsiteY5" fmla="*/ 95441 h 114300"/>
                  <a:gd name="connsiteX6" fmla="*/ 76106 w 190405"/>
                  <a:gd name="connsiteY6" fmla="*/ 95345 h 114300"/>
                  <a:gd name="connsiteX7" fmla="*/ 76106 w 190405"/>
                  <a:gd name="connsiteY7" fmla="*/ 95345 h 114300"/>
                  <a:gd name="connsiteX8" fmla="*/ 76106 w 190405"/>
                  <a:gd name="connsiteY8" fmla="*/ 95250 h 114300"/>
                  <a:gd name="connsiteX9" fmla="*/ 18860 w 190405"/>
                  <a:gd name="connsiteY9" fmla="*/ 38100 h 114300"/>
                  <a:gd name="connsiteX10" fmla="*/ 1 w 190405"/>
                  <a:gd name="connsiteY10" fmla="*/ 18955 h 114300"/>
                  <a:gd name="connsiteX11" fmla="*/ 18956 w 190405"/>
                  <a:gd name="connsiteY11" fmla="*/ 0 h 114300"/>
                  <a:gd name="connsiteX12" fmla="*/ 95441 w 190405"/>
                  <a:gd name="connsiteY12" fmla="*/ 35243 h 114300"/>
                  <a:gd name="connsiteX13" fmla="*/ 171356 w 190405"/>
                  <a:gd name="connsiteY13" fmla="*/ 0 h 114300"/>
                  <a:gd name="connsiteX14" fmla="*/ 190406 w 190405"/>
                  <a:gd name="connsiteY14" fmla="*/ 19050 h 114300"/>
                  <a:gd name="connsiteX15" fmla="*/ 171356 w 190405"/>
                  <a:gd name="connsiteY15" fmla="*/ 38100 h 114300"/>
                  <a:gd name="connsiteX16" fmla="*/ 114206 w 190405"/>
                  <a:gd name="connsiteY16" fmla="*/ 95345 h 114300"/>
                  <a:gd name="connsiteX17" fmla="*/ 95156 w 190405"/>
                  <a:gd name="connsiteY17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0405" h="114300">
                    <a:moveTo>
                      <a:pt x="95156" y="114300"/>
                    </a:moveTo>
                    <a:cubicBezTo>
                      <a:pt x="84678" y="114300"/>
                      <a:pt x="76296" y="105918"/>
                      <a:pt x="76106" y="95536"/>
                    </a:cubicBezTo>
                    <a:cubicBezTo>
                      <a:pt x="76106" y="95536"/>
                      <a:pt x="76106" y="95536"/>
                      <a:pt x="76106" y="95536"/>
                    </a:cubicBezTo>
                    <a:lnTo>
                      <a:pt x="76106" y="95536"/>
                    </a:lnTo>
                    <a:lnTo>
                      <a:pt x="76106" y="95536"/>
                    </a:lnTo>
                    <a:cubicBezTo>
                      <a:pt x="76106" y="95536"/>
                      <a:pt x="76106" y="95441"/>
                      <a:pt x="76106" y="95441"/>
                    </a:cubicBezTo>
                    <a:cubicBezTo>
                      <a:pt x="76106" y="95441"/>
                      <a:pt x="76106" y="95441"/>
                      <a:pt x="76106" y="95345"/>
                    </a:cubicBezTo>
                    <a:lnTo>
                      <a:pt x="76106" y="95345"/>
                    </a:lnTo>
                    <a:cubicBezTo>
                      <a:pt x="76106" y="95345"/>
                      <a:pt x="76106" y="95345"/>
                      <a:pt x="76106" y="95250"/>
                    </a:cubicBezTo>
                    <a:cubicBezTo>
                      <a:pt x="76106" y="41434"/>
                      <a:pt x="28385" y="38195"/>
                      <a:pt x="18860" y="38100"/>
                    </a:cubicBezTo>
                    <a:cubicBezTo>
                      <a:pt x="8383" y="38005"/>
                      <a:pt x="-94" y="29432"/>
                      <a:pt x="1" y="18955"/>
                    </a:cubicBezTo>
                    <a:cubicBezTo>
                      <a:pt x="1" y="8477"/>
                      <a:pt x="8478" y="0"/>
                      <a:pt x="18956" y="0"/>
                    </a:cubicBezTo>
                    <a:cubicBezTo>
                      <a:pt x="40482" y="0"/>
                      <a:pt x="74391" y="8477"/>
                      <a:pt x="95441" y="35243"/>
                    </a:cubicBezTo>
                    <a:cubicBezTo>
                      <a:pt x="109824" y="15621"/>
                      <a:pt x="133637" y="0"/>
                      <a:pt x="171356" y="0"/>
                    </a:cubicBezTo>
                    <a:cubicBezTo>
                      <a:pt x="181928" y="0"/>
                      <a:pt x="190406" y="8572"/>
                      <a:pt x="190406" y="19050"/>
                    </a:cubicBezTo>
                    <a:cubicBezTo>
                      <a:pt x="190406" y="29528"/>
                      <a:pt x="181928" y="38100"/>
                      <a:pt x="171356" y="38100"/>
                    </a:cubicBezTo>
                    <a:cubicBezTo>
                      <a:pt x="117635" y="38100"/>
                      <a:pt x="114301" y="85725"/>
                      <a:pt x="114206" y="95345"/>
                    </a:cubicBezTo>
                    <a:cubicBezTo>
                      <a:pt x="114110" y="105823"/>
                      <a:pt x="105633" y="114300"/>
                      <a:pt x="95156" y="114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C9125C93-022E-44AF-A5D4-9133AEF54533}"/>
                  </a:ext>
                </a:extLst>
              </p:cNvPr>
              <p:cNvSpPr/>
              <p:nvPr/>
            </p:nvSpPr>
            <p:spPr>
              <a:xfrm>
                <a:off x="8793998" y="1608842"/>
                <a:ext cx="57485" cy="34508"/>
              </a:xfrm>
              <a:custGeom>
                <a:avLst/>
                <a:gdLst>
                  <a:gd name="connsiteX0" fmla="*/ 95156 w 190405"/>
                  <a:gd name="connsiteY0" fmla="*/ 114300 h 114300"/>
                  <a:gd name="connsiteX1" fmla="*/ 76106 w 190405"/>
                  <a:gd name="connsiteY1" fmla="*/ 95536 h 114300"/>
                  <a:gd name="connsiteX2" fmla="*/ 76106 w 190405"/>
                  <a:gd name="connsiteY2" fmla="*/ 95536 h 114300"/>
                  <a:gd name="connsiteX3" fmla="*/ 76106 w 190405"/>
                  <a:gd name="connsiteY3" fmla="*/ 95536 h 114300"/>
                  <a:gd name="connsiteX4" fmla="*/ 76106 w 190405"/>
                  <a:gd name="connsiteY4" fmla="*/ 95536 h 114300"/>
                  <a:gd name="connsiteX5" fmla="*/ 76106 w 190405"/>
                  <a:gd name="connsiteY5" fmla="*/ 95441 h 114300"/>
                  <a:gd name="connsiteX6" fmla="*/ 76106 w 190405"/>
                  <a:gd name="connsiteY6" fmla="*/ 95345 h 114300"/>
                  <a:gd name="connsiteX7" fmla="*/ 76106 w 190405"/>
                  <a:gd name="connsiteY7" fmla="*/ 95345 h 114300"/>
                  <a:gd name="connsiteX8" fmla="*/ 76106 w 190405"/>
                  <a:gd name="connsiteY8" fmla="*/ 95250 h 114300"/>
                  <a:gd name="connsiteX9" fmla="*/ 18860 w 190405"/>
                  <a:gd name="connsiteY9" fmla="*/ 38100 h 114300"/>
                  <a:gd name="connsiteX10" fmla="*/ 1 w 190405"/>
                  <a:gd name="connsiteY10" fmla="*/ 18955 h 114300"/>
                  <a:gd name="connsiteX11" fmla="*/ 18956 w 190405"/>
                  <a:gd name="connsiteY11" fmla="*/ 0 h 114300"/>
                  <a:gd name="connsiteX12" fmla="*/ 95441 w 190405"/>
                  <a:gd name="connsiteY12" fmla="*/ 35243 h 114300"/>
                  <a:gd name="connsiteX13" fmla="*/ 171356 w 190405"/>
                  <a:gd name="connsiteY13" fmla="*/ 0 h 114300"/>
                  <a:gd name="connsiteX14" fmla="*/ 190406 w 190405"/>
                  <a:gd name="connsiteY14" fmla="*/ 19050 h 114300"/>
                  <a:gd name="connsiteX15" fmla="*/ 171356 w 190405"/>
                  <a:gd name="connsiteY15" fmla="*/ 38100 h 114300"/>
                  <a:gd name="connsiteX16" fmla="*/ 114206 w 190405"/>
                  <a:gd name="connsiteY16" fmla="*/ 95345 h 114300"/>
                  <a:gd name="connsiteX17" fmla="*/ 95156 w 190405"/>
                  <a:gd name="connsiteY17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0405" h="114300">
                    <a:moveTo>
                      <a:pt x="95156" y="114300"/>
                    </a:moveTo>
                    <a:cubicBezTo>
                      <a:pt x="84678" y="114300"/>
                      <a:pt x="76296" y="105918"/>
                      <a:pt x="76106" y="95536"/>
                    </a:cubicBezTo>
                    <a:cubicBezTo>
                      <a:pt x="76106" y="95536"/>
                      <a:pt x="76106" y="95536"/>
                      <a:pt x="76106" y="95536"/>
                    </a:cubicBezTo>
                    <a:lnTo>
                      <a:pt x="76106" y="95536"/>
                    </a:lnTo>
                    <a:lnTo>
                      <a:pt x="76106" y="95536"/>
                    </a:lnTo>
                    <a:cubicBezTo>
                      <a:pt x="76106" y="95536"/>
                      <a:pt x="76106" y="95441"/>
                      <a:pt x="76106" y="95441"/>
                    </a:cubicBezTo>
                    <a:cubicBezTo>
                      <a:pt x="76106" y="95441"/>
                      <a:pt x="76106" y="95441"/>
                      <a:pt x="76106" y="95345"/>
                    </a:cubicBezTo>
                    <a:lnTo>
                      <a:pt x="76106" y="95345"/>
                    </a:lnTo>
                    <a:cubicBezTo>
                      <a:pt x="76106" y="95345"/>
                      <a:pt x="76106" y="95345"/>
                      <a:pt x="76106" y="95250"/>
                    </a:cubicBezTo>
                    <a:cubicBezTo>
                      <a:pt x="76106" y="41434"/>
                      <a:pt x="28385" y="38195"/>
                      <a:pt x="18860" y="38100"/>
                    </a:cubicBezTo>
                    <a:cubicBezTo>
                      <a:pt x="8383" y="38005"/>
                      <a:pt x="-94" y="29432"/>
                      <a:pt x="1" y="18955"/>
                    </a:cubicBezTo>
                    <a:cubicBezTo>
                      <a:pt x="1" y="8477"/>
                      <a:pt x="8478" y="0"/>
                      <a:pt x="18956" y="0"/>
                    </a:cubicBezTo>
                    <a:cubicBezTo>
                      <a:pt x="40482" y="0"/>
                      <a:pt x="74391" y="8477"/>
                      <a:pt x="95441" y="35243"/>
                    </a:cubicBezTo>
                    <a:cubicBezTo>
                      <a:pt x="109824" y="15621"/>
                      <a:pt x="133637" y="0"/>
                      <a:pt x="171356" y="0"/>
                    </a:cubicBezTo>
                    <a:cubicBezTo>
                      <a:pt x="181928" y="0"/>
                      <a:pt x="190406" y="8572"/>
                      <a:pt x="190406" y="19050"/>
                    </a:cubicBezTo>
                    <a:cubicBezTo>
                      <a:pt x="190406" y="29528"/>
                      <a:pt x="181928" y="38100"/>
                      <a:pt x="171356" y="38100"/>
                    </a:cubicBezTo>
                    <a:cubicBezTo>
                      <a:pt x="117635" y="38100"/>
                      <a:pt x="114301" y="85725"/>
                      <a:pt x="114206" y="95345"/>
                    </a:cubicBezTo>
                    <a:cubicBezTo>
                      <a:pt x="114110" y="105823"/>
                      <a:pt x="105633" y="114300"/>
                      <a:pt x="95156" y="114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grpSp>
            <p:nvGrpSpPr>
              <p:cNvPr id="329" name="Graphic 112">
                <a:extLst>
                  <a:ext uri="{FF2B5EF4-FFF2-40B4-BE49-F238E27FC236}">
                    <a16:creationId xmlns:a16="http://schemas.microsoft.com/office/drawing/2014/main" id="{25AA592B-C501-46D0-A52B-E3E72DDE21A8}"/>
                  </a:ext>
                </a:extLst>
              </p:cNvPr>
              <p:cNvGrpSpPr/>
              <p:nvPr/>
            </p:nvGrpSpPr>
            <p:grpSpPr>
              <a:xfrm>
                <a:off x="8721129" y="1723948"/>
                <a:ext cx="249205" cy="146665"/>
                <a:chOff x="5769006" y="3448315"/>
                <a:chExt cx="825436" cy="485795"/>
              </a:xfrm>
              <a:solidFill>
                <a:schemeClr val="accent3"/>
              </a:solidFill>
            </p:grpSpPr>
            <p:sp>
              <p:nvSpPr>
                <p:cNvPr id="330" name="Freeform: Shape 329">
                  <a:extLst>
                    <a:ext uri="{FF2B5EF4-FFF2-40B4-BE49-F238E27FC236}">
                      <a16:creationId xmlns:a16="http://schemas.microsoft.com/office/drawing/2014/main" id="{20A7A09D-232B-4F8A-AD44-517D32CE8458}"/>
                    </a:ext>
                  </a:extLst>
                </p:cNvPr>
                <p:cNvSpPr/>
                <p:nvPr/>
              </p:nvSpPr>
              <p:spPr>
                <a:xfrm>
                  <a:off x="5932836" y="3448335"/>
                  <a:ext cx="133540" cy="38100"/>
                </a:xfrm>
                <a:custGeom>
                  <a:avLst/>
                  <a:gdLst>
                    <a:gd name="connsiteX0" fmla="*/ 114491 w 133540"/>
                    <a:gd name="connsiteY0" fmla="*/ 38100 h 38100"/>
                    <a:gd name="connsiteX1" fmla="*/ 19050 w 133540"/>
                    <a:gd name="connsiteY1" fmla="*/ 38100 h 38100"/>
                    <a:gd name="connsiteX2" fmla="*/ 0 w 133540"/>
                    <a:gd name="connsiteY2" fmla="*/ 19050 h 38100"/>
                    <a:gd name="connsiteX3" fmla="*/ 19050 w 133540"/>
                    <a:gd name="connsiteY3" fmla="*/ 0 h 38100"/>
                    <a:gd name="connsiteX4" fmla="*/ 114491 w 133540"/>
                    <a:gd name="connsiteY4" fmla="*/ 0 h 38100"/>
                    <a:gd name="connsiteX5" fmla="*/ 133541 w 133540"/>
                    <a:gd name="connsiteY5" fmla="*/ 19050 h 38100"/>
                    <a:gd name="connsiteX6" fmla="*/ 114491 w 133540"/>
                    <a:gd name="connsiteY6" fmla="*/ 38100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3540" h="38100">
                      <a:moveTo>
                        <a:pt x="114491" y="38100"/>
                      </a:moveTo>
                      <a:lnTo>
                        <a:pt x="19050" y="38100"/>
                      </a:lnTo>
                      <a:cubicBezTo>
                        <a:pt x="8477" y="38100"/>
                        <a:pt x="0" y="29623"/>
                        <a:pt x="0" y="19050"/>
                      </a:cubicBezTo>
                      <a:cubicBezTo>
                        <a:pt x="0" y="8477"/>
                        <a:pt x="8477" y="0"/>
                        <a:pt x="19050" y="0"/>
                      </a:cubicBezTo>
                      <a:lnTo>
                        <a:pt x="114491" y="0"/>
                      </a:lnTo>
                      <a:cubicBezTo>
                        <a:pt x="125063" y="0"/>
                        <a:pt x="133541" y="8477"/>
                        <a:pt x="133541" y="19050"/>
                      </a:cubicBezTo>
                      <a:cubicBezTo>
                        <a:pt x="133541" y="29528"/>
                        <a:pt x="125063" y="38100"/>
                        <a:pt x="114491" y="381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grpSp>
              <p:nvGrpSpPr>
                <p:cNvPr id="331" name="Graphic 112">
                  <a:extLst>
                    <a:ext uri="{FF2B5EF4-FFF2-40B4-BE49-F238E27FC236}">
                      <a16:creationId xmlns:a16="http://schemas.microsoft.com/office/drawing/2014/main" id="{7601110A-AC1A-44F3-90CE-783B4E981097}"/>
                    </a:ext>
                  </a:extLst>
                </p:cNvPr>
                <p:cNvGrpSpPr/>
                <p:nvPr/>
              </p:nvGrpSpPr>
              <p:grpSpPr>
                <a:xfrm>
                  <a:off x="5769006" y="3448315"/>
                  <a:ext cx="825436" cy="485795"/>
                  <a:chOff x="5769006" y="3448315"/>
                  <a:chExt cx="825436" cy="485795"/>
                </a:xfrm>
                <a:grpFill/>
              </p:grpSpPr>
              <p:sp>
                <p:nvSpPr>
                  <p:cNvPr id="332" name="Freeform: Shape 331">
                    <a:extLst>
                      <a:ext uri="{FF2B5EF4-FFF2-40B4-BE49-F238E27FC236}">
                        <a16:creationId xmlns:a16="http://schemas.microsoft.com/office/drawing/2014/main" id="{A5FB4A4B-5719-47CA-9CDC-5E5707261519}"/>
                      </a:ext>
                    </a:extLst>
                  </p:cNvPr>
                  <p:cNvSpPr/>
                  <p:nvPr/>
                </p:nvSpPr>
                <p:spPr>
                  <a:xfrm>
                    <a:off x="5912148" y="3538061"/>
                    <a:ext cx="431762" cy="252888"/>
                  </a:xfrm>
                  <a:custGeom>
                    <a:avLst/>
                    <a:gdLst>
                      <a:gd name="connsiteX0" fmla="*/ 269576 w 431762"/>
                      <a:gd name="connsiteY0" fmla="*/ 252889 h 252888"/>
                      <a:gd name="connsiteX1" fmla="*/ 19069 w 431762"/>
                      <a:gd name="connsiteY1" fmla="*/ 252889 h 252888"/>
                      <a:gd name="connsiteX2" fmla="*/ 2876 w 431762"/>
                      <a:gd name="connsiteY2" fmla="*/ 243840 h 252888"/>
                      <a:gd name="connsiteX3" fmla="*/ 2019 w 431762"/>
                      <a:gd name="connsiteY3" fmla="*/ 225266 h 252888"/>
                      <a:gd name="connsiteX4" fmla="*/ 109366 w 431762"/>
                      <a:gd name="connsiteY4" fmla="*/ 10573 h 252888"/>
                      <a:gd name="connsiteX5" fmla="*/ 126416 w 431762"/>
                      <a:gd name="connsiteY5" fmla="*/ 0 h 252888"/>
                      <a:gd name="connsiteX6" fmla="*/ 412737 w 431762"/>
                      <a:gd name="connsiteY6" fmla="*/ 0 h 252888"/>
                      <a:gd name="connsiteX7" fmla="*/ 429501 w 431762"/>
                      <a:gd name="connsiteY7" fmla="*/ 10097 h 252888"/>
                      <a:gd name="connsiteX8" fmla="*/ 428549 w 431762"/>
                      <a:gd name="connsiteY8" fmla="*/ 29623 h 252888"/>
                      <a:gd name="connsiteX9" fmla="*/ 285388 w 431762"/>
                      <a:gd name="connsiteY9" fmla="*/ 244412 h 252888"/>
                      <a:gd name="connsiteX10" fmla="*/ 269576 w 431762"/>
                      <a:gd name="connsiteY10" fmla="*/ 252889 h 252888"/>
                      <a:gd name="connsiteX11" fmla="*/ 49835 w 431762"/>
                      <a:gd name="connsiteY11" fmla="*/ 214789 h 252888"/>
                      <a:gd name="connsiteX12" fmla="*/ 259385 w 431762"/>
                      <a:gd name="connsiteY12" fmla="*/ 214789 h 252888"/>
                      <a:gd name="connsiteX13" fmla="*/ 377114 w 431762"/>
                      <a:gd name="connsiteY13" fmla="*/ 38195 h 252888"/>
                      <a:gd name="connsiteX14" fmla="*/ 138227 w 431762"/>
                      <a:gd name="connsiteY14" fmla="*/ 38195 h 252888"/>
                      <a:gd name="connsiteX15" fmla="*/ 49835 w 431762"/>
                      <a:gd name="connsiteY15" fmla="*/ 214789 h 2528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431762" h="252888">
                        <a:moveTo>
                          <a:pt x="269576" y="252889"/>
                        </a:moveTo>
                        <a:lnTo>
                          <a:pt x="19069" y="252889"/>
                        </a:lnTo>
                        <a:cubicBezTo>
                          <a:pt x="12497" y="252889"/>
                          <a:pt x="6305" y="249460"/>
                          <a:pt x="2876" y="243840"/>
                        </a:cubicBezTo>
                        <a:cubicBezTo>
                          <a:pt x="-648" y="238220"/>
                          <a:pt x="-934" y="231172"/>
                          <a:pt x="2019" y="225266"/>
                        </a:cubicBezTo>
                        <a:lnTo>
                          <a:pt x="109366" y="10573"/>
                        </a:lnTo>
                        <a:cubicBezTo>
                          <a:pt x="112604" y="4096"/>
                          <a:pt x="119177" y="0"/>
                          <a:pt x="126416" y="0"/>
                        </a:cubicBezTo>
                        <a:lnTo>
                          <a:pt x="412737" y="0"/>
                        </a:lnTo>
                        <a:cubicBezTo>
                          <a:pt x="419786" y="0"/>
                          <a:pt x="426263" y="3905"/>
                          <a:pt x="429501" y="10097"/>
                        </a:cubicBezTo>
                        <a:cubicBezTo>
                          <a:pt x="432835" y="16288"/>
                          <a:pt x="432454" y="23813"/>
                          <a:pt x="428549" y="29623"/>
                        </a:cubicBezTo>
                        <a:lnTo>
                          <a:pt x="285388" y="244412"/>
                        </a:lnTo>
                        <a:cubicBezTo>
                          <a:pt x="281864" y="249746"/>
                          <a:pt x="275958" y="252889"/>
                          <a:pt x="269576" y="252889"/>
                        </a:cubicBezTo>
                        <a:close/>
                        <a:moveTo>
                          <a:pt x="49835" y="214789"/>
                        </a:moveTo>
                        <a:lnTo>
                          <a:pt x="259385" y="214789"/>
                        </a:lnTo>
                        <a:lnTo>
                          <a:pt x="377114" y="38195"/>
                        </a:lnTo>
                        <a:lnTo>
                          <a:pt x="138227" y="38195"/>
                        </a:lnTo>
                        <a:lnTo>
                          <a:pt x="49835" y="214789"/>
                        </a:ln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333" name="Freeform: Shape 332">
                    <a:extLst>
                      <a:ext uri="{FF2B5EF4-FFF2-40B4-BE49-F238E27FC236}">
                        <a16:creationId xmlns:a16="http://schemas.microsoft.com/office/drawing/2014/main" id="{710C1EDC-D62B-45E1-BB78-99E059FB2442}"/>
                      </a:ext>
                    </a:extLst>
                  </p:cNvPr>
                  <p:cNvSpPr/>
                  <p:nvPr/>
                </p:nvSpPr>
                <p:spPr>
                  <a:xfrm>
                    <a:off x="5968630" y="3448315"/>
                    <a:ext cx="232070" cy="342634"/>
                  </a:xfrm>
                  <a:custGeom>
                    <a:avLst/>
                    <a:gdLst>
                      <a:gd name="connsiteX0" fmla="*/ 213095 w 232070"/>
                      <a:gd name="connsiteY0" fmla="*/ 342635 h 342634"/>
                      <a:gd name="connsiteX1" fmla="*/ 196998 w 232070"/>
                      <a:gd name="connsiteY1" fmla="*/ 333777 h 342634"/>
                      <a:gd name="connsiteX2" fmla="*/ 2973 w 232070"/>
                      <a:gd name="connsiteY2" fmla="*/ 29262 h 342634"/>
                      <a:gd name="connsiteX3" fmla="*/ 8784 w 232070"/>
                      <a:gd name="connsiteY3" fmla="*/ 2973 h 342634"/>
                      <a:gd name="connsiteX4" fmla="*/ 35073 w 232070"/>
                      <a:gd name="connsiteY4" fmla="*/ 8784 h 342634"/>
                      <a:gd name="connsiteX5" fmla="*/ 229097 w 232070"/>
                      <a:gd name="connsiteY5" fmla="*/ 313298 h 342634"/>
                      <a:gd name="connsiteX6" fmla="*/ 223287 w 232070"/>
                      <a:gd name="connsiteY6" fmla="*/ 339587 h 342634"/>
                      <a:gd name="connsiteX7" fmla="*/ 213095 w 232070"/>
                      <a:gd name="connsiteY7" fmla="*/ 342635 h 3426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32070" h="342634">
                        <a:moveTo>
                          <a:pt x="213095" y="342635"/>
                        </a:moveTo>
                        <a:cubicBezTo>
                          <a:pt x="206808" y="342635"/>
                          <a:pt x="200617" y="339492"/>
                          <a:pt x="196998" y="333777"/>
                        </a:cubicBezTo>
                        <a:lnTo>
                          <a:pt x="2973" y="29262"/>
                        </a:lnTo>
                        <a:cubicBezTo>
                          <a:pt x="-2646" y="20404"/>
                          <a:pt x="-75" y="8593"/>
                          <a:pt x="8784" y="2973"/>
                        </a:cubicBezTo>
                        <a:cubicBezTo>
                          <a:pt x="17642" y="-2646"/>
                          <a:pt x="29453" y="-75"/>
                          <a:pt x="35073" y="8784"/>
                        </a:cubicBezTo>
                        <a:lnTo>
                          <a:pt x="229097" y="313298"/>
                        </a:lnTo>
                        <a:cubicBezTo>
                          <a:pt x="234717" y="322156"/>
                          <a:pt x="232145" y="333967"/>
                          <a:pt x="223287" y="339587"/>
                        </a:cubicBezTo>
                        <a:cubicBezTo>
                          <a:pt x="220143" y="341682"/>
                          <a:pt x="216619" y="342635"/>
                          <a:pt x="213095" y="342635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334" name="Freeform: Shape 333">
                    <a:extLst>
                      <a:ext uri="{FF2B5EF4-FFF2-40B4-BE49-F238E27FC236}">
                        <a16:creationId xmlns:a16="http://schemas.microsoft.com/office/drawing/2014/main" id="{AD5DFBBF-385C-4C88-B121-1DF6110C7C8E}"/>
                      </a:ext>
                    </a:extLst>
                  </p:cNvPr>
                  <p:cNvSpPr/>
                  <p:nvPr/>
                </p:nvSpPr>
                <p:spPr>
                  <a:xfrm>
                    <a:off x="6198489" y="3466528"/>
                    <a:ext cx="252882" cy="324421"/>
                  </a:xfrm>
                  <a:custGeom>
                    <a:avLst/>
                    <a:gdLst>
                      <a:gd name="connsiteX0" fmla="*/ 233744 w 252882"/>
                      <a:gd name="connsiteY0" fmla="*/ 324422 h 324421"/>
                      <a:gd name="connsiteX1" fmla="*/ 216694 w 252882"/>
                      <a:gd name="connsiteY1" fmla="*/ 313849 h 324421"/>
                      <a:gd name="connsiteX2" fmla="*/ 78867 w 252882"/>
                      <a:gd name="connsiteY2" fmla="*/ 38100 h 324421"/>
                      <a:gd name="connsiteX3" fmla="*/ 19050 w 252882"/>
                      <a:gd name="connsiteY3" fmla="*/ 38100 h 324421"/>
                      <a:gd name="connsiteX4" fmla="*/ 0 w 252882"/>
                      <a:gd name="connsiteY4" fmla="*/ 19050 h 324421"/>
                      <a:gd name="connsiteX5" fmla="*/ 19050 w 252882"/>
                      <a:gd name="connsiteY5" fmla="*/ 0 h 324421"/>
                      <a:gd name="connsiteX6" fmla="*/ 90678 w 252882"/>
                      <a:gd name="connsiteY6" fmla="*/ 0 h 324421"/>
                      <a:gd name="connsiteX7" fmla="*/ 107728 w 252882"/>
                      <a:gd name="connsiteY7" fmla="*/ 10573 h 324421"/>
                      <a:gd name="connsiteX8" fmla="*/ 250888 w 252882"/>
                      <a:gd name="connsiteY8" fmla="*/ 296894 h 324421"/>
                      <a:gd name="connsiteX9" fmla="*/ 242411 w 252882"/>
                      <a:gd name="connsiteY9" fmla="*/ 322421 h 324421"/>
                      <a:gd name="connsiteX10" fmla="*/ 233744 w 252882"/>
                      <a:gd name="connsiteY10" fmla="*/ 324422 h 324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52882" h="324421">
                        <a:moveTo>
                          <a:pt x="233744" y="324422"/>
                        </a:moveTo>
                        <a:cubicBezTo>
                          <a:pt x="226790" y="324422"/>
                          <a:pt x="220027" y="320612"/>
                          <a:pt x="216694" y="313849"/>
                        </a:cubicBezTo>
                        <a:lnTo>
                          <a:pt x="78867" y="38100"/>
                        </a:lnTo>
                        <a:lnTo>
                          <a:pt x="19050" y="38100"/>
                        </a:lnTo>
                        <a:cubicBezTo>
                          <a:pt x="8477" y="38100"/>
                          <a:pt x="0" y="29623"/>
                          <a:pt x="0" y="19050"/>
                        </a:cubicBezTo>
                        <a:cubicBezTo>
                          <a:pt x="0" y="8477"/>
                          <a:pt x="8477" y="0"/>
                          <a:pt x="19050" y="0"/>
                        </a:cubicBezTo>
                        <a:lnTo>
                          <a:pt x="90678" y="0"/>
                        </a:lnTo>
                        <a:cubicBezTo>
                          <a:pt x="97917" y="0"/>
                          <a:pt x="104489" y="4096"/>
                          <a:pt x="107728" y="10573"/>
                        </a:cubicBezTo>
                        <a:lnTo>
                          <a:pt x="250888" y="296894"/>
                        </a:lnTo>
                        <a:cubicBezTo>
                          <a:pt x="255556" y="306324"/>
                          <a:pt x="251746" y="317754"/>
                          <a:pt x="242411" y="322421"/>
                        </a:cubicBezTo>
                        <a:cubicBezTo>
                          <a:pt x="239554" y="323755"/>
                          <a:pt x="236696" y="324422"/>
                          <a:pt x="233744" y="324422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335" name="Freeform: Shape 334">
                    <a:extLst>
                      <a:ext uri="{FF2B5EF4-FFF2-40B4-BE49-F238E27FC236}">
                        <a16:creationId xmlns:a16="http://schemas.microsoft.com/office/drawing/2014/main" id="{0366EC70-0FD7-4F01-878B-03D6CDFB436E}"/>
                      </a:ext>
                    </a:extLst>
                  </p:cNvPr>
                  <p:cNvSpPr/>
                  <p:nvPr/>
                </p:nvSpPr>
                <p:spPr>
                  <a:xfrm>
                    <a:off x="6377368" y="3717035"/>
                    <a:ext cx="109727" cy="109728"/>
                  </a:xfrm>
                  <a:custGeom>
                    <a:avLst/>
                    <a:gdLst>
                      <a:gd name="connsiteX0" fmla="*/ 54864 w 109727"/>
                      <a:gd name="connsiteY0" fmla="*/ 109728 h 109728"/>
                      <a:gd name="connsiteX1" fmla="*/ 0 w 109727"/>
                      <a:gd name="connsiteY1" fmla="*/ 54864 h 109728"/>
                      <a:gd name="connsiteX2" fmla="*/ 54864 w 109727"/>
                      <a:gd name="connsiteY2" fmla="*/ 0 h 109728"/>
                      <a:gd name="connsiteX3" fmla="*/ 109728 w 109727"/>
                      <a:gd name="connsiteY3" fmla="*/ 54864 h 109728"/>
                      <a:gd name="connsiteX4" fmla="*/ 54864 w 109727"/>
                      <a:gd name="connsiteY4" fmla="*/ 109728 h 109728"/>
                      <a:gd name="connsiteX5" fmla="*/ 54864 w 109727"/>
                      <a:gd name="connsiteY5" fmla="*/ 38100 h 109728"/>
                      <a:gd name="connsiteX6" fmla="*/ 38100 w 109727"/>
                      <a:gd name="connsiteY6" fmla="*/ 54864 h 109728"/>
                      <a:gd name="connsiteX7" fmla="*/ 54864 w 109727"/>
                      <a:gd name="connsiteY7" fmla="*/ 71628 h 109728"/>
                      <a:gd name="connsiteX8" fmla="*/ 71628 w 109727"/>
                      <a:gd name="connsiteY8" fmla="*/ 54864 h 109728"/>
                      <a:gd name="connsiteX9" fmla="*/ 54864 w 109727"/>
                      <a:gd name="connsiteY9" fmla="*/ 38100 h 1097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9727" h="109728">
                        <a:moveTo>
                          <a:pt x="54864" y="109728"/>
                        </a:moveTo>
                        <a:cubicBezTo>
                          <a:pt x="24670" y="109728"/>
                          <a:pt x="0" y="85154"/>
                          <a:pt x="0" y="54864"/>
                        </a:cubicBezTo>
                        <a:cubicBezTo>
                          <a:pt x="0" y="24575"/>
                          <a:pt x="24575" y="0"/>
                          <a:pt x="54864" y="0"/>
                        </a:cubicBezTo>
                        <a:cubicBezTo>
                          <a:pt x="85154" y="0"/>
                          <a:pt x="109728" y="24575"/>
                          <a:pt x="109728" y="54864"/>
                        </a:cubicBezTo>
                        <a:cubicBezTo>
                          <a:pt x="109728" y="85154"/>
                          <a:pt x="85154" y="109728"/>
                          <a:pt x="54864" y="109728"/>
                        </a:cubicBezTo>
                        <a:close/>
                        <a:moveTo>
                          <a:pt x="54864" y="38100"/>
                        </a:moveTo>
                        <a:cubicBezTo>
                          <a:pt x="45625" y="38100"/>
                          <a:pt x="38100" y="45625"/>
                          <a:pt x="38100" y="54864"/>
                        </a:cubicBezTo>
                        <a:cubicBezTo>
                          <a:pt x="38100" y="64103"/>
                          <a:pt x="45625" y="71628"/>
                          <a:pt x="54864" y="71628"/>
                        </a:cubicBezTo>
                        <a:cubicBezTo>
                          <a:pt x="64103" y="71628"/>
                          <a:pt x="71628" y="64103"/>
                          <a:pt x="71628" y="54864"/>
                        </a:cubicBezTo>
                        <a:cubicBezTo>
                          <a:pt x="71628" y="45625"/>
                          <a:pt x="64103" y="38100"/>
                          <a:pt x="54864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336" name="Freeform: Shape 335">
                    <a:extLst>
                      <a:ext uri="{FF2B5EF4-FFF2-40B4-BE49-F238E27FC236}">
                        <a16:creationId xmlns:a16="http://schemas.microsoft.com/office/drawing/2014/main" id="{49030E81-5778-456E-B5A0-75442D0D3832}"/>
                      </a:ext>
                    </a:extLst>
                  </p:cNvPr>
                  <p:cNvSpPr/>
                  <p:nvPr/>
                </p:nvSpPr>
                <p:spPr>
                  <a:xfrm>
                    <a:off x="5876353" y="3717035"/>
                    <a:ext cx="109728" cy="109728"/>
                  </a:xfrm>
                  <a:custGeom>
                    <a:avLst/>
                    <a:gdLst>
                      <a:gd name="connsiteX0" fmla="*/ 54864 w 109728"/>
                      <a:gd name="connsiteY0" fmla="*/ 109728 h 109728"/>
                      <a:gd name="connsiteX1" fmla="*/ 0 w 109728"/>
                      <a:gd name="connsiteY1" fmla="*/ 54864 h 109728"/>
                      <a:gd name="connsiteX2" fmla="*/ 54864 w 109728"/>
                      <a:gd name="connsiteY2" fmla="*/ 0 h 109728"/>
                      <a:gd name="connsiteX3" fmla="*/ 109728 w 109728"/>
                      <a:gd name="connsiteY3" fmla="*/ 54864 h 109728"/>
                      <a:gd name="connsiteX4" fmla="*/ 54864 w 109728"/>
                      <a:gd name="connsiteY4" fmla="*/ 109728 h 109728"/>
                      <a:gd name="connsiteX5" fmla="*/ 54864 w 109728"/>
                      <a:gd name="connsiteY5" fmla="*/ 38100 h 109728"/>
                      <a:gd name="connsiteX6" fmla="*/ 38100 w 109728"/>
                      <a:gd name="connsiteY6" fmla="*/ 54864 h 109728"/>
                      <a:gd name="connsiteX7" fmla="*/ 54864 w 109728"/>
                      <a:gd name="connsiteY7" fmla="*/ 71628 h 109728"/>
                      <a:gd name="connsiteX8" fmla="*/ 71628 w 109728"/>
                      <a:gd name="connsiteY8" fmla="*/ 54864 h 109728"/>
                      <a:gd name="connsiteX9" fmla="*/ 54864 w 109728"/>
                      <a:gd name="connsiteY9" fmla="*/ 38100 h 1097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9728" h="109728">
                        <a:moveTo>
                          <a:pt x="54864" y="109728"/>
                        </a:moveTo>
                        <a:cubicBezTo>
                          <a:pt x="24575" y="109728"/>
                          <a:pt x="0" y="85154"/>
                          <a:pt x="0" y="54864"/>
                        </a:cubicBezTo>
                        <a:cubicBezTo>
                          <a:pt x="0" y="24575"/>
                          <a:pt x="24575" y="0"/>
                          <a:pt x="54864" y="0"/>
                        </a:cubicBezTo>
                        <a:cubicBezTo>
                          <a:pt x="85154" y="0"/>
                          <a:pt x="109728" y="24575"/>
                          <a:pt x="109728" y="54864"/>
                        </a:cubicBezTo>
                        <a:cubicBezTo>
                          <a:pt x="109728" y="85154"/>
                          <a:pt x="85058" y="109728"/>
                          <a:pt x="54864" y="109728"/>
                        </a:cubicBezTo>
                        <a:close/>
                        <a:moveTo>
                          <a:pt x="54864" y="38100"/>
                        </a:moveTo>
                        <a:cubicBezTo>
                          <a:pt x="45625" y="38100"/>
                          <a:pt x="38100" y="45625"/>
                          <a:pt x="38100" y="54864"/>
                        </a:cubicBezTo>
                        <a:cubicBezTo>
                          <a:pt x="38100" y="64103"/>
                          <a:pt x="45625" y="71628"/>
                          <a:pt x="54864" y="71628"/>
                        </a:cubicBezTo>
                        <a:cubicBezTo>
                          <a:pt x="64103" y="71628"/>
                          <a:pt x="71628" y="64103"/>
                          <a:pt x="71628" y="54864"/>
                        </a:cubicBezTo>
                        <a:cubicBezTo>
                          <a:pt x="71533" y="45625"/>
                          <a:pt x="64008" y="38100"/>
                          <a:pt x="54864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337" name="Freeform: Shape 336">
                    <a:extLst>
                      <a:ext uri="{FF2B5EF4-FFF2-40B4-BE49-F238E27FC236}">
                        <a16:creationId xmlns:a16="http://schemas.microsoft.com/office/drawing/2014/main" id="{80C9ADE0-ED36-42B0-A051-BBA1E86F5C96}"/>
                      </a:ext>
                    </a:extLst>
                  </p:cNvPr>
                  <p:cNvSpPr/>
                  <p:nvPr/>
                </p:nvSpPr>
                <p:spPr>
                  <a:xfrm>
                    <a:off x="6270021" y="3609689"/>
                    <a:ext cx="324421" cy="324421"/>
                  </a:xfrm>
                  <a:custGeom>
                    <a:avLst/>
                    <a:gdLst>
                      <a:gd name="connsiteX0" fmla="*/ 162211 w 324421"/>
                      <a:gd name="connsiteY0" fmla="*/ 324421 h 324421"/>
                      <a:gd name="connsiteX1" fmla="*/ 0 w 324421"/>
                      <a:gd name="connsiteY1" fmla="*/ 162211 h 324421"/>
                      <a:gd name="connsiteX2" fmla="*/ 162211 w 324421"/>
                      <a:gd name="connsiteY2" fmla="*/ 0 h 324421"/>
                      <a:gd name="connsiteX3" fmla="*/ 324422 w 324421"/>
                      <a:gd name="connsiteY3" fmla="*/ 162211 h 324421"/>
                      <a:gd name="connsiteX4" fmla="*/ 162211 w 324421"/>
                      <a:gd name="connsiteY4" fmla="*/ 324421 h 324421"/>
                      <a:gd name="connsiteX5" fmla="*/ 162211 w 324421"/>
                      <a:gd name="connsiteY5" fmla="*/ 38100 h 324421"/>
                      <a:gd name="connsiteX6" fmla="*/ 38100 w 324421"/>
                      <a:gd name="connsiteY6" fmla="*/ 162211 h 324421"/>
                      <a:gd name="connsiteX7" fmla="*/ 162211 w 324421"/>
                      <a:gd name="connsiteY7" fmla="*/ 286321 h 324421"/>
                      <a:gd name="connsiteX8" fmla="*/ 286322 w 324421"/>
                      <a:gd name="connsiteY8" fmla="*/ 162211 h 324421"/>
                      <a:gd name="connsiteX9" fmla="*/ 162211 w 324421"/>
                      <a:gd name="connsiteY9" fmla="*/ 38100 h 324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24421" h="324421">
                        <a:moveTo>
                          <a:pt x="162211" y="324421"/>
                        </a:moveTo>
                        <a:cubicBezTo>
                          <a:pt x="72771" y="324421"/>
                          <a:pt x="0" y="251650"/>
                          <a:pt x="0" y="162211"/>
                        </a:cubicBezTo>
                        <a:cubicBezTo>
                          <a:pt x="0" y="72771"/>
                          <a:pt x="72771" y="0"/>
                          <a:pt x="162211" y="0"/>
                        </a:cubicBezTo>
                        <a:cubicBezTo>
                          <a:pt x="251651" y="0"/>
                          <a:pt x="324422" y="72771"/>
                          <a:pt x="324422" y="162211"/>
                        </a:cubicBezTo>
                        <a:cubicBezTo>
                          <a:pt x="324422" y="251650"/>
                          <a:pt x="251651" y="324421"/>
                          <a:pt x="162211" y="324421"/>
                        </a:cubicBezTo>
                        <a:close/>
                        <a:moveTo>
                          <a:pt x="162211" y="38100"/>
                        </a:moveTo>
                        <a:cubicBezTo>
                          <a:pt x="93821" y="38100"/>
                          <a:pt x="38100" y="93821"/>
                          <a:pt x="38100" y="162211"/>
                        </a:cubicBezTo>
                        <a:cubicBezTo>
                          <a:pt x="38100" y="230696"/>
                          <a:pt x="93821" y="286321"/>
                          <a:pt x="162211" y="286321"/>
                        </a:cubicBezTo>
                        <a:cubicBezTo>
                          <a:pt x="230600" y="286321"/>
                          <a:pt x="286322" y="230600"/>
                          <a:pt x="286322" y="162211"/>
                        </a:cubicBezTo>
                        <a:cubicBezTo>
                          <a:pt x="286322" y="93726"/>
                          <a:pt x="230696" y="38100"/>
                          <a:pt x="162211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338" name="Freeform: Shape 337">
                    <a:extLst>
                      <a:ext uri="{FF2B5EF4-FFF2-40B4-BE49-F238E27FC236}">
                        <a16:creationId xmlns:a16="http://schemas.microsoft.com/office/drawing/2014/main" id="{6497DE08-C105-4B83-B2A2-A33B190D1EA2}"/>
                      </a:ext>
                    </a:extLst>
                  </p:cNvPr>
                  <p:cNvSpPr/>
                  <p:nvPr/>
                </p:nvSpPr>
                <p:spPr>
                  <a:xfrm>
                    <a:off x="5769006" y="3609689"/>
                    <a:ext cx="324421" cy="324421"/>
                  </a:xfrm>
                  <a:custGeom>
                    <a:avLst/>
                    <a:gdLst>
                      <a:gd name="connsiteX0" fmla="*/ 162211 w 324421"/>
                      <a:gd name="connsiteY0" fmla="*/ 324421 h 324421"/>
                      <a:gd name="connsiteX1" fmla="*/ 0 w 324421"/>
                      <a:gd name="connsiteY1" fmla="*/ 162211 h 324421"/>
                      <a:gd name="connsiteX2" fmla="*/ 162211 w 324421"/>
                      <a:gd name="connsiteY2" fmla="*/ 0 h 324421"/>
                      <a:gd name="connsiteX3" fmla="*/ 324422 w 324421"/>
                      <a:gd name="connsiteY3" fmla="*/ 162211 h 324421"/>
                      <a:gd name="connsiteX4" fmla="*/ 162211 w 324421"/>
                      <a:gd name="connsiteY4" fmla="*/ 324421 h 324421"/>
                      <a:gd name="connsiteX5" fmla="*/ 162211 w 324421"/>
                      <a:gd name="connsiteY5" fmla="*/ 38100 h 324421"/>
                      <a:gd name="connsiteX6" fmla="*/ 38100 w 324421"/>
                      <a:gd name="connsiteY6" fmla="*/ 162211 h 324421"/>
                      <a:gd name="connsiteX7" fmla="*/ 162211 w 324421"/>
                      <a:gd name="connsiteY7" fmla="*/ 286321 h 324421"/>
                      <a:gd name="connsiteX8" fmla="*/ 286322 w 324421"/>
                      <a:gd name="connsiteY8" fmla="*/ 162211 h 324421"/>
                      <a:gd name="connsiteX9" fmla="*/ 162211 w 324421"/>
                      <a:gd name="connsiteY9" fmla="*/ 38100 h 324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24421" h="324421">
                        <a:moveTo>
                          <a:pt x="162211" y="324421"/>
                        </a:moveTo>
                        <a:cubicBezTo>
                          <a:pt x="72771" y="324421"/>
                          <a:pt x="0" y="251650"/>
                          <a:pt x="0" y="162211"/>
                        </a:cubicBezTo>
                        <a:cubicBezTo>
                          <a:pt x="0" y="72771"/>
                          <a:pt x="72676" y="0"/>
                          <a:pt x="162211" y="0"/>
                        </a:cubicBezTo>
                        <a:cubicBezTo>
                          <a:pt x="251650" y="0"/>
                          <a:pt x="324422" y="72771"/>
                          <a:pt x="324422" y="162211"/>
                        </a:cubicBezTo>
                        <a:cubicBezTo>
                          <a:pt x="324422" y="251650"/>
                          <a:pt x="251650" y="324421"/>
                          <a:pt x="162211" y="324421"/>
                        </a:cubicBezTo>
                        <a:close/>
                        <a:moveTo>
                          <a:pt x="162211" y="38100"/>
                        </a:moveTo>
                        <a:cubicBezTo>
                          <a:pt x="93726" y="38100"/>
                          <a:pt x="38100" y="93821"/>
                          <a:pt x="38100" y="162211"/>
                        </a:cubicBezTo>
                        <a:cubicBezTo>
                          <a:pt x="38100" y="230696"/>
                          <a:pt x="93821" y="286321"/>
                          <a:pt x="162211" y="286321"/>
                        </a:cubicBezTo>
                        <a:cubicBezTo>
                          <a:pt x="230696" y="286321"/>
                          <a:pt x="286322" y="230600"/>
                          <a:pt x="286322" y="162211"/>
                        </a:cubicBezTo>
                        <a:cubicBezTo>
                          <a:pt x="286322" y="93726"/>
                          <a:pt x="230600" y="38100"/>
                          <a:pt x="162211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</p:grpSp>
          </p:grpSp>
        </p:grpSp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884622EA-EBCD-4D22-A451-4FAF82E0A3F3}"/>
                </a:ext>
              </a:extLst>
            </p:cNvPr>
            <p:cNvGrpSpPr/>
            <p:nvPr/>
          </p:nvGrpSpPr>
          <p:grpSpPr>
            <a:xfrm>
              <a:off x="8697402" y="2482509"/>
              <a:ext cx="263476" cy="225927"/>
              <a:chOff x="9230360" y="2173322"/>
              <a:chExt cx="263476" cy="225927"/>
            </a:xfrm>
          </p:grpSpPr>
          <p:sp>
            <p:nvSpPr>
              <p:cNvPr id="320" name="Freeform 125">
                <a:extLst>
                  <a:ext uri="{FF2B5EF4-FFF2-40B4-BE49-F238E27FC236}">
                    <a16:creationId xmlns:a16="http://schemas.microsoft.com/office/drawing/2014/main" id="{345B03B8-0BAD-4632-B5A7-C05573CA49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9818" y="2212780"/>
                <a:ext cx="183288" cy="186469"/>
              </a:xfrm>
              <a:custGeom>
                <a:avLst/>
                <a:gdLst>
                  <a:gd name="T0" fmla="*/ 288 w 288"/>
                  <a:gd name="T1" fmla="*/ 129 h 293"/>
                  <a:gd name="T2" fmla="*/ 145 w 288"/>
                  <a:gd name="T3" fmla="*/ 0 h 293"/>
                  <a:gd name="T4" fmla="*/ 145 w 288"/>
                  <a:gd name="T5" fmla="*/ 0 h 293"/>
                  <a:gd name="T6" fmla="*/ 145 w 288"/>
                  <a:gd name="T7" fmla="*/ 0 h 293"/>
                  <a:gd name="T8" fmla="*/ 145 w 288"/>
                  <a:gd name="T9" fmla="*/ 0 h 293"/>
                  <a:gd name="T10" fmla="*/ 0 w 288"/>
                  <a:gd name="T11" fmla="*/ 129 h 293"/>
                  <a:gd name="T12" fmla="*/ 0 w 288"/>
                  <a:gd name="T13" fmla="*/ 293 h 293"/>
                  <a:gd name="T14" fmla="*/ 107 w 288"/>
                  <a:gd name="T15" fmla="*/ 293 h 293"/>
                  <a:gd name="T16" fmla="*/ 107 w 288"/>
                  <a:gd name="T17" fmla="*/ 198 h 293"/>
                  <a:gd name="T18" fmla="*/ 180 w 288"/>
                  <a:gd name="T19" fmla="*/ 198 h 293"/>
                  <a:gd name="T20" fmla="*/ 180 w 288"/>
                  <a:gd name="T21" fmla="*/ 293 h 293"/>
                  <a:gd name="T22" fmla="*/ 288 w 288"/>
                  <a:gd name="T23" fmla="*/ 293 h 293"/>
                  <a:gd name="T24" fmla="*/ 288 w 288"/>
                  <a:gd name="T25" fmla="*/ 129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8" h="293">
                    <a:moveTo>
                      <a:pt x="288" y="129"/>
                    </a:move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0" y="129"/>
                    </a:lnTo>
                    <a:lnTo>
                      <a:pt x="0" y="293"/>
                    </a:lnTo>
                    <a:lnTo>
                      <a:pt x="107" y="293"/>
                    </a:lnTo>
                    <a:lnTo>
                      <a:pt x="107" y="198"/>
                    </a:lnTo>
                    <a:lnTo>
                      <a:pt x="180" y="198"/>
                    </a:lnTo>
                    <a:lnTo>
                      <a:pt x="180" y="293"/>
                    </a:lnTo>
                    <a:lnTo>
                      <a:pt x="288" y="293"/>
                    </a:lnTo>
                    <a:lnTo>
                      <a:pt x="288" y="129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321" name="Freeform 126">
                <a:extLst>
                  <a:ext uri="{FF2B5EF4-FFF2-40B4-BE49-F238E27FC236}">
                    <a16:creationId xmlns:a16="http://schemas.microsoft.com/office/drawing/2014/main" id="{3F6677D7-6C32-4979-BD34-241B22B489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0360" y="2173322"/>
                <a:ext cx="263476" cy="114554"/>
              </a:xfrm>
              <a:custGeom>
                <a:avLst/>
                <a:gdLst>
                  <a:gd name="T0" fmla="*/ 414 w 414"/>
                  <a:gd name="T1" fmla="*/ 180 h 180"/>
                  <a:gd name="T2" fmla="*/ 207 w 414"/>
                  <a:gd name="T3" fmla="*/ 0 h 180"/>
                  <a:gd name="T4" fmla="*/ 109 w 414"/>
                  <a:gd name="T5" fmla="*/ 84 h 180"/>
                  <a:gd name="T6" fmla="*/ 109 w 414"/>
                  <a:gd name="T7" fmla="*/ 30 h 180"/>
                  <a:gd name="T8" fmla="*/ 64 w 414"/>
                  <a:gd name="T9" fmla="*/ 30 h 180"/>
                  <a:gd name="T10" fmla="*/ 64 w 414"/>
                  <a:gd name="T11" fmla="*/ 123 h 180"/>
                  <a:gd name="T12" fmla="*/ 0 w 414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4" h="180">
                    <a:moveTo>
                      <a:pt x="414" y="180"/>
                    </a:moveTo>
                    <a:lnTo>
                      <a:pt x="207" y="0"/>
                    </a:lnTo>
                    <a:lnTo>
                      <a:pt x="109" y="84"/>
                    </a:lnTo>
                    <a:lnTo>
                      <a:pt x="109" y="30"/>
                    </a:lnTo>
                    <a:lnTo>
                      <a:pt x="64" y="30"/>
                    </a:lnTo>
                    <a:lnTo>
                      <a:pt x="64" y="123"/>
                    </a:lnTo>
                    <a:lnTo>
                      <a:pt x="0" y="180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</p:grpSp>
        <p:grpSp>
          <p:nvGrpSpPr>
            <p:cNvPr id="340" name="Group 339">
              <a:extLst>
                <a:ext uri="{FF2B5EF4-FFF2-40B4-BE49-F238E27FC236}">
                  <a16:creationId xmlns:a16="http://schemas.microsoft.com/office/drawing/2014/main" id="{5A462173-F010-4424-A83E-A765467C8CA3}"/>
                </a:ext>
              </a:extLst>
            </p:cNvPr>
            <p:cNvGrpSpPr/>
            <p:nvPr/>
          </p:nvGrpSpPr>
          <p:grpSpPr>
            <a:xfrm>
              <a:off x="8203656" y="3039739"/>
              <a:ext cx="419847" cy="310571"/>
              <a:chOff x="8609927" y="1562831"/>
              <a:chExt cx="419847" cy="310571"/>
            </a:xfrm>
          </p:grpSpPr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D71052DB-6E2C-48D5-8660-64F25CB7E6DD}"/>
                  </a:ext>
                </a:extLst>
              </p:cNvPr>
              <p:cNvSpPr/>
              <p:nvPr/>
            </p:nvSpPr>
            <p:spPr>
              <a:xfrm>
                <a:off x="8609927" y="1585836"/>
                <a:ext cx="149535" cy="149534"/>
              </a:xfrm>
              <a:custGeom>
                <a:avLst/>
                <a:gdLst>
                  <a:gd name="connsiteX0" fmla="*/ 247650 w 495300"/>
                  <a:gd name="connsiteY0" fmla="*/ 495300 h 495300"/>
                  <a:gd name="connsiteX1" fmla="*/ 0 w 495300"/>
                  <a:gd name="connsiteY1" fmla="*/ 247650 h 495300"/>
                  <a:gd name="connsiteX2" fmla="*/ 247650 w 495300"/>
                  <a:gd name="connsiteY2" fmla="*/ 0 h 495300"/>
                  <a:gd name="connsiteX3" fmla="*/ 495300 w 495300"/>
                  <a:gd name="connsiteY3" fmla="*/ 247650 h 495300"/>
                  <a:gd name="connsiteX4" fmla="*/ 247650 w 495300"/>
                  <a:gd name="connsiteY4" fmla="*/ 495300 h 495300"/>
                  <a:gd name="connsiteX5" fmla="*/ 247650 w 495300"/>
                  <a:gd name="connsiteY5" fmla="*/ 38100 h 495300"/>
                  <a:gd name="connsiteX6" fmla="*/ 38100 w 495300"/>
                  <a:gd name="connsiteY6" fmla="*/ 247650 h 495300"/>
                  <a:gd name="connsiteX7" fmla="*/ 247650 w 495300"/>
                  <a:gd name="connsiteY7" fmla="*/ 457200 h 495300"/>
                  <a:gd name="connsiteX8" fmla="*/ 457200 w 495300"/>
                  <a:gd name="connsiteY8" fmla="*/ 247650 h 495300"/>
                  <a:gd name="connsiteX9" fmla="*/ 247650 w 495300"/>
                  <a:gd name="connsiteY9" fmla="*/ 38100 h 495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5300" h="495300">
                    <a:moveTo>
                      <a:pt x="247650" y="495300"/>
                    </a:moveTo>
                    <a:cubicBezTo>
                      <a:pt x="111062" y="495300"/>
                      <a:pt x="0" y="384239"/>
                      <a:pt x="0" y="247650"/>
                    </a:cubicBezTo>
                    <a:cubicBezTo>
                      <a:pt x="0" y="111062"/>
                      <a:pt x="111062" y="0"/>
                      <a:pt x="247650" y="0"/>
                    </a:cubicBezTo>
                    <a:cubicBezTo>
                      <a:pt x="384239" y="0"/>
                      <a:pt x="495300" y="111062"/>
                      <a:pt x="495300" y="247650"/>
                    </a:cubicBezTo>
                    <a:cubicBezTo>
                      <a:pt x="495300" y="384239"/>
                      <a:pt x="384239" y="495300"/>
                      <a:pt x="247650" y="495300"/>
                    </a:cubicBezTo>
                    <a:close/>
                    <a:moveTo>
                      <a:pt x="247650" y="38100"/>
                    </a:moveTo>
                    <a:cubicBezTo>
                      <a:pt x="132112" y="38100"/>
                      <a:pt x="38100" y="132112"/>
                      <a:pt x="38100" y="247650"/>
                    </a:cubicBezTo>
                    <a:cubicBezTo>
                      <a:pt x="38100" y="363188"/>
                      <a:pt x="132112" y="457200"/>
                      <a:pt x="247650" y="457200"/>
                    </a:cubicBezTo>
                    <a:cubicBezTo>
                      <a:pt x="363188" y="457200"/>
                      <a:pt x="457200" y="363188"/>
                      <a:pt x="457200" y="247650"/>
                    </a:cubicBezTo>
                    <a:cubicBezTo>
                      <a:pt x="457200" y="132112"/>
                      <a:pt x="363188" y="38100"/>
                      <a:pt x="247650" y="381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1DD595B4-5908-495D-9B33-07252BC0C43F}"/>
                  </a:ext>
                </a:extLst>
              </p:cNvPr>
              <p:cNvSpPr/>
              <p:nvPr/>
            </p:nvSpPr>
            <p:spPr>
              <a:xfrm>
                <a:off x="8678943" y="1700863"/>
                <a:ext cx="11503" cy="172539"/>
              </a:xfrm>
              <a:custGeom>
                <a:avLst/>
                <a:gdLst>
                  <a:gd name="connsiteX0" fmla="*/ 19050 w 38100"/>
                  <a:gd name="connsiteY0" fmla="*/ 571500 h 571500"/>
                  <a:gd name="connsiteX1" fmla="*/ 0 w 38100"/>
                  <a:gd name="connsiteY1" fmla="*/ 552450 h 571500"/>
                  <a:gd name="connsiteX2" fmla="*/ 0 w 38100"/>
                  <a:gd name="connsiteY2" fmla="*/ 19050 h 571500"/>
                  <a:gd name="connsiteX3" fmla="*/ 19050 w 38100"/>
                  <a:gd name="connsiteY3" fmla="*/ 0 h 571500"/>
                  <a:gd name="connsiteX4" fmla="*/ 38100 w 38100"/>
                  <a:gd name="connsiteY4" fmla="*/ 19050 h 571500"/>
                  <a:gd name="connsiteX5" fmla="*/ 38100 w 38100"/>
                  <a:gd name="connsiteY5" fmla="*/ 552450 h 571500"/>
                  <a:gd name="connsiteX6" fmla="*/ 19050 w 38100"/>
                  <a:gd name="connsiteY6" fmla="*/ 571500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100" h="571500">
                    <a:moveTo>
                      <a:pt x="19050" y="571500"/>
                    </a:moveTo>
                    <a:cubicBezTo>
                      <a:pt x="8477" y="571500"/>
                      <a:pt x="0" y="563023"/>
                      <a:pt x="0" y="552450"/>
                    </a:cubicBezTo>
                    <a:lnTo>
                      <a:pt x="0" y="19050"/>
                    </a:lnTo>
                    <a:cubicBezTo>
                      <a:pt x="0" y="8477"/>
                      <a:pt x="8477" y="0"/>
                      <a:pt x="19050" y="0"/>
                    </a:cubicBezTo>
                    <a:cubicBezTo>
                      <a:pt x="29623" y="0"/>
                      <a:pt x="38100" y="8477"/>
                      <a:pt x="38100" y="19050"/>
                    </a:cubicBezTo>
                    <a:lnTo>
                      <a:pt x="38100" y="552450"/>
                    </a:lnTo>
                    <a:cubicBezTo>
                      <a:pt x="38100" y="563023"/>
                      <a:pt x="29623" y="571500"/>
                      <a:pt x="19050" y="5715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8F3209A1-CABE-46CA-83A4-559D933DDFF1}"/>
                  </a:ext>
                </a:extLst>
              </p:cNvPr>
              <p:cNvSpPr/>
              <p:nvPr/>
            </p:nvSpPr>
            <p:spPr>
              <a:xfrm>
                <a:off x="8655952" y="1677843"/>
                <a:ext cx="57513" cy="34522"/>
              </a:xfrm>
              <a:custGeom>
                <a:avLst/>
                <a:gdLst>
                  <a:gd name="connsiteX0" fmla="*/ 95202 w 190499"/>
                  <a:gd name="connsiteY0" fmla="*/ 114348 h 114347"/>
                  <a:gd name="connsiteX1" fmla="*/ 81772 w 190499"/>
                  <a:gd name="connsiteY1" fmla="*/ 108728 h 114347"/>
                  <a:gd name="connsiteX2" fmla="*/ 5572 w 190499"/>
                  <a:gd name="connsiteY2" fmla="*/ 32528 h 114347"/>
                  <a:gd name="connsiteX3" fmla="*/ 5572 w 190499"/>
                  <a:gd name="connsiteY3" fmla="*/ 5572 h 114347"/>
                  <a:gd name="connsiteX4" fmla="*/ 32528 w 190499"/>
                  <a:gd name="connsiteY4" fmla="*/ 5572 h 114347"/>
                  <a:gd name="connsiteX5" fmla="*/ 95202 w 190499"/>
                  <a:gd name="connsiteY5" fmla="*/ 68342 h 114347"/>
                  <a:gd name="connsiteX6" fmla="*/ 157972 w 190499"/>
                  <a:gd name="connsiteY6" fmla="*/ 5572 h 114347"/>
                  <a:gd name="connsiteX7" fmla="*/ 184928 w 190499"/>
                  <a:gd name="connsiteY7" fmla="*/ 5572 h 114347"/>
                  <a:gd name="connsiteX8" fmla="*/ 184928 w 190499"/>
                  <a:gd name="connsiteY8" fmla="*/ 32528 h 114347"/>
                  <a:gd name="connsiteX9" fmla="*/ 108728 w 190499"/>
                  <a:gd name="connsiteY9" fmla="*/ 108728 h 114347"/>
                  <a:gd name="connsiteX10" fmla="*/ 95202 w 190499"/>
                  <a:gd name="connsiteY10" fmla="*/ 114348 h 114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0499" h="114347">
                    <a:moveTo>
                      <a:pt x="95202" y="114348"/>
                    </a:moveTo>
                    <a:cubicBezTo>
                      <a:pt x="90345" y="114348"/>
                      <a:pt x="85487" y="112443"/>
                      <a:pt x="81772" y="108728"/>
                    </a:cubicBezTo>
                    <a:lnTo>
                      <a:pt x="5572" y="32528"/>
                    </a:lnTo>
                    <a:cubicBezTo>
                      <a:pt x="-1857" y="25098"/>
                      <a:pt x="-1857" y="13002"/>
                      <a:pt x="5572" y="5572"/>
                    </a:cubicBezTo>
                    <a:cubicBezTo>
                      <a:pt x="13002" y="-1857"/>
                      <a:pt x="25098" y="-1857"/>
                      <a:pt x="32528" y="5572"/>
                    </a:cubicBezTo>
                    <a:lnTo>
                      <a:pt x="95202" y="68342"/>
                    </a:lnTo>
                    <a:lnTo>
                      <a:pt x="157972" y="5572"/>
                    </a:lnTo>
                    <a:cubicBezTo>
                      <a:pt x="165402" y="-1857"/>
                      <a:pt x="177498" y="-1857"/>
                      <a:pt x="184928" y="5572"/>
                    </a:cubicBezTo>
                    <a:cubicBezTo>
                      <a:pt x="192357" y="13002"/>
                      <a:pt x="192357" y="25098"/>
                      <a:pt x="184928" y="32528"/>
                    </a:cubicBezTo>
                    <a:lnTo>
                      <a:pt x="108728" y="108728"/>
                    </a:lnTo>
                    <a:cubicBezTo>
                      <a:pt x="104918" y="112443"/>
                      <a:pt x="100060" y="114348"/>
                      <a:pt x="95202" y="114348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F6E87B7F-0F37-4AE3-9943-D4F4D81356B8}"/>
                  </a:ext>
                </a:extLst>
              </p:cNvPr>
              <p:cNvSpPr/>
              <p:nvPr/>
            </p:nvSpPr>
            <p:spPr>
              <a:xfrm>
                <a:off x="8661689" y="1861899"/>
                <a:ext cx="368085" cy="11503"/>
              </a:xfrm>
              <a:custGeom>
                <a:avLst/>
                <a:gdLst>
                  <a:gd name="connsiteX0" fmla="*/ 0 w 1219200"/>
                  <a:gd name="connsiteY0" fmla="*/ 0 h 38100"/>
                  <a:gd name="connsiteX1" fmla="*/ 1219200 w 1219200"/>
                  <a:gd name="connsiteY1" fmla="*/ 0 h 38100"/>
                  <a:gd name="connsiteX2" fmla="*/ 1219200 w 1219200"/>
                  <a:gd name="connsiteY2" fmla="*/ 38100 h 38100"/>
                  <a:gd name="connsiteX3" fmla="*/ 0 w 121920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9200" h="38100">
                    <a:moveTo>
                      <a:pt x="0" y="0"/>
                    </a:moveTo>
                    <a:lnTo>
                      <a:pt x="1219200" y="0"/>
                    </a:lnTo>
                    <a:lnTo>
                      <a:pt x="12192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F1A5E214-457C-43B1-B61C-1DAA8C4464C1}"/>
                  </a:ext>
                </a:extLst>
              </p:cNvPr>
              <p:cNvSpPr/>
              <p:nvPr/>
            </p:nvSpPr>
            <p:spPr>
              <a:xfrm>
                <a:off x="8817003" y="1562831"/>
                <a:ext cx="57485" cy="34508"/>
              </a:xfrm>
              <a:custGeom>
                <a:avLst/>
                <a:gdLst>
                  <a:gd name="connsiteX0" fmla="*/ 95156 w 190405"/>
                  <a:gd name="connsiteY0" fmla="*/ 114300 h 114300"/>
                  <a:gd name="connsiteX1" fmla="*/ 76106 w 190405"/>
                  <a:gd name="connsiteY1" fmla="*/ 95536 h 114300"/>
                  <a:gd name="connsiteX2" fmla="*/ 76106 w 190405"/>
                  <a:gd name="connsiteY2" fmla="*/ 95536 h 114300"/>
                  <a:gd name="connsiteX3" fmla="*/ 76106 w 190405"/>
                  <a:gd name="connsiteY3" fmla="*/ 95536 h 114300"/>
                  <a:gd name="connsiteX4" fmla="*/ 76106 w 190405"/>
                  <a:gd name="connsiteY4" fmla="*/ 95536 h 114300"/>
                  <a:gd name="connsiteX5" fmla="*/ 76106 w 190405"/>
                  <a:gd name="connsiteY5" fmla="*/ 95441 h 114300"/>
                  <a:gd name="connsiteX6" fmla="*/ 76106 w 190405"/>
                  <a:gd name="connsiteY6" fmla="*/ 95345 h 114300"/>
                  <a:gd name="connsiteX7" fmla="*/ 76106 w 190405"/>
                  <a:gd name="connsiteY7" fmla="*/ 95345 h 114300"/>
                  <a:gd name="connsiteX8" fmla="*/ 76106 w 190405"/>
                  <a:gd name="connsiteY8" fmla="*/ 95250 h 114300"/>
                  <a:gd name="connsiteX9" fmla="*/ 18860 w 190405"/>
                  <a:gd name="connsiteY9" fmla="*/ 38100 h 114300"/>
                  <a:gd name="connsiteX10" fmla="*/ 1 w 190405"/>
                  <a:gd name="connsiteY10" fmla="*/ 18955 h 114300"/>
                  <a:gd name="connsiteX11" fmla="*/ 18956 w 190405"/>
                  <a:gd name="connsiteY11" fmla="*/ 0 h 114300"/>
                  <a:gd name="connsiteX12" fmla="*/ 95441 w 190405"/>
                  <a:gd name="connsiteY12" fmla="*/ 35243 h 114300"/>
                  <a:gd name="connsiteX13" fmla="*/ 171356 w 190405"/>
                  <a:gd name="connsiteY13" fmla="*/ 0 h 114300"/>
                  <a:gd name="connsiteX14" fmla="*/ 190406 w 190405"/>
                  <a:gd name="connsiteY14" fmla="*/ 19050 h 114300"/>
                  <a:gd name="connsiteX15" fmla="*/ 171356 w 190405"/>
                  <a:gd name="connsiteY15" fmla="*/ 38100 h 114300"/>
                  <a:gd name="connsiteX16" fmla="*/ 114206 w 190405"/>
                  <a:gd name="connsiteY16" fmla="*/ 95345 h 114300"/>
                  <a:gd name="connsiteX17" fmla="*/ 95156 w 190405"/>
                  <a:gd name="connsiteY17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0405" h="114300">
                    <a:moveTo>
                      <a:pt x="95156" y="114300"/>
                    </a:moveTo>
                    <a:cubicBezTo>
                      <a:pt x="84678" y="114300"/>
                      <a:pt x="76296" y="105918"/>
                      <a:pt x="76106" y="95536"/>
                    </a:cubicBezTo>
                    <a:cubicBezTo>
                      <a:pt x="76106" y="95536"/>
                      <a:pt x="76106" y="95536"/>
                      <a:pt x="76106" y="95536"/>
                    </a:cubicBezTo>
                    <a:lnTo>
                      <a:pt x="76106" y="95536"/>
                    </a:lnTo>
                    <a:lnTo>
                      <a:pt x="76106" y="95536"/>
                    </a:lnTo>
                    <a:cubicBezTo>
                      <a:pt x="76106" y="95536"/>
                      <a:pt x="76106" y="95441"/>
                      <a:pt x="76106" y="95441"/>
                    </a:cubicBezTo>
                    <a:cubicBezTo>
                      <a:pt x="76106" y="95441"/>
                      <a:pt x="76106" y="95441"/>
                      <a:pt x="76106" y="95345"/>
                    </a:cubicBezTo>
                    <a:lnTo>
                      <a:pt x="76106" y="95345"/>
                    </a:lnTo>
                    <a:cubicBezTo>
                      <a:pt x="76106" y="95345"/>
                      <a:pt x="76106" y="95345"/>
                      <a:pt x="76106" y="95250"/>
                    </a:cubicBezTo>
                    <a:cubicBezTo>
                      <a:pt x="76106" y="41434"/>
                      <a:pt x="28385" y="38195"/>
                      <a:pt x="18860" y="38100"/>
                    </a:cubicBezTo>
                    <a:cubicBezTo>
                      <a:pt x="8383" y="38005"/>
                      <a:pt x="-94" y="29432"/>
                      <a:pt x="1" y="18955"/>
                    </a:cubicBezTo>
                    <a:cubicBezTo>
                      <a:pt x="1" y="8477"/>
                      <a:pt x="8478" y="0"/>
                      <a:pt x="18956" y="0"/>
                    </a:cubicBezTo>
                    <a:cubicBezTo>
                      <a:pt x="40482" y="0"/>
                      <a:pt x="74391" y="8477"/>
                      <a:pt x="95441" y="35243"/>
                    </a:cubicBezTo>
                    <a:cubicBezTo>
                      <a:pt x="109824" y="15621"/>
                      <a:pt x="133637" y="0"/>
                      <a:pt x="171356" y="0"/>
                    </a:cubicBezTo>
                    <a:cubicBezTo>
                      <a:pt x="181928" y="0"/>
                      <a:pt x="190406" y="8573"/>
                      <a:pt x="190406" y="19050"/>
                    </a:cubicBezTo>
                    <a:cubicBezTo>
                      <a:pt x="190406" y="29528"/>
                      <a:pt x="181928" y="38100"/>
                      <a:pt x="171356" y="38100"/>
                    </a:cubicBezTo>
                    <a:cubicBezTo>
                      <a:pt x="117635" y="38100"/>
                      <a:pt x="114301" y="85725"/>
                      <a:pt x="114206" y="95345"/>
                    </a:cubicBezTo>
                    <a:cubicBezTo>
                      <a:pt x="114110" y="105823"/>
                      <a:pt x="105633" y="114300"/>
                      <a:pt x="95156" y="114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A883CE2A-D00E-47D2-9C96-C183C653C6CD}"/>
                  </a:ext>
                </a:extLst>
              </p:cNvPr>
              <p:cNvSpPr/>
              <p:nvPr/>
            </p:nvSpPr>
            <p:spPr>
              <a:xfrm>
                <a:off x="8863014" y="1585836"/>
                <a:ext cx="57485" cy="34508"/>
              </a:xfrm>
              <a:custGeom>
                <a:avLst/>
                <a:gdLst>
                  <a:gd name="connsiteX0" fmla="*/ 95156 w 190405"/>
                  <a:gd name="connsiteY0" fmla="*/ 114300 h 114300"/>
                  <a:gd name="connsiteX1" fmla="*/ 76106 w 190405"/>
                  <a:gd name="connsiteY1" fmla="*/ 95536 h 114300"/>
                  <a:gd name="connsiteX2" fmla="*/ 76106 w 190405"/>
                  <a:gd name="connsiteY2" fmla="*/ 95536 h 114300"/>
                  <a:gd name="connsiteX3" fmla="*/ 76106 w 190405"/>
                  <a:gd name="connsiteY3" fmla="*/ 95536 h 114300"/>
                  <a:gd name="connsiteX4" fmla="*/ 76106 w 190405"/>
                  <a:gd name="connsiteY4" fmla="*/ 95536 h 114300"/>
                  <a:gd name="connsiteX5" fmla="*/ 76106 w 190405"/>
                  <a:gd name="connsiteY5" fmla="*/ 95441 h 114300"/>
                  <a:gd name="connsiteX6" fmla="*/ 76106 w 190405"/>
                  <a:gd name="connsiteY6" fmla="*/ 95345 h 114300"/>
                  <a:gd name="connsiteX7" fmla="*/ 76106 w 190405"/>
                  <a:gd name="connsiteY7" fmla="*/ 95345 h 114300"/>
                  <a:gd name="connsiteX8" fmla="*/ 76106 w 190405"/>
                  <a:gd name="connsiteY8" fmla="*/ 95250 h 114300"/>
                  <a:gd name="connsiteX9" fmla="*/ 18860 w 190405"/>
                  <a:gd name="connsiteY9" fmla="*/ 38100 h 114300"/>
                  <a:gd name="connsiteX10" fmla="*/ 1 w 190405"/>
                  <a:gd name="connsiteY10" fmla="*/ 18955 h 114300"/>
                  <a:gd name="connsiteX11" fmla="*/ 18956 w 190405"/>
                  <a:gd name="connsiteY11" fmla="*/ 0 h 114300"/>
                  <a:gd name="connsiteX12" fmla="*/ 95441 w 190405"/>
                  <a:gd name="connsiteY12" fmla="*/ 35243 h 114300"/>
                  <a:gd name="connsiteX13" fmla="*/ 171356 w 190405"/>
                  <a:gd name="connsiteY13" fmla="*/ 0 h 114300"/>
                  <a:gd name="connsiteX14" fmla="*/ 190406 w 190405"/>
                  <a:gd name="connsiteY14" fmla="*/ 19050 h 114300"/>
                  <a:gd name="connsiteX15" fmla="*/ 171356 w 190405"/>
                  <a:gd name="connsiteY15" fmla="*/ 38100 h 114300"/>
                  <a:gd name="connsiteX16" fmla="*/ 114206 w 190405"/>
                  <a:gd name="connsiteY16" fmla="*/ 95345 h 114300"/>
                  <a:gd name="connsiteX17" fmla="*/ 95156 w 190405"/>
                  <a:gd name="connsiteY17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0405" h="114300">
                    <a:moveTo>
                      <a:pt x="95156" y="114300"/>
                    </a:moveTo>
                    <a:cubicBezTo>
                      <a:pt x="84678" y="114300"/>
                      <a:pt x="76296" y="105918"/>
                      <a:pt x="76106" y="95536"/>
                    </a:cubicBezTo>
                    <a:cubicBezTo>
                      <a:pt x="76106" y="95536"/>
                      <a:pt x="76106" y="95536"/>
                      <a:pt x="76106" y="95536"/>
                    </a:cubicBezTo>
                    <a:lnTo>
                      <a:pt x="76106" y="95536"/>
                    </a:lnTo>
                    <a:lnTo>
                      <a:pt x="76106" y="95536"/>
                    </a:lnTo>
                    <a:cubicBezTo>
                      <a:pt x="76106" y="95536"/>
                      <a:pt x="76106" y="95441"/>
                      <a:pt x="76106" y="95441"/>
                    </a:cubicBezTo>
                    <a:cubicBezTo>
                      <a:pt x="76106" y="95441"/>
                      <a:pt x="76106" y="95441"/>
                      <a:pt x="76106" y="95345"/>
                    </a:cubicBezTo>
                    <a:lnTo>
                      <a:pt x="76106" y="95345"/>
                    </a:lnTo>
                    <a:cubicBezTo>
                      <a:pt x="76106" y="95345"/>
                      <a:pt x="76106" y="95345"/>
                      <a:pt x="76106" y="95250"/>
                    </a:cubicBezTo>
                    <a:cubicBezTo>
                      <a:pt x="76106" y="41434"/>
                      <a:pt x="28385" y="38195"/>
                      <a:pt x="18860" y="38100"/>
                    </a:cubicBezTo>
                    <a:cubicBezTo>
                      <a:pt x="8383" y="38005"/>
                      <a:pt x="-94" y="29432"/>
                      <a:pt x="1" y="18955"/>
                    </a:cubicBezTo>
                    <a:cubicBezTo>
                      <a:pt x="1" y="8477"/>
                      <a:pt x="8478" y="0"/>
                      <a:pt x="18956" y="0"/>
                    </a:cubicBezTo>
                    <a:cubicBezTo>
                      <a:pt x="40482" y="0"/>
                      <a:pt x="74391" y="8477"/>
                      <a:pt x="95441" y="35243"/>
                    </a:cubicBezTo>
                    <a:cubicBezTo>
                      <a:pt x="109824" y="15621"/>
                      <a:pt x="133637" y="0"/>
                      <a:pt x="171356" y="0"/>
                    </a:cubicBezTo>
                    <a:cubicBezTo>
                      <a:pt x="181928" y="0"/>
                      <a:pt x="190406" y="8572"/>
                      <a:pt x="190406" y="19050"/>
                    </a:cubicBezTo>
                    <a:cubicBezTo>
                      <a:pt x="190406" y="29528"/>
                      <a:pt x="181928" y="38100"/>
                      <a:pt x="171356" y="38100"/>
                    </a:cubicBezTo>
                    <a:cubicBezTo>
                      <a:pt x="117635" y="38100"/>
                      <a:pt x="114301" y="85725"/>
                      <a:pt x="114206" y="95345"/>
                    </a:cubicBezTo>
                    <a:cubicBezTo>
                      <a:pt x="114110" y="105823"/>
                      <a:pt x="105633" y="114300"/>
                      <a:pt x="95156" y="114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03EBEA6B-8286-467B-A329-A3C369FCAEF9}"/>
                  </a:ext>
                </a:extLst>
              </p:cNvPr>
              <p:cNvSpPr/>
              <p:nvPr/>
            </p:nvSpPr>
            <p:spPr>
              <a:xfrm>
                <a:off x="8793998" y="1608842"/>
                <a:ext cx="57485" cy="34508"/>
              </a:xfrm>
              <a:custGeom>
                <a:avLst/>
                <a:gdLst>
                  <a:gd name="connsiteX0" fmla="*/ 95156 w 190405"/>
                  <a:gd name="connsiteY0" fmla="*/ 114300 h 114300"/>
                  <a:gd name="connsiteX1" fmla="*/ 76106 w 190405"/>
                  <a:gd name="connsiteY1" fmla="*/ 95536 h 114300"/>
                  <a:gd name="connsiteX2" fmla="*/ 76106 w 190405"/>
                  <a:gd name="connsiteY2" fmla="*/ 95536 h 114300"/>
                  <a:gd name="connsiteX3" fmla="*/ 76106 w 190405"/>
                  <a:gd name="connsiteY3" fmla="*/ 95536 h 114300"/>
                  <a:gd name="connsiteX4" fmla="*/ 76106 w 190405"/>
                  <a:gd name="connsiteY4" fmla="*/ 95536 h 114300"/>
                  <a:gd name="connsiteX5" fmla="*/ 76106 w 190405"/>
                  <a:gd name="connsiteY5" fmla="*/ 95441 h 114300"/>
                  <a:gd name="connsiteX6" fmla="*/ 76106 w 190405"/>
                  <a:gd name="connsiteY6" fmla="*/ 95345 h 114300"/>
                  <a:gd name="connsiteX7" fmla="*/ 76106 w 190405"/>
                  <a:gd name="connsiteY7" fmla="*/ 95345 h 114300"/>
                  <a:gd name="connsiteX8" fmla="*/ 76106 w 190405"/>
                  <a:gd name="connsiteY8" fmla="*/ 95250 h 114300"/>
                  <a:gd name="connsiteX9" fmla="*/ 18860 w 190405"/>
                  <a:gd name="connsiteY9" fmla="*/ 38100 h 114300"/>
                  <a:gd name="connsiteX10" fmla="*/ 1 w 190405"/>
                  <a:gd name="connsiteY10" fmla="*/ 18955 h 114300"/>
                  <a:gd name="connsiteX11" fmla="*/ 18956 w 190405"/>
                  <a:gd name="connsiteY11" fmla="*/ 0 h 114300"/>
                  <a:gd name="connsiteX12" fmla="*/ 95441 w 190405"/>
                  <a:gd name="connsiteY12" fmla="*/ 35243 h 114300"/>
                  <a:gd name="connsiteX13" fmla="*/ 171356 w 190405"/>
                  <a:gd name="connsiteY13" fmla="*/ 0 h 114300"/>
                  <a:gd name="connsiteX14" fmla="*/ 190406 w 190405"/>
                  <a:gd name="connsiteY14" fmla="*/ 19050 h 114300"/>
                  <a:gd name="connsiteX15" fmla="*/ 171356 w 190405"/>
                  <a:gd name="connsiteY15" fmla="*/ 38100 h 114300"/>
                  <a:gd name="connsiteX16" fmla="*/ 114206 w 190405"/>
                  <a:gd name="connsiteY16" fmla="*/ 95345 h 114300"/>
                  <a:gd name="connsiteX17" fmla="*/ 95156 w 190405"/>
                  <a:gd name="connsiteY17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0405" h="114300">
                    <a:moveTo>
                      <a:pt x="95156" y="114300"/>
                    </a:moveTo>
                    <a:cubicBezTo>
                      <a:pt x="84678" y="114300"/>
                      <a:pt x="76296" y="105918"/>
                      <a:pt x="76106" y="95536"/>
                    </a:cubicBezTo>
                    <a:cubicBezTo>
                      <a:pt x="76106" y="95536"/>
                      <a:pt x="76106" y="95536"/>
                      <a:pt x="76106" y="95536"/>
                    </a:cubicBezTo>
                    <a:lnTo>
                      <a:pt x="76106" y="95536"/>
                    </a:lnTo>
                    <a:lnTo>
                      <a:pt x="76106" y="95536"/>
                    </a:lnTo>
                    <a:cubicBezTo>
                      <a:pt x="76106" y="95536"/>
                      <a:pt x="76106" y="95441"/>
                      <a:pt x="76106" y="95441"/>
                    </a:cubicBezTo>
                    <a:cubicBezTo>
                      <a:pt x="76106" y="95441"/>
                      <a:pt x="76106" y="95441"/>
                      <a:pt x="76106" y="95345"/>
                    </a:cubicBezTo>
                    <a:lnTo>
                      <a:pt x="76106" y="95345"/>
                    </a:lnTo>
                    <a:cubicBezTo>
                      <a:pt x="76106" y="95345"/>
                      <a:pt x="76106" y="95345"/>
                      <a:pt x="76106" y="95250"/>
                    </a:cubicBezTo>
                    <a:cubicBezTo>
                      <a:pt x="76106" y="41434"/>
                      <a:pt x="28385" y="38195"/>
                      <a:pt x="18860" y="38100"/>
                    </a:cubicBezTo>
                    <a:cubicBezTo>
                      <a:pt x="8383" y="38005"/>
                      <a:pt x="-94" y="29432"/>
                      <a:pt x="1" y="18955"/>
                    </a:cubicBezTo>
                    <a:cubicBezTo>
                      <a:pt x="1" y="8477"/>
                      <a:pt x="8478" y="0"/>
                      <a:pt x="18956" y="0"/>
                    </a:cubicBezTo>
                    <a:cubicBezTo>
                      <a:pt x="40482" y="0"/>
                      <a:pt x="74391" y="8477"/>
                      <a:pt x="95441" y="35243"/>
                    </a:cubicBezTo>
                    <a:cubicBezTo>
                      <a:pt x="109824" y="15621"/>
                      <a:pt x="133637" y="0"/>
                      <a:pt x="171356" y="0"/>
                    </a:cubicBezTo>
                    <a:cubicBezTo>
                      <a:pt x="181928" y="0"/>
                      <a:pt x="190406" y="8572"/>
                      <a:pt x="190406" y="19050"/>
                    </a:cubicBezTo>
                    <a:cubicBezTo>
                      <a:pt x="190406" y="29528"/>
                      <a:pt x="181928" y="38100"/>
                      <a:pt x="171356" y="38100"/>
                    </a:cubicBezTo>
                    <a:cubicBezTo>
                      <a:pt x="117635" y="38100"/>
                      <a:pt x="114301" y="85725"/>
                      <a:pt x="114206" y="95345"/>
                    </a:cubicBezTo>
                    <a:cubicBezTo>
                      <a:pt x="114110" y="105823"/>
                      <a:pt x="105633" y="114300"/>
                      <a:pt x="95156" y="114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59" name="Graphic 112">
                <a:extLst>
                  <a:ext uri="{FF2B5EF4-FFF2-40B4-BE49-F238E27FC236}">
                    <a16:creationId xmlns:a16="http://schemas.microsoft.com/office/drawing/2014/main" id="{69EAE8D1-C904-47BE-8E9D-E8A99AB633CB}"/>
                  </a:ext>
                </a:extLst>
              </p:cNvPr>
              <p:cNvGrpSpPr/>
              <p:nvPr/>
            </p:nvGrpSpPr>
            <p:grpSpPr>
              <a:xfrm>
                <a:off x="8721129" y="1723948"/>
                <a:ext cx="249205" cy="146665"/>
                <a:chOff x="5769006" y="3448315"/>
                <a:chExt cx="825436" cy="485795"/>
              </a:xfrm>
              <a:solidFill>
                <a:schemeClr val="accent3"/>
              </a:solidFill>
            </p:grpSpPr>
            <p:sp>
              <p:nvSpPr>
                <p:cNvPr id="360" name="Freeform: Shape 359">
                  <a:extLst>
                    <a:ext uri="{FF2B5EF4-FFF2-40B4-BE49-F238E27FC236}">
                      <a16:creationId xmlns:a16="http://schemas.microsoft.com/office/drawing/2014/main" id="{6271F8C6-C3CB-4E1D-9D5F-F0355DD17ADF}"/>
                    </a:ext>
                  </a:extLst>
                </p:cNvPr>
                <p:cNvSpPr/>
                <p:nvPr/>
              </p:nvSpPr>
              <p:spPr>
                <a:xfrm>
                  <a:off x="5932836" y="3448335"/>
                  <a:ext cx="133540" cy="38100"/>
                </a:xfrm>
                <a:custGeom>
                  <a:avLst/>
                  <a:gdLst>
                    <a:gd name="connsiteX0" fmla="*/ 114491 w 133540"/>
                    <a:gd name="connsiteY0" fmla="*/ 38100 h 38100"/>
                    <a:gd name="connsiteX1" fmla="*/ 19050 w 133540"/>
                    <a:gd name="connsiteY1" fmla="*/ 38100 h 38100"/>
                    <a:gd name="connsiteX2" fmla="*/ 0 w 133540"/>
                    <a:gd name="connsiteY2" fmla="*/ 19050 h 38100"/>
                    <a:gd name="connsiteX3" fmla="*/ 19050 w 133540"/>
                    <a:gd name="connsiteY3" fmla="*/ 0 h 38100"/>
                    <a:gd name="connsiteX4" fmla="*/ 114491 w 133540"/>
                    <a:gd name="connsiteY4" fmla="*/ 0 h 38100"/>
                    <a:gd name="connsiteX5" fmla="*/ 133541 w 133540"/>
                    <a:gd name="connsiteY5" fmla="*/ 19050 h 38100"/>
                    <a:gd name="connsiteX6" fmla="*/ 114491 w 133540"/>
                    <a:gd name="connsiteY6" fmla="*/ 38100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3540" h="38100">
                      <a:moveTo>
                        <a:pt x="114491" y="38100"/>
                      </a:moveTo>
                      <a:lnTo>
                        <a:pt x="19050" y="38100"/>
                      </a:lnTo>
                      <a:cubicBezTo>
                        <a:pt x="8477" y="38100"/>
                        <a:pt x="0" y="29623"/>
                        <a:pt x="0" y="19050"/>
                      </a:cubicBezTo>
                      <a:cubicBezTo>
                        <a:pt x="0" y="8477"/>
                        <a:pt x="8477" y="0"/>
                        <a:pt x="19050" y="0"/>
                      </a:cubicBezTo>
                      <a:lnTo>
                        <a:pt x="114491" y="0"/>
                      </a:lnTo>
                      <a:cubicBezTo>
                        <a:pt x="125063" y="0"/>
                        <a:pt x="133541" y="8477"/>
                        <a:pt x="133541" y="19050"/>
                      </a:cubicBezTo>
                      <a:cubicBezTo>
                        <a:pt x="133541" y="29528"/>
                        <a:pt x="125063" y="38100"/>
                        <a:pt x="114491" y="381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361" name="Graphic 112">
                  <a:extLst>
                    <a:ext uri="{FF2B5EF4-FFF2-40B4-BE49-F238E27FC236}">
                      <a16:creationId xmlns:a16="http://schemas.microsoft.com/office/drawing/2014/main" id="{7781E0EC-6A26-4D22-A0A5-AAB7CFB94633}"/>
                    </a:ext>
                  </a:extLst>
                </p:cNvPr>
                <p:cNvGrpSpPr/>
                <p:nvPr/>
              </p:nvGrpSpPr>
              <p:grpSpPr>
                <a:xfrm>
                  <a:off x="5769006" y="3448315"/>
                  <a:ext cx="825436" cy="485795"/>
                  <a:chOff x="5769006" y="3448315"/>
                  <a:chExt cx="825436" cy="485795"/>
                </a:xfrm>
                <a:grpFill/>
              </p:grpSpPr>
              <p:sp>
                <p:nvSpPr>
                  <p:cNvPr id="362" name="Freeform: Shape 361">
                    <a:extLst>
                      <a:ext uri="{FF2B5EF4-FFF2-40B4-BE49-F238E27FC236}">
                        <a16:creationId xmlns:a16="http://schemas.microsoft.com/office/drawing/2014/main" id="{EE0BB34A-3AC1-412F-BAC9-871440EE7FF9}"/>
                      </a:ext>
                    </a:extLst>
                  </p:cNvPr>
                  <p:cNvSpPr/>
                  <p:nvPr/>
                </p:nvSpPr>
                <p:spPr>
                  <a:xfrm>
                    <a:off x="5912148" y="3538061"/>
                    <a:ext cx="431762" cy="252888"/>
                  </a:xfrm>
                  <a:custGeom>
                    <a:avLst/>
                    <a:gdLst>
                      <a:gd name="connsiteX0" fmla="*/ 269576 w 431762"/>
                      <a:gd name="connsiteY0" fmla="*/ 252889 h 252888"/>
                      <a:gd name="connsiteX1" fmla="*/ 19069 w 431762"/>
                      <a:gd name="connsiteY1" fmla="*/ 252889 h 252888"/>
                      <a:gd name="connsiteX2" fmla="*/ 2876 w 431762"/>
                      <a:gd name="connsiteY2" fmla="*/ 243840 h 252888"/>
                      <a:gd name="connsiteX3" fmla="*/ 2019 w 431762"/>
                      <a:gd name="connsiteY3" fmla="*/ 225266 h 252888"/>
                      <a:gd name="connsiteX4" fmla="*/ 109366 w 431762"/>
                      <a:gd name="connsiteY4" fmla="*/ 10573 h 252888"/>
                      <a:gd name="connsiteX5" fmla="*/ 126416 w 431762"/>
                      <a:gd name="connsiteY5" fmla="*/ 0 h 252888"/>
                      <a:gd name="connsiteX6" fmla="*/ 412737 w 431762"/>
                      <a:gd name="connsiteY6" fmla="*/ 0 h 252888"/>
                      <a:gd name="connsiteX7" fmla="*/ 429501 w 431762"/>
                      <a:gd name="connsiteY7" fmla="*/ 10097 h 252888"/>
                      <a:gd name="connsiteX8" fmla="*/ 428549 w 431762"/>
                      <a:gd name="connsiteY8" fmla="*/ 29623 h 252888"/>
                      <a:gd name="connsiteX9" fmla="*/ 285388 w 431762"/>
                      <a:gd name="connsiteY9" fmla="*/ 244412 h 252888"/>
                      <a:gd name="connsiteX10" fmla="*/ 269576 w 431762"/>
                      <a:gd name="connsiteY10" fmla="*/ 252889 h 252888"/>
                      <a:gd name="connsiteX11" fmla="*/ 49835 w 431762"/>
                      <a:gd name="connsiteY11" fmla="*/ 214789 h 252888"/>
                      <a:gd name="connsiteX12" fmla="*/ 259385 w 431762"/>
                      <a:gd name="connsiteY12" fmla="*/ 214789 h 252888"/>
                      <a:gd name="connsiteX13" fmla="*/ 377114 w 431762"/>
                      <a:gd name="connsiteY13" fmla="*/ 38195 h 252888"/>
                      <a:gd name="connsiteX14" fmla="*/ 138227 w 431762"/>
                      <a:gd name="connsiteY14" fmla="*/ 38195 h 252888"/>
                      <a:gd name="connsiteX15" fmla="*/ 49835 w 431762"/>
                      <a:gd name="connsiteY15" fmla="*/ 214789 h 2528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431762" h="252888">
                        <a:moveTo>
                          <a:pt x="269576" y="252889"/>
                        </a:moveTo>
                        <a:lnTo>
                          <a:pt x="19069" y="252889"/>
                        </a:lnTo>
                        <a:cubicBezTo>
                          <a:pt x="12497" y="252889"/>
                          <a:pt x="6305" y="249460"/>
                          <a:pt x="2876" y="243840"/>
                        </a:cubicBezTo>
                        <a:cubicBezTo>
                          <a:pt x="-648" y="238220"/>
                          <a:pt x="-934" y="231172"/>
                          <a:pt x="2019" y="225266"/>
                        </a:cubicBezTo>
                        <a:lnTo>
                          <a:pt x="109366" y="10573"/>
                        </a:lnTo>
                        <a:cubicBezTo>
                          <a:pt x="112604" y="4096"/>
                          <a:pt x="119177" y="0"/>
                          <a:pt x="126416" y="0"/>
                        </a:cubicBezTo>
                        <a:lnTo>
                          <a:pt x="412737" y="0"/>
                        </a:lnTo>
                        <a:cubicBezTo>
                          <a:pt x="419786" y="0"/>
                          <a:pt x="426263" y="3905"/>
                          <a:pt x="429501" y="10097"/>
                        </a:cubicBezTo>
                        <a:cubicBezTo>
                          <a:pt x="432835" y="16288"/>
                          <a:pt x="432454" y="23813"/>
                          <a:pt x="428549" y="29623"/>
                        </a:cubicBezTo>
                        <a:lnTo>
                          <a:pt x="285388" y="244412"/>
                        </a:lnTo>
                        <a:cubicBezTo>
                          <a:pt x="281864" y="249746"/>
                          <a:pt x="275958" y="252889"/>
                          <a:pt x="269576" y="252889"/>
                        </a:cubicBezTo>
                        <a:close/>
                        <a:moveTo>
                          <a:pt x="49835" y="214789"/>
                        </a:moveTo>
                        <a:lnTo>
                          <a:pt x="259385" y="214789"/>
                        </a:lnTo>
                        <a:lnTo>
                          <a:pt x="377114" y="38195"/>
                        </a:lnTo>
                        <a:lnTo>
                          <a:pt x="138227" y="38195"/>
                        </a:lnTo>
                        <a:lnTo>
                          <a:pt x="49835" y="214789"/>
                        </a:ln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63" name="Freeform: Shape 362">
                    <a:extLst>
                      <a:ext uri="{FF2B5EF4-FFF2-40B4-BE49-F238E27FC236}">
                        <a16:creationId xmlns:a16="http://schemas.microsoft.com/office/drawing/2014/main" id="{9A4DB148-2681-4E09-A083-721325D8D6F5}"/>
                      </a:ext>
                    </a:extLst>
                  </p:cNvPr>
                  <p:cNvSpPr/>
                  <p:nvPr/>
                </p:nvSpPr>
                <p:spPr>
                  <a:xfrm>
                    <a:off x="5968630" y="3448315"/>
                    <a:ext cx="232070" cy="342634"/>
                  </a:xfrm>
                  <a:custGeom>
                    <a:avLst/>
                    <a:gdLst>
                      <a:gd name="connsiteX0" fmla="*/ 213095 w 232070"/>
                      <a:gd name="connsiteY0" fmla="*/ 342635 h 342634"/>
                      <a:gd name="connsiteX1" fmla="*/ 196998 w 232070"/>
                      <a:gd name="connsiteY1" fmla="*/ 333777 h 342634"/>
                      <a:gd name="connsiteX2" fmla="*/ 2973 w 232070"/>
                      <a:gd name="connsiteY2" fmla="*/ 29262 h 342634"/>
                      <a:gd name="connsiteX3" fmla="*/ 8784 w 232070"/>
                      <a:gd name="connsiteY3" fmla="*/ 2973 h 342634"/>
                      <a:gd name="connsiteX4" fmla="*/ 35073 w 232070"/>
                      <a:gd name="connsiteY4" fmla="*/ 8784 h 342634"/>
                      <a:gd name="connsiteX5" fmla="*/ 229097 w 232070"/>
                      <a:gd name="connsiteY5" fmla="*/ 313298 h 342634"/>
                      <a:gd name="connsiteX6" fmla="*/ 223287 w 232070"/>
                      <a:gd name="connsiteY6" fmla="*/ 339587 h 342634"/>
                      <a:gd name="connsiteX7" fmla="*/ 213095 w 232070"/>
                      <a:gd name="connsiteY7" fmla="*/ 342635 h 3426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32070" h="342634">
                        <a:moveTo>
                          <a:pt x="213095" y="342635"/>
                        </a:moveTo>
                        <a:cubicBezTo>
                          <a:pt x="206808" y="342635"/>
                          <a:pt x="200617" y="339492"/>
                          <a:pt x="196998" y="333777"/>
                        </a:cubicBezTo>
                        <a:lnTo>
                          <a:pt x="2973" y="29262"/>
                        </a:lnTo>
                        <a:cubicBezTo>
                          <a:pt x="-2646" y="20404"/>
                          <a:pt x="-75" y="8593"/>
                          <a:pt x="8784" y="2973"/>
                        </a:cubicBezTo>
                        <a:cubicBezTo>
                          <a:pt x="17642" y="-2646"/>
                          <a:pt x="29453" y="-75"/>
                          <a:pt x="35073" y="8784"/>
                        </a:cubicBezTo>
                        <a:lnTo>
                          <a:pt x="229097" y="313298"/>
                        </a:lnTo>
                        <a:cubicBezTo>
                          <a:pt x="234717" y="322156"/>
                          <a:pt x="232145" y="333967"/>
                          <a:pt x="223287" y="339587"/>
                        </a:cubicBezTo>
                        <a:cubicBezTo>
                          <a:pt x="220143" y="341682"/>
                          <a:pt x="216619" y="342635"/>
                          <a:pt x="213095" y="342635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64" name="Freeform: Shape 363">
                    <a:extLst>
                      <a:ext uri="{FF2B5EF4-FFF2-40B4-BE49-F238E27FC236}">
                        <a16:creationId xmlns:a16="http://schemas.microsoft.com/office/drawing/2014/main" id="{AF34469E-F843-4228-ACF4-ED09E4A11827}"/>
                      </a:ext>
                    </a:extLst>
                  </p:cNvPr>
                  <p:cNvSpPr/>
                  <p:nvPr/>
                </p:nvSpPr>
                <p:spPr>
                  <a:xfrm>
                    <a:off x="6198489" y="3466528"/>
                    <a:ext cx="252882" cy="324421"/>
                  </a:xfrm>
                  <a:custGeom>
                    <a:avLst/>
                    <a:gdLst>
                      <a:gd name="connsiteX0" fmla="*/ 233744 w 252882"/>
                      <a:gd name="connsiteY0" fmla="*/ 324422 h 324421"/>
                      <a:gd name="connsiteX1" fmla="*/ 216694 w 252882"/>
                      <a:gd name="connsiteY1" fmla="*/ 313849 h 324421"/>
                      <a:gd name="connsiteX2" fmla="*/ 78867 w 252882"/>
                      <a:gd name="connsiteY2" fmla="*/ 38100 h 324421"/>
                      <a:gd name="connsiteX3" fmla="*/ 19050 w 252882"/>
                      <a:gd name="connsiteY3" fmla="*/ 38100 h 324421"/>
                      <a:gd name="connsiteX4" fmla="*/ 0 w 252882"/>
                      <a:gd name="connsiteY4" fmla="*/ 19050 h 324421"/>
                      <a:gd name="connsiteX5" fmla="*/ 19050 w 252882"/>
                      <a:gd name="connsiteY5" fmla="*/ 0 h 324421"/>
                      <a:gd name="connsiteX6" fmla="*/ 90678 w 252882"/>
                      <a:gd name="connsiteY6" fmla="*/ 0 h 324421"/>
                      <a:gd name="connsiteX7" fmla="*/ 107728 w 252882"/>
                      <a:gd name="connsiteY7" fmla="*/ 10573 h 324421"/>
                      <a:gd name="connsiteX8" fmla="*/ 250888 w 252882"/>
                      <a:gd name="connsiteY8" fmla="*/ 296894 h 324421"/>
                      <a:gd name="connsiteX9" fmla="*/ 242411 w 252882"/>
                      <a:gd name="connsiteY9" fmla="*/ 322421 h 324421"/>
                      <a:gd name="connsiteX10" fmla="*/ 233744 w 252882"/>
                      <a:gd name="connsiteY10" fmla="*/ 324422 h 324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52882" h="324421">
                        <a:moveTo>
                          <a:pt x="233744" y="324422"/>
                        </a:moveTo>
                        <a:cubicBezTo>
                          <a:pt x="226790" y="324422"/>
                          <a:pt x="220027" y="320612"/>
                          <a:pt x="216694" y="313849"/>
                        </a:cubicBezTo>
                        <a:lnTo>
                          <a:pt x="78867" y="38100"/>
                        </a:lnTo>
                        <a:lnTo>
                          <a:pt x="19050" y="38100"/>
                        </a:lnTo>
                        <a:cubicBezTo>
                          <a:pt x="8477" y="38100"/>
                          <a:pt x="0" y="29623"/>
                          <a:pt x="0" y="19050"/>
                        </a:cubicBezTo>
                        <a:cubicBezTo>
                          <a:pt x="0" y="8477"/>
                          <a:pt x="8477" y="0"/>
                          <a:pt x="19050" y="0"/>
                        </a:cubicBezTo>
                        <a:lnTo>
                          <a:pt x="90678" y="0"/>
                        </a:lnTo>
                        <a:cubicBezTo>
                          <a:pt x="97917" y="0"/>
                          <a:pt x="104489" y="4096"/>
                          <a:pt x="107728" y="10573"/>
                        </a:cubicBezTo>
                        <a:lnTo>
                          <a:pt x="250888" y="296894"/>
                        </a:lnTo>
                        <a:cubicBezTo>
                          <a:pt x="255556" y="306324"/>
                          <a:pt x="251746" y="317754"/>
                          <a:pt x="242411" y="322421"/>
                        </a:cubicBezTo>
                        <a:cubicBezTo>
                          <a:pt x="239554" y="323755"/>
                          <a:pt x="236696" y="324422"/>
                          <a:pt x="233744" y="324422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65" name="Freeform: Shape 364">
                    <a:extLst>
                      <a:ext uri="{FF2B5EF4-FFF2-40B4-BE49-F238E27FC236}">
                        <a16:creationId xmlns:a16="http://schemas.microsoft.com/office/drawing/2014/main" id="{75355F7F-9869-47EC-B751-0A7C596AFBED}"/>
                      </a:ext>
                    </a:extLst>
                  </p:cNvPr>
                  <p:cNvSpPr/>
                  <p:nvPr/>
                </p:nvSpPr>
                <p:spPr>
                  <a:xfrm>
                    <a:off x="6377368" y="3717035"/>
                    <a:ext cx="109727" cy="109728"/>
                  </a:xfrm>
                  <a:custGeom>
                    <a:avLst/>
                    <a:gdLst>
                      <a:gd name="connsiteX0" fmla="*/ 54864 w 109727"/>
                      <a:gd name="connsiteY0" fmla="*/ 109728 h 109728"/>
                      <a:gd name="connsiteX1" fmla="*/ 0 w 109727"/>
                      <a:gd name="connsiteY1" fmla="*/ 54864 h 109728"/>
                      <a:gd name="connsiteX2" fmla="*/ 54864 w 109727"/>
                      <a:gd name="connsiteY2" fmla="*/ 0 h 109728"/>
                      <a:gd name="connsiteX3" fmla="*/ 109728 w 109727"/>
                      <a:gd name="connsiteY3" fmla="*/ 54864 h 109728"/>
                      <a:gd name="connsiteX4" fmla="*/ 54864 w 109727"/>
                      <a:gd name="connsiteY4" fmla="*/ 109728 h 109728"/>
                      <a:gd name="connsiteX5" fmla="*/ 54864 w 109727"/>
                      <a:gd name="connsiteY5" fmla="*/ 38100 h 109728"/>
                      <a:gd name="connsiteX6" fmla="*/ 38100 w 109727"/>
                      <a:gd name="connsiteY6" fmla="*/ 54864 h 109728"/>
                      <a:gd name="connsiteX7" fmla="*/ 54864 w 109727"/>
                      <a:gd name="connsiteY7" fmla="*/ 71628 h 109728"/>
                      <a:gd name="connsiteX8" fmla="*/ 71628 w 109727"/>
                      <a:gd name="connsiteY8" fmla="*/ 54864 h 109728"/>
                      <a:gd name="connsiteX9" fmla="*/ 54864 w 109727"/>
                      <a:gd name="connsiteY9" fmla="*/ 38100 h 1097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9727" h="109728">
                        <a:moveTo>
                          <a:pt x="54864" y="109728"/>
                        </a:moveTo>
                        <a:cubicBezTo>
                          <a:pt x="24670" y="109728"/>
                          <a:pt x="0" y="85154"/>
                          <a:pt x="0" y="54864"/>
                        </a:cubicBezTo>
                        <a:cubicBezTo>
                          <a:pt x="0" y="24575"/>
                          <a:pt x="24575" y="0"/>
                          <a:pt x="54864" y="0"/>
                        </a:cubicBezTo>
                        <a:cubicBezTo>
                          <a:pt x="85154" y="0"/>
                          <a:pt x="109728" y="24575"/>
                          <a:pt x="109728" y="54864"/>
                        </a:cubicBezTo>
                        <a:cubicBezTo>
                          <a:pt x="109728" y="85154"/>
                          <a:pt x="85154" y="109728"/>
                          <a:pt x="54864" y="109728"/>
                        </a:cubicBezTo>
                        <a:close/>
                        <a:moveTo>
                          <a:pt x="54864" y="38100"/>
                        </a:moveTo>
                        <a:cubicBezTo>
                          <a:pt x="45625" y="38100"/>
                          <a:pt x="38100" y="45625"/>
                          <a:pt x="38100" y="54864"/>
                        </a:cubicBezTo>
                        <a:cubicBezTo>
                          <a:pt x="38100" y="64103"/>
                          <a:pt x="45625" y="71628"/>
                          <a:pt x="54864" y="71628"/>
                        </a:cubicBezTo>
                        <a:cubicBezTo>
                          <a:pt x="64103" y="71628"/>
                          <a:pt x="71628" y="64103"/>
                          <a:pt x="71628" y="54864"/>
                        </a:cubicBezTo>
                        <a:cubicBezTo>
                          <a:pt x="71628" y="45625"/>
                          <a:pt x="64103" y="38100"/>
                          <a:pt x="54864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66" name="Freeform: Shape 365">
                    <a:extLst>
                      <a:ext uri="{FF2B5EF4-FFF2-40B4-BE49-F238E27FC236}">
                        <a16:creationId xmlns:a16="http://schemas.microsoft.com/office/drawing/2014/main" id="{2FA4FC93-C2F9-4B26-9263-1AEDDDFC8E37}"/>
                      </a:ext>
                    </a:extLst>
                  </p:cNvPr>
                  <p:cNvSpPr/>
                  <p:nvPr/>
                </p:nvSpPr>
                <p:spPr>
                  <a:xfrm>
                    <a:off x="5876353" y="3717035"/>
                    <a:ext cx="109728" cy="109728"/>
                  </a:xfrm>
                  <a:custGeom>
                    <a:avLst/>
                    <a:gdLst>
                      <a:gd name="connsiteX0" fmla="*/ 54864 w 109728"/>
                      <a:gd name="connsiteY0" fmla="*/ 109728 h 109728"/>
                      <a:gd name="connsiteX1" fmla="*/ 0 w 109728"/>
                      <a:gd name="connsiteY1" fmla="*/ 54864 h 109728"/>
                      <a:gd name="connsiteX2" fmla="*/ 54864 w 109728"/>
                      <a:gd name="connsiteY2" fmla="*/ 0 h 109728"/>
                      <a:gd name="connsiteX3" fmla="*/ 109728 w 109728"/>
                      <a:gd name="connsiteY3" fmla="*/ 54864 h 109728"/>
                      <a:gd name="connsiteX4" fmla="*/ 54864 w 109728"/>
                      <a:gd name="connsiteY4" fmla="*/ 109728 h 109728"/>
                      <a:gd name="connsiteX5" fmla="*/ 54864 w 109728"/>
                      <a:gd name="connsiteY5" fmla="*/ 38100 h 109728"/>
                      <a:gd name="connsiteX6" fmla="*/ 38100 w 109728"/>
                      <a:gd name="connsiteY6" fmla="*/ 54864 h 109728"/>
                      <a:gd name="connsiteX7" fmla="*/ 54864 w 109728"/>
                      <a:gd name="connsiteY7" fmla="*/ 71628 h 109728"/>
                      <a:gd name="connsiteX8" fmla="*/ 71628 w 109728"/>
                      <a:gd name="connsiteY8" fmla="*/ 54864 h 109728"/>
                      <a:gd name="connsiteX9" fmla="*/ 54864 w 109728"/>
                      <a:gd name="connsiteY9" fmla="*/ 38100 h 1097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9728" h="109728">
                        <a:moveTo>
                          <a:pt x="54864" y="109728"/>
                        </a:moveTo>
                        <a:cubicBezTo>
                          <a:pt x="24575" y="109728"/>
                          <a:pt x="0" y="85154"/>
                          <a:pt x="0" y="54864"/>
                        </a:cubicBezTo>
                        <a:cubicBezTo>
                          <a:pt x="0" y="24575"/>
                          <a:pt x="24575" y="0"/>
                          <a:pt x="54864" y="0"/>
                        </a:cubicBezTo>
                        <a:cubicBezTo>
                          <a:pt x="85154" y="0"/>
                          <a:pt x="109728" y="24575"/>
                          <a:pt x="109728" y="54864"/>
                        </a:cubicBezTo>
                        <a:cubicBezTo>
                          <a:pt x="109728" y="85154"/>
                          <a:pt x="85058" y="109728"/>
                          <a:pt x="54864" y="109728"/>
                        </a:cubicBezTo>
                        <a:close/>
                        <a:moveTo>
                          <a:pt x="54864" y="38100"/>
                        </a:moveTo>
                        <a:cubicBezTo>
                          <a:pt x="45625" y="38100"/>
                          <a:pt x="38100" y="45625"/>
                          <a:pt x="38100" y="54864"/>
                        </a:cubicBezTo>
                        <a:cubicBezTo>
                          <a:pt x="38100" y="64103"/>
                          <a:pt x="45625" y="71628"/>
                          <a:pt x="54864" y="71628"/>
                        </a:cubicBezTo>
                        <a:cubicBezTo>
                          <a:pt x="64103" y="71628"/>
                          <a:pt x="71628" y="64103"/>
                          <a:pt x="71628" y="54864"/>
                        </a:cubicBezTo>
                        <a:cubicBezTo>
                          <a:pt x="71533" y="45625"/>
                          <a:pt x="64008" y="38100"/>
                          <a:pt x="54864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67" name="Freeform: Shape 366">
                    <a:extLst>
                      <a:ext uri="{FF2B5EF4-FFF2-40B4-BE49-F238E27FC236}">
                        <a16:creationId xmlns:a16="http://schemas.microsoft.com/office/drawing/2014/main" id="{A5C76D27-A42C-4105-9A67-BE44C6262BD4}"/>
                      </a:ext>
                    </a:extLst>
                  </p:cNvPr>
                  <p:cNvSpPr/>
                  <p:nvPr/>
                </p:nvSpPr>
                <p:spPr>
                  <a:xfrm>
                    <a:off x="6270021" y="3609689"/>
                    <a:ext cx="324421" cy="324421"/>
                  </a:xfrm>
                  <a:custGeom>
                    <a:avLst/>
                    <a:gdLst>
                      <a:gd name="connsiteX0" fmla="*/ 162211 w 324421"/>
                      <a:gd name="connsiteY0" fmla="*/ 324421 h 324421"/>
                      <a:gd name="connsiteX1" fmla="*/ 0 w 324421"/>
                      <a:gd name="connsiteY1" fmla="*/ 162211 h 324421"/>
                      <a:gd name="connsiteX2" fmla="*/ 162211 w 324421"/>
                      <a:gd name="connsiteY2" fmla="*/ 0 h 324421"/>
                      <a:gd name="connsiteX3" fmla="*/ 324422 w 324421"/>
                      <a:gd name="connsiteY3" fmla="*/ 162211 h 324421"/>
                      <a:gd name="connsiteX4" fmla="*/ 162211 w 324421"/>
                      <a:gd name="connsiteY4" fmla="*/ 324421 h 324421"/>
                      <a:gd name="connsiteX5" fmla="*/ 162211 w 324421"/>
                      <a:gd name="connsiteY5" fmla="*/ 38100 h 324421"/>
                      <a:gd name="connsiteX6" fmla="*/ 38100 w 324421"/>
                      <a:gd name="connsiteY6" fmla="*/ 162211 h 324421"/>
                      <a:gd name="connsiteX7" fmla="*/ 162211 w 324421"/>
                      <a:gd name="connsiteY7" fmla="*/ 286321 h 324421"/>
                      <a:gd name="connsiteX8" fmla="*/ 286322 w 324421"/>
                      <a:gd name="connsiteY8" fmla="*/ 162211 h 324421"/>
                      <a:gd name="connsiteX9" fmla="*/ 162211 w 324421"/>
                      <a:gd name="connsiteY9" fmla="*/ 38100 h 324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24421" h="324421">
                        <a:moveTo>
                          <a:pt x="162211" y="324421"/>
                        </a:moveTo>
                        <a:cubicBezTo>
                          <a:pt x="72771" y="324421"/>
                          <a:pt x="0" y="251650"/>
                          <a:pt x="0" y="162211"/>
                        </a:cubicBezTo>
                        <a:cubicBezTo>
                          <a:pt x="0" y="72771"/>
                          <a:pt x="72771" y="0"/>
                          <a:pt x="162211" y="0"/>
                        </a:cubicBezTo>
                        <a:cubicBezTo>
                          <a:pt x="251651" y="0"/>
                          <a:pt x="324422" y="72771"/>
                          <a:pt x="324422" y="162211"/>
                        </a:cubicBezTo>
                        <a:cubicBezTo>
                          <a:pt x="324422" y="251650"/>
                          <a:pt x="251651" y="324421"/>
                          <a:pt x="162211" y="324421"/>
                        </a:cubicBezTo>
                        <a:close/>
                        <a:moveTo>
                          <a:pt x="162211" y="38100"/>
                        </a:moveTo>
                        <a:cubicBezTo>
                          <a:pt x="93821" y="38100"/>
                          <a:pt x="38100" y="93821"/>
                          <a:pt x="38100" y="162211"/>
                        </a:cubicBezTo>
                        <a:cubicBezTo>
                          <a:pt x="38100" y="230696"/>
                          <a:pt x="93821" y="286321"/>
                          <a:pt x="162211" y="286321"/>
                        </a:cubicBezTo>
                        <a:cubicBezTo>
                          <a:pt x="230600" y="286321"/>
                          <a:pt x="286322" y="230600"/>
                          <a:pt x="286322" y="162211"/>
                        </a:cubicBezTo>
                        <a:cubicBezTo>
                          <a:pt x="286322" y="93726"/>
                          <a:pt x="230696" y="38100"/>
                          <a:pt x="162211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68" name="Freeform: Shape 367">
                    <a:extLst>
                      <a:ext uri="{FF2B5EF4-FFF2-40B4-BE49-F238E27FC236}">
                        <a16:creationId xmlns:a16="http://schemas.microsoft.com/office/drawing/2014/main" id="{93DA2ECA-32DD-4C51-8C0F-85AA2AA2B759}"/>
                      </a:ext>
                    </a:extLst>
                  </p:cNvPr>
                  <p:cNvSpPr/>
                  <p:nvPr/>
                </p:nvSpPr>
                <p:spPr>
                  <a:xfrm>
                    <a:off x="5769006" y="3609689"/>
                    <a:ext cx="324421" cy="324421"/>
                  </a:xfrm>
                  <a:custGeom>
                    <a:avLst/>
                    <a:gdLst>
                      <a:gd name="connsiteX0" fmla="*/ 162211 w 324421"/>
                      <a:gd name="connsiteY0" fmla="*/ 324421 h 324421"/>
                      <a:gd name="connsiteX1" fmla="*/ 0 w 324421"/>
                      <a:gd name="connsiteY1" fmla="*/ 162211 h 324421"/>
                      <a:gd name="connsiteX2" fmla="*/ 162211 w 324421"/>
                      <a:gd name="connsiteY2" fmla="*/ 0 h 324421"/>
                      <a:gd name="connsiteX3" fmla="*/ 324422 w 324421"/>
                      <a:gd name="connsiteY3" fmla="*/ 162211 h 324421"/>
                      <a:gd name="connsiteX4" fmla="*/ 162211 w 324421"/>
                      <a:gd name="connsiteY4" fmla="*/ 324421 h 324421"/>
                      <a:gd name="connsiteX5" fmla="*/ 162211 w 324421"/>
                      <a:gd name="connsiteY5" fmla="*/ 38100 h 324421"/>
                      <a:gd name="connsiteX6" fmla="*/ 38100 w 324421"/>
                      <a:gd name="connsiteY6" fmla="*/ 162211 h 324421"/>
                      <a:gd name="connsiteX7" fmla="*/ 162211 w 324421"/>
                      <a:gd name="connsiteY7" fmla="*/ 286321 h 324421"/>
                      <a:gd name="connsiteX8" fmla="*/ 286322 w 324421"/>
                      <a:gd name="connsiteY8" fmla="*/ 162211 h 324421"/>
                      <a:gd name="connsiteX9" fmla="*/ 162211 w 324421"/>
                      <a:gd name="connsiteY9" fmla="*/ 38100 h 324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24421" h="324421">
                        <a:moveTo>
                          <a:pt x="162211" y="324421"/>
                        </a:moveTo>
                        <a:cubicBezTo>
                          <a:pt x="72771" y="324421"/>
                          <a:pt x="0" y="251650"/>
                          <a:pt x="0" y="162211"/>
                        </a:cubicBezTo>
                        <a:cubicBezTo>
                          <a:pt x="0" y="72771"/>
                          <a:pt x="72676" y="0"/>
                          <a:pt x="162211" y="0"/>
                        </a:cubicBezTo>
                        <a:cubicBezTo>
                          <a:pt x="251650" y="0"/>
                          <a:pt x="324422" y="72771"/>
                          <a:pt x="324422" y="162211"/>
                        </a:cubicBezTo>
                        <a:cubicBezTo>
                          <a:pt x="324422" y="251650"/>
                          <a:pt x="251650" y="324421"/>
                          <a:pt x="162211" y="324421"/>
                        </a:cubicBezTo>
                        <a:close/>
                        <a:moveTo>
                          <a:pt x="162211" y="38100"/>
                        </a:moveTo>
                        <a:cubicBezTo>
                          <a:pt x="93726" y="38100"/>
                          <a:pt x="38100" y="93821"/>
                          <a:pt x="38100" y="162211"/>
                        </a:cubicBezTo>
                        <a:cubicBezTo>
                          <a:pt x="38100" y="230696"/>
                          <a:pt x="93821" y="286321"/>
                          <a:pt x="162211" y="286321"/>
                        </a:cubicBezTo>
                        <a:cubicBezTo>
                          <a:pt x="230696" y="286321"/>
                          <a:pt x="286322" y="230600"/>
                          <a:pt x="286322" y="162211"/>
                        </a:cubicBezTo>
                        <a:cubicBezTo>
                          <a:pt x="286322" y="93726"/>
                          <a:pt x="230600" y="38100"/>
                          <a:pt x="162211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341" name="Group 340">
              <a:extLst>
                <a:ext uri="{FF2B5EF4-FFF2-40B4-BE49-F238E27FC236}">
                  <a16:creationId xmlns:a16="http://schemas.microsoft.com/office/drawing/2014/main" id="{54A6D908-8E79-48AF-A31C-97ACEE075410}"/>
                </a:ext>
              </a:extLst>
            </p:cNvPr>
            <p:cNvGrpSpPr/>
            <p:nvPr/>
          </p:nvGrpSpPr>
          <p:grpSpPr>
            <a:xfrm>
              <a:off x="8697402" y="3112880"/>
              <a:ext cx="263476" cy="225927"/>
              <a:chOff x="9230360" y="2173322"/>
              <a:chExt cx="263476" cy="225927"/>
            </a:xfrm>
          </p:grpSpPr>
          <p:sp>
            <p:nvSpPr>
              <p:cNvPr id="350" name="Freeform 125">
                <a:extLst>
                  <a:ext uri="{FF2B5EF4-FFF2-40B4-BE49-F238E27FC236}">
                    <a16:creationId xmlns:a16="http://schemas.microsoft.com/office/drawing/2014/main" id="{76DB3C8E-FEEF-42AE-AC23-E8E47E19E3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9818" y="2212780"/>
                <a:ext cx="183288" cy="186469"/>
              </a:xfrm>
              <a:custGeom>
                <a:avLst/>
                <a:gdLst>
                  <a:gd name="T0" fmla="*/ 288 w 288"/>
                  <a:gd name="T1" fmla="*/ 129 h 293"/>
                  <a:gd name="T2" fmla="*/ 145 w 288"/>
                  <a:gd name="T3" fmla="*/ 0 h 293"/>
                  <a:gd name="T4" fmla="*/ 145 w 288"/>
                  <a:gd name="T5" fmla="*/ 0 h 293"/>
                  <a:gd name="T6" fmla="*/ 145 w 288"/>
                  <a:gd name="T7" fmla="*/ 0 h 293"/>
                  <a:gd name="T8" fmla="*/ 145 w 288"/>
                  <a:gd name="T9" fmla="*/ 0 h 293"/>
                  <a:gd name="T10" fmla="*/ 0 w 288"/>
                  <a:gd name="T11" fmla="*/ 129 h 293"/>
                  <a:gd name="T12" fmla="*/ 0 w 288"/>
                  <a:gd name="T13" fmla="*/ 293 h 293"/>
                  <a:gd name="T14" fmla="*/ 107 w 288"/>
                  <a:gd name="T15" fmla="*/ 293 h 293"/>
                  <a:gd name="T16" fmla="*/ 107 w 288"/>
                  <a:gd name="T17" fmla="*/ 198 h 293"/>
                  <a:gd name="T18" fmla="*/ 180 w 288"/>
                  <a:gd name="T19" fmla="*/ 198 h 293"/>
                  <a:gd name="T20" fmla="*/ 180 w 288"/>
                  <a:gd name="T21" fmla="*/ 293 h 293"/>
                  <a:gd name="T22" fmla="*/ 288 w 288"/>
                  <a:gd name="T23" fmla="*/ 293 h 293"/>
                  <a:gd name="T24" fmla="*/ 288 w 288"/>
                  <a:gd name="T25" fmla="*/ 129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8" h="293">
                    <a:moveTo>
                      <a:pt x="288" y="129"/>
                    </a:move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0" y="129"/>
                    </a:lnTo>
                    <a:lnTo>
                      <a:pt x="0" y="293"/>
                    </a:lnTo>
                    <a:lnTo>
                      <a:pt x="107" y="293"/>
                    </a:lnTo>
                    <a:lnTo>
                      <a:pt x="107" y="198"/>
                    </a:lnTo>
                    <a:lnTo>
                      <a:pt x="180" y="198"/>
                    </a:lnTo>
                    <a:lnTo>
                      <a:pt x="180" y="293"/>
                    </a:lnTo>
                    <a:lnTo>
                      <a:pt x="288" y="293"/>
                    </a:lnTo>
                    <a:lnTo>
                      <a:pt x="288" y="129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51" name="Freeform 126">
                <a:extLst>
                  <a:ext uri="{FF2B5EF4-FFF2-40B4-BE49-F238E27FC236}">
                    <a16:creationId xmlns:a16="http://schemas.microsoft.com/office/drawing/2014/main" id="{2602CD58-5807-4020-8AF3-0ACCBD0215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0360" y="2173322"/>
                <a:ext cx="263476" cy="114554"/>
              </a:xfrm>
              <a:custGeom>
                <a:avLst/>
                <a:gdLst>
                  <a:gd name="T0" fmla="*/ 414 w 414"/>
                  <a:gd name="T1" fmla="*/ 180 h 180"/>
                  <a:gd name="T2" fmla="*/ 207 w 414"/>
                  <a:gd name="T3" fmla="*/ 0 h 180"/>
                  <a:gd name="T4" fmla="*/ 109 w 414"/>
                  <a:gd name="T5" fmla="*/ 84 h 180"/>
                  <a:gd name="T6" fmla="*/ 109 w 414"/>
                  <a:gd name="T7" fmla="*/ 30 h 180"/>
                  <a:gd name="T8" fmla="*/ 64 w 414"/>
                  <a:gd name="T9" fmla="*/ 30 h 180"/>
                  <a:gd name="T10" fmla="*/ 64 w 414"/>
                  <a:gd name="T11" fmla="*/ 123 h 180"/>
                  <a:gd name="T12" fmla="*/ 0 w 414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4" h="180">
                    <a:moveTo>
                      <a:pt x="414" y="180"/>
                    </a:moveTo>
                    <a:lnTo>
                      <a:pt x="207" y="0"/>
                    </a:lnTo>
                    <a:lnTo>
                      <a:pt x="109" y="84"/>
                    </a:lnTo>
                    <a:lnTo>
                      <a:pt x="109" y="30"/>
                    </a:lnTo>
                    <a:lnTo>
                      <a:pt x="64" y="30"/>
                    </a:lnTo>
                    <a:lnTo>
                      <a:pt x="64" y="123"/>
                    </a:lnTo>
                    <a:lnTo>
                      <a:pt x="0" y="180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  <p:grpSp>
          <p:nvGrpSpPr>
            <p:cNvPr id="401" name="Group 400">
              <a:extLst>
                <a:ext uri="{FF2B5EF4-FFF2-40B4-BE49-F238E27FC236}">
                  <a16:creationId xmlns:a16="http://schemas.microsoft.com/office/drawing/2014/main" id="{51B5ABAE-9CCB-477A-8919-4786D77DB48E}"/>
                </a:ext>
              </a:extLst>
            </p:cNvPr>
            <p:cNvGrpSpPr/>
            <p:nvPr/>
          </p:nvGrpSpPr>
          <p:grpSpPr>
            <a:xfrm>
              <a:off x="8279894" y="4380528"/>
              <a:ext cx="263476" cy="225927"/>
              <a:chOff x="9230360" y="2173322"/>
              <a:chExt cx="263476" cy="225927"/>
            </a:xfrm>
          </p:grpSpPr>
          <p:sp>
            <p:nvSpPr>
              <p:cNvPr id="410" name="Freeform 125">
                <a:extLst>
                  <a:ext uri="{FF2B5EF4-FFF2-40B4-BE49-F238E27FC236}">
                    <a16:creationId xmlns:a16="http://schemas.microsoft.com/office/drawing/2014/main" id="{3E30EAFF-917A-4A34-816A-5EA61EDF1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9818" y="2212780"/>
                <a:ext cx="183288" cy="186469"/>
              </a:xfrm>
              <a:custGeom>
                <a:avLst/>
                <a:gdLst>
                  <a:gd name="T0" fmla="*/ 288 w 288"/>
                  <a:gd name="T1" fmla="*/ 129 h 293"/>
                  <a:gd name="T2" fmla="*/ 145 w 288"/>
                  <a:gd name="T3" fmla="*/ 0 h 293"/>
                  <a:gd name="T4" fmla="*/ 145 w 288"/>
                  <a:gd name="T5" fmla="*/ 0 h 293"/>
                  <a:gd name="T6" fmla="*/ 145 w 288"/>
                  <a:gd name="T7" fmla="*/ 0 h 293"/>
                  <a:gd name="T8" fmla="*/ 145 w 288"/>
                  <a:gd name="T9" fmla="*/ 0 h 293"/>
                  <a:gd name="T10" fmla="*/ 0 w 288"/>
                  <a:gd name="T11" fmla="*/ 129 h 293"/>
                  <a:gd name="T12" fmla="*/ 0 w 288"/>
                  <a:gd name="T13" fmla="*/ 293 h 293"/>
                  <a:gd name="T14" fmla="*/ 107 w 288"/>
                  <a:gd name="T15" fmla="*/ 293 h 293"/>
                  <a:gd name="T16" fmla="*/ 107 w 288"/>
                  <a:gd name="T17" fmla="*/ 198 h 293"/>
                  <a:gd name="T18" fmla="*/ 180 w 288"/>
                  <a:gd name="T19" fmla="*/ 198 h 293"/>
                  <a:gd name="T20" fmla="*/ 180 w 288"/>
                  <a:gd name="T21" fmla="*/ 293 h 293"/>
                  <a:gd name="T22" fmla="*/ 288 w 288"/>
                  <a:gd name="T23" fmla="*/ 293 h 293"/>
                  <a:gd name="T24" fmla="*/ 288 w 288"/>
                  <a:gd name="T25" fmla="*/ 129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8" h="293">
                    <a:moveTo>
                      <a:pt x="288" y="129"/>
                    </a:move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0" y="129"/>
                    </a:lnTo>
                    <a:lnTo>
                      <a:pt x="0" y="293"/>
                    </a:lnTo>
                    <a:lnTo>
                      <a:pt x="107" y="293"/>
                    </a:lnTo>
                    <a:lnTo>
                      <a:pt x="107" y="198"/>
                    </a:lnTo>
                    <a:lnTo>
                      <a:pt x="180" y="198"/>
                    </a:lnTo>
                    <a:lnTo>
                      <a:pt x="180" y="293"/>
                    </a:lnTo>
                    <a:lnTo>
                      <a:pt x="288" y="293"/>
                    </a:lnTo>
                    <a:lnTo>
                      <a:pt x="288" y="129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411" name="Freeform 126">
                <a:extLst>
                  <a:ext uri="{FF2B5EF4-FFF2-40B4-BE49-F238E27FC236}">
                    <a16:creationId xmlns:a16="http://schemas.microsoft.com/office/drawing/2014/main" id="{1E7D1768-3F44-47C6-8855-A3C855CE84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0360" y="2173322"/>
                <a:ext cx="263476" cy="114554"/>
              </a:xfrm>
              <a:custGeom>
                <a:avLst/>
                <a:gdLst>
                  <a:gd name="T0" fmla="*/ 414 w 414"/>
                  <a:gd name="T1" fmla="*/ 180 h 180"/>
                  <a:gd name="T2" fmla="*/ 207 w 414"/>
                  <a:gd name="T3" fmla="*/ 0 h 180"/>
                  <a:gd name="T4" fmla="*/ 109 w 414"/>
                  <a:gd name="T5" fmla="*/ 84 h 180"/>
                  <a:gd name="T6" fmla="*/ 109 w 414"/>
                  <a:gd name="T7" fmla="*/ 30 h 180"/>
                  <a:gd name="T8" fmla="*/ 64 w 414"/>
                  <a:gd name="T9" fmla="*/ 30 h 180"/>
                  <a:gd name="T10" fmla="*/ 64 w 414"/>
                  <a:gd name="T11" fmla="*/ 123 h 180"/>
                  <a:gd name="T12" fmla="*/ 0 w 414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4" h="180">
                    <a:moveTo>
                      <a:pt x="414" y="180"/>
                    </a:moveTo>
                    <a:lnTo>
                      <a:pt x="207" y="0"/>
                    </a:lnTo>
                    <a:lnTo>
                      <a:pt x="109" y="84"/>
                    </a:lnTo>
                    <a:lnTo>
                      <a:pt x="109" y="30"/>
                    </a:lnTo>
                    <a:lnTo>
                      <a:pt x="64" y="30"/>
                    </a:lnTo>
                    <a:lnTo>
                      <a:pt x="64" y="123"/>
                    </a:lnTo>
                    <a:lnTo>
                      <a:pt x="0" y="180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</p:grpSp>
        <p:grpSp>
          <p:nvGrpSpPr>
            <p:cNvPr id="402" name="Group 401">
              <a:extLst>
                <a:ext uri="{FF2B5EF4-FFF2-40B4-BE49-F238E27FC236}">
                  <a16:creationId xmlns:a16="http://schemas.microsoft.com/office/drawing/2014/main" id="{E9194032-D291-42FD-99F2-69586BFDDE53}"/>
                </a:ext>
              </a:extLst>
            </p:cNvPr>
            <p:cNvGrpSpPr/>
            <p:nvPr/>
          </p:nvGrpSpPr>
          <p:grpSpPr>
            <a:xfrm>
              <a:off x="8660552" y="4428040"/>
              <a:ext cx="224088" cy="182987"/>
              <a:chOff x="9250054" y="3395136"/>
              <a:chExt cx="224088" cy="182987"/>
            </a:xfrm>
          </p:grpSpPr>
          <p:sp>
            <p:nvSpPr>
              <p:cNvPr id="403" name="Freeform 114">
                <a:extLst>
                  <a:ext uri="{FF2B5EF4-FFF2-40B4-BE49-F238E27FC236}">
                    <a16:creationId xmlns:a16="http://schemas.microsoft.com/office/drawing/2014/main" id="{FB56D632-08AD-45A9-9BB7-49CFFC491D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5990" y="3395136"/>
                <a:ext cx="28152" cy="25337"/>
              </a:xfrm>
              <a:custGeom>
                <a:avLst/>
                <a:gdLst>
                  <a:gd name="T0" fmla="*/ 0 w 50"/>
                  <a:gd name="T1" fmla="*/ 0 h 45"/>
                  <a:gd name="T2" fmla="*/ 50 w 50"/>
                  <a:gd name="T3" fmla="*/ 0 h 45"/>
                  <a:gd name="T4" fmla="*/ 50 w 50"/>
                  <a:gd name="T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" h="45">
                    <a:moveTo>
                      <a:pt x="0" y="0"/>
                    </a:moveTo>
                    <a:lnTo>
                      <a:pt x="50" y="0"/>
                    </a:lnTo>
                    <a:lnTo>
                      <a:pt x="50" y="45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404" name="Freeform 115">
                <a:extLst>
                  <a:ext uri="{FF2B5EF4-FFF2-40B4-BE49-F238E27FC236}">
                    <a16:creationId xmlns:a16="http://schemas.microsoft.com/office/drawing/2014/main" id="{4F8327B9-7DFB-45E7-B45C-7BF85623BB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0054" y="3395136"/>
                <a:ext cx="224088" cy="182987"/>
              </a:xfrm>
              <a:custGeom>
                <a:avLst/>
                <a:gdLst>
                  <a:gd name="T0" fmla="*/ 398 w 398"/>
                  <a:gd name="T1" fmla="*/ 262 h 325"/>
                  <a:gd name="T2" fmla="*/ 398 w 398"/>
                  <a:gd name="T3" fmla="*/ 325 h 325"/>
                  <a:gd name="T4" fmla="*/ 0 w 398"/>
                  <a:gd name="T5" fmla="*/ 325 h 325"/>
                  <a:gd name="T6" fmla="*/ 0 w 398"/>
                  <a:gd name="T7" fmla="*/ 0 h 325"/>
                  <a:gd name="T8" fmla="*/ 284 w 398"/>
                  <a:gd name="T9" fmla="*/ 0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8" h="325">
                    <a:moveTo>
                      <a:pt x="398" y="262"/>
                    </a:moveTo>
                    <a:lnTo>
                      <a:pt x="398" y="325"/>
                    </a:lnTo>
                    <a:lnTo>
                      <a:pt x="0" y="325"/>
                    </a:lnTo>
                    <a:lnTo>
                      <a:pt x="0" y="0"/>
                    </a:lnTo>
                    <a:lnTo>
                      <a:pt x="284" y="0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405" name="Line 116">
                <a:extLst>
                  <a:ext uri="{FF2B5EF4-FFF2-40B4-BE49-F238E27FC236}">
                    <a16:creationId xmlns:a16="http://schemas.microsoft.com/office/drawing/2014/main" id="{72D7FECC-1E98-4F00-AC3F-1D9D25DCC7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251180" y="3486911"/>
                <a:ext cx="97405" cy="0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406" name="Line 117">
                <a:extLst>
                  <a:ext uri="{FF2B5EF4-FFF2-40B4-BE49-F238E27FC236}">
                    <a16:creationId xmlns:a16="http://schemas.microsoft.com/office/drawing/2014/main" id="{B93063BA-BC97-4752-938A-C1C546894A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3458759"/>
                <a:ext cx="0" cy="56867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407" name="Line 118">
                <a:extLst>
                  <a:ext uri="{FF2B5EF4-FFF2-40B4-BE49-F238E27FC236}">
                    <a16:creationId xmlns:a16="http://schemas.microsoft.com/office/drawing/2014/main" id="{9BDD150F-759C-4AC8-92DC-13E01678C6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3395136"/>
                <a:ext cx="0" cy="34345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408" name="Line 119">
                <a:extLst>
                  <a:ext uri="{FF2B5EF4-FFF2-40B4-BE49-F238E27FC236}">
                    <a16:creationId xmlns:a16="http://schemas.microsoft.com/office/drawing/2014/main" id="{76556E66-1B61-45BA-AED2-F45E7F2A42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3547719"/>
                <a:ext cx="0" cy="30404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cxnSp>
            <p:nvCxnSpPr>
              <p:cNvPr id="409" name="Straight Connector 408">
                <a:extLst>
                  <a:ext uri="{FF2B5EF4-FFF2-40B4-BE49-F238E27FC236}">
                    <a16:creationId xmlns:a16="http://schemas.microsoft.com/office/drawing/2014/main" id="{8C2266ED-5551-4835-86EF-E72DA1CBDA39}"/>
                  </a:ext>
                </a:extLst>
              </p:cNvPr>
              <p:cNvCxnSpPr>
                <a:cxnSpLocks/>
                <a:stCxn id="403" idx="2"/>
                <a:endCxn id="404" idx="0"/>
              </p:cNvCxnSpPr>
              <p:nvPr/>
            </p:nvCxnSpPr>
            <p:spPr>
              <a:xfrm>
                <a:off x="9474142" y="3420473"/>
                <a:ext cx="0" cy="122179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cxnSp>
        </p:grpSp>
        <p:grpSp>
          <p:nvGrpSpPr>
            <p:cNvPr id="431" name="Group 430">
              <a:extLst>
                <a:ext uri="{FF2B5EF4-FFF2-40B4-BE49-F238E27FC236}">
                  <a16:creationId xmlns:a16="http://schemas.microsoft.com/office/drawing/2014/main" id="{C2B70976-EB69-487F-B864-B16F352395EC}"/>
                </a:ext>
              </a:extLst>
            </p:cNvPr>
            <p:cNvGrpSpPr/>
            <p:nvPr/>
          </p:nvGrpSpPr>
          <p:grpSpPr>
            <a:xfrm>
              <a:off x="8279894" y="5050910"/>
              <a:ext cx="263476" cy="225927"/>
              <a:chOff x="9230360" y="2173322"/>
              <a:chExt cx="263476" cy="225927"/>
            </a:xfrm>
          </p:grpSpPr>
          <p:sp>
            <p:nvSpPr>
              <p:cNvPr id="440" name="Freeform 125">
                <a:extLst>
                  <a:ext uri="{FF2B5EF4-FFF2-40B4-BE49-F238E27FC236}">
                    <a16:creationId xmlns:a16="http://schemas.microsoft.com/office/drawing/2014/main" id="{E4196E48-058E-4BC5-A47B-FC103824A6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9818" y="2212780"/>
                <a:ext cx="183288" cy="186469"/>
              </a:xfrm>
              <a:custGeom>
                <a:avLst/>
                <a:gdLst>
                  <a:gd name="T0" fmla="*/ 288 w 288"/>
                  <a:gd name="T1" fmla="*/ 129 h 293"/>
                  <a:gd name="T2" fmla="*/ 145 w 288"/>
                  <a:gd name="T3" fmla="*/ 0 h 293"/>
                  <a:gd name="T4" fmla="*/ 145 w 288"/>
                  <a:gd name="T5" fmla="*/ 0 h 293"/>
                  <a:gd name="T6" fmla="*/ 145 w 288"/>
                  <a:gd name="T7" fmla="*/ 0 h 293"/>
                  <a:gd name="T8" fmla="*/ 145 w 288"/>
                  <a:gd name="T9" fmla="*/ 0 h 293"/>
                  <a:gd name="T10" fmla="*/ 0 w 288"/>
                  <a:gd name="T11" fmla="*/ 129 h 293"/>
                  <a:gd name="T12" fmla="*/ 0 w 288"/>
                  <a:gd name="T13" fmla="*/ 293 h 293"/>
                  <a:gd name="T14" fmla="*/ 107 w 288"/>
                  <a:gd name="T15" fmla="*/ 293 h 293"/>
                  <a:gd name="T16" fmla="*/ 107 w 288"/>
                  <a:gd name="T17" fmla="*/ 198 h 293"/>
                  <a:gd name="T18" fmla="*/ 180 w 288"/>
                  <a:gd name="T19" fmla="*/ 198 h 293"/>
                  <a:gd name="T20" fmla="*/ 180 w 288"/>
                  <a:gd name="T21" fmla="*/ 293 h 293"/>
                  <a:gd name="T22" fmla="*/ 288 w 288"/>
                  <a:gd name="T23" fmla="*/ 293 h 293"/>
                  <a:gd name="T24" fmla="*/ 288 w 288"/>
                  <a:gd name="T25" fmla="*/ 129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8" h="293">
                    <a:moveTo>
                      <a:pt x="288" y="129"/>
                    </a:move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0" y="129"/>
                    </a:lnTo>
                    <a:lnTo>
                      <a:pt x="0" y="293"/>
                    </a:lnTo>
                    <a:lnTo>
                      <a:pt x="107" y="293"/>
                    </a:lnTo>
                    <a:lnTo>
                      <a:pt x="107" y="198"/>
                    </a:lnTo>
                    <a:lnTo>
                      <a:pt x="180" y="198"/>
                    </a:lnTo>
                    <a:lnTo>
                      <a:pt x="180" y="293"/>
                    </a:lnTo>
                    <a:lnTo>
                      <a:pt x="288" y="293"/>
                    </a:lnTo>
                    <a:lnTo>
                      <a:pt x="288" y="129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441" name="Freeform 126">
                <a:extLst>
                  <a:ext uri="{FF2B5EF4-FFF2-40B4-BE49-F238E27FC236}">
                    <a16:creationId xmlns:a16="http://schemas.microsoft.com/office/drawing/2014/main" id="{98CF5C30-880E-4EE5-819C-D39D02C712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0360" y="2173322"/>
                <a:ext cx="263476" cy="114554"/>
              </a:xfrm>
              <a:custGeom>
                <a:avLst/>
                <a:gdLst>
                  <a:gd name="T0" fmla="*/ 414 w 414"/>
                  <a:gd name="T1" fmla="*/ 180 h 180"/>
                  <a:gd name="T2" fmla="*/ 207 w 414"/>
                  <a:gd name="T3" fmla="*/ 0 h 180"/>
                  <a:gd name="T4" fmla="*/ 109 w 414"/>
                  <a:gd name="T5" fmla="*/ 84 h 180"/>
                  <a:gd name="T6" fmla="*/ 109 w 414"/>
                  <a:gd name="T7" fmla="*/ 30 h 180"/>
                  <a:gd name="T8" fmla="*/ 64 w 414"/>
                  <a:gd name="T9" fmla="*/ 30 h 180"/>
                  <a:gd name="T10" fmla="*/ 64 w 414"/>
                  <a:gd name="T11" fmla="*/ 123 h 180"/>
                  <a:gd name="T12" fmla="*/ 0 w 414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4" h="180">
                    <a:moveTo>
                      <a:pt x="414" y="180"/>
                    </a:moveTo>
                    <a:lnTo>
                      <a:pt x="207" y="0"/>
                    </a:lnTo>
                    <a:lnTo>
                      <a:pt x="109" y="84"/>
                    </a:lnTo>
                    <a:lnTo>
                      <a:pt x="109" y="30"/>
                    </a:lnTo>
                    <a:lnTo>
                      <a:pt x="64" y="30"/>
                    </a:lnTo>
                    <a:lnTo>
                      <a:pt x="64" y="123"/>
                    </a:lnTo>
                    <a:lnTo>
                      <a:pt x="0" y="180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</p:grpSp>
        <p:grpSp>
          <p:nvGrpSpPr>
            <p:cNvPr id="432" name="Group 431">
              <a:extLst>
                <a:ext uri="{FF2B5EF4-FFF2-40B4-BE49-F238E27FC236}">
                  <a16:creationId xmlns:a16="http://schemas.microsoft.com/office/drawing/2014/main" id="{2393E4C0-8D46-4DF1-B560-8C9ABC10D313}"/>
                </a:ext>
              </a:extLst>
            </p:cNvPr>
            <p:cNvGrpSpPr/>
            <p:nvPr/>
          </p:nvGrpSpPr>
          <p:grpSpPr>
            <a:xfrm>
              <a:off x="8660552" y="5098422"/>
              <a:ext cx="224088" cy="182987"/>
              <a:chOff x="9250054" y="3395136"/>
              <a:chExt cx="224088" cy="182987"/>
            </a:xfrm>
          </p:grpSpPr>
          <p:sp>
            <p:nvSpPr>
              <p:cNvPr id="433" name="Freeform 114">
                <a:extLst>
                  <a:ext uri="{FF2B5EF4-FFF2-40B4-BE49-F238E27FC236}">
                    <a16:creationId xmlns:a16="http://schemas.microsoft.com/office/drawing/2014/main" id="{7D41E87D-1A60-4A74-8765-CE45358F93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5990" y="3395136"/>
                <a:ext cx="28152" cy="25337"/>
              </a:xfrm>
              <a:custGeom>
                <a:avLst/>
                <a:gdLst>
                  <a:gd name="T0" fmla="*/ 0 w 50"/>
                  <a:gd name="T1" fmla="*/ 0 h 45"/>
                  <a:gd name="T2" fmla="*/ 50 w 50"/>
                  <a:gd name="T3" fmla="*/ 0 h 45"/>
                  <a:gd name="T4" fmla="*/ 50 w 50"/>
                  <a:gd name="T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" h="45">
                    <a:moveTo>
                      <a:pt x="0" y="0"/>
                    </a:moveTo>
                    <a:lnTo>
                      <a:pt x="50" y="0"/>
                    </a:lnTo>
                    <a:lnTo>
                      <a:pt x="50" y="45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434" name="Freeform 115">
                <a:extLst>
                  <a:ext uri="{FF2B5EF4-FFF2-40B4-BE49-F238E27FC236}">
                    <a16:creationId xmlns:a16="http://schemas.microsoft.com/office/drawing/2014/main" id="{0AC1C7CF-9058-4220-B48C-5DBA5F0DF1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0054" y="3395136"/>
                <a:ext cx="224088" cy="182987"/>
              </a:xfrm>
              <a:custGeom>
                <a:avLst/>
                <a:gdLst>
                  <a:gd name="T0" fmla="*/ 398 w 398"/>
                  <a:gd name="T1" fmla="*/ 262 h 325"/>
                  <a:gd name="T2" fmla="*/ 398 w 398"/>
                  <a:gd name="T3" fmla="*/ 325 h 325"/>
                  <a:gd name="T4" fmla="*/ 0 w 398"/>
                  <a:gd name="T5" fmla="*/ 325 h 325"/>
                  <a:gd name="T6" fmla="*/ 0 w 398"/>
                  <a:gd name="T7" fmla="*/ 0 h 325"/>
                  <a:gd name="T8" fmla="*/ 284 w 398"/>
                  <a:gd name="T9" fmla="*/ 0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8" h="325">
                    <a:moveTo>
                      <a:pt x="398" y="262"/>
                    </a:moveTo>
                    <a:lnTo>
                      <a:pt x="398" y="325"/>
                    </a:lnTo>
                    <a:lnTo>
                      <a:pt x="0" y="325"/>
                    </a:lnTo>
                    <a:lnTo>
                      <a:pt x="0" y="0"/>
                    </a:lnTo>
                    <a:lnTo>
                      <a:pt x="284" y="0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435" name="Line 116">
                <a:extLst>
                  <a:ext uri="{FF2B5EF4-FFF2-40B4-BE49-F238E27FC236}">
                    <a16:creationId xmlns:a16="http://schemas.microsoft.com/office/drawing/2014/main" id="{BC15558E-D9D5-431C-AA0A-564A0ABD0A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251180" y="3486911"/>
                <a:ext cx="97405" cy="0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436" name="Line 117">
                <a:extLst>
                  <a:ext uri="{FF2B5EF4-FFF2-40B4-BE49-F238E27FC236}">
                    <a16:creationId xmlns:a16="http://schemas.microsoft.com/office/drawing/2014/main" id="{9DAD2CDB-AA93-4820-B946-ABD649A47D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3458759"/>
                <a:ext cx="0" cy="56867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437" name="Line 118">
                <a:extLst>
                  <a:ext uri="{FF2B5EF4-FFF2-40B4-BE49-F238E27FC236}">
                    <a16:creationId xmlns:a16="http://schemas.microsoft.com/office/drawing/2014/main" id="{6104DF39-E8E6-4F8F-93B2-1665FBFF85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3395136"/>
                <a:ext cx="0" cy="34345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438" name="Line 119">
                <a:extLst>
                  <a:ext uri="{FF2B5EF4-FFF2-40B4-BE49-F238E27FC236}">
                    <a16:creationId xmlns:a16="http://schemas.microsoft.com/office/drawing/2014/main" id="{67756432-5130-4195-A2DC-A886E6CC9D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3547719"/>
                <a:ext cx="0" cy="30404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cxnSp>
            <p:nvCxnSpPr>
              <p:cNvPr id="439" name="Straight Connector 438">
                <a:extLst>
                  <a:ext uri="{FF2B5EF4-FFF2-40B4-BE49-F238E27FC236}">
                    <a16:creationId xmlns:a16="http://schemas.microsoft.com/office/drawing/2014/main" id="{123DC65C-FB54-42C1-9CB8-DB4C08C420DD}"/>
                  </a:ext>
                </a:extLst>
              </p:cNvPr>
              <p:cNvCxnSpPr>
                <a:cxnSpLocks/>
                <a:stCxn id="433" idx="2"/>
                <a:endCxn id="434" idx="0"/>
              </p:cNvCxnSpPr>
              <p:nvPr/>
            </p:nvCxnSpPr>
            <p:spPr>
              <a:xfrm>
                <a:off x="9474142" y="3420473"/>
                <a:ext cx="0" cy="122179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cxnSp>
        </p:grpSp>
        <p:sp>
          <p:nvSpPr>
            <p:cNvPr id="470" name="Freeform 125">
              <a:extLst>
                <a:ext uri="{FF2B5EF4-FFF2-40B4-BE49-F238E27FC236}">
                  <a16:creationId xmlns:a16="http://schemas.microsoft.com/office/drawing/2014/main" id="{E133298F-190C-416E-BCA3-3356EA63B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9987" y="5723021"/>
              <a:ext cx="183288" cy="186469"/>
            </a:xfrm>
            <a:custGeom>
              <a:avLst/>
              <a:gdLst>
                <a:gd name="T0" fmla="*/ 288 w 288"/>
                <a:gd name="T1" fmla="*/ 129 h 293"/>
                <a:gd name="T2" fmla="*/ 145 w 288"/>
                <a:gd name="T3" fmla="*/ 0 h 293"/>
                <a:gd name="T4" fmla="*/ 145 w 288"/>
                <a:gd name="T5" fmla="*/ 0 h 293"/>
                <a:gd name="T6" fmla="*/ 145 w 288"/>
                <a:gd name="T7" fmla="*/ 0 h 293"/>
                <a:gd name="T8" fmla="*/ 145 w 288"/>
                <a:gd name="T9" fmla="*/ 0 h 293"/>
                <a:gd name="T10" fmla="*/ 0 w 288"/>
                <a:gd name="T11" fmla="*/ 129 h 293"/>
                <a:gd name="T12" fmla="*/ 0 w 288"/>
                <a:gd name="T13" fmla="*/ 293 h 293"/>
                <a:gd name="T14" fmla="*/ 107 w 288"/>
                <a:gd name="T15" fmla="*/ 293 h 293"/>
                <a:gd name="T16" fmla="*/ 107 w 288"/>
                <a:gd name="T17" fmla="*/ 198 h 293"/>
                <a:gd name="T18" fmla="*/ 180 w 288"/>
                <a:gd name="T19" fmla="*/ 198 h 293"/>
                <a:gd name="T20" fmla="*/ 180 w 288"/>
                <a:gd name="T21" fmla="*/ 293 h 293"/>
                <a:gd name="T22" fmla="*/ 288 w 288"/>
                <a:gd name="T23" fmla="*/ 293 h 293"/>
                <a:gd name="T24" fmla="*/ 288 w 288"/>
                <a:gd name="T25" fmla="*/ 129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" h="293">
                  <a:moveTo>
                    <a:pt x="288" y="129"/>
                  </a:move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0" y="129"/>
                  </a:lnTo>
                  <a:lnTo>
                    <a:pt x="0" y="293"/>
                  </a:lnTo>
                  <a:lnTo>
                    <a:pt x="107" y="293"/>
                  </a:lnTo>
                  <a:lnTo>
                    <a:pt x="107" y="198"/>
                  </a:lnTo>
                  <a:lnTo>
                    <a:pt x="180" y="198"/>
                  </a:lnTo>
                  <a:lnTo>
                    <a:pt x="180" y="293"/>
                  </a:lnTo>
                  <a:lnTo>
                    <a:pt x="288" y="293"/>
                  </a:lnTo>
                  <a:lnTo>
                    <a:pt x="288" y="129"/>
                  </a:lnTo>
                  <a:close/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471" name="Freeform 126">
              <a:extLst>
                <a:ext uri="{FF2B5EF4-FFF2-40B4-BE49-F238E27FC236}">
                  <a16:creationId xmlns:a16="http://schemas.microsoft.com/office/drawing/2014/main" id="{A872E5D4-4B64-4FE7-8E43-E0015C3CE1FC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0529" y="5683563"/>
              <a:ext cx="263476" cy="114554"/>
            </a:xfrm>
            <a:custGeom>
              <a:avLst/>
              <a:gdLst>
                <a:gd name="T0" fmla="*/ 414 w 414"/>
                <a:gd name="T1" fmla="*/ 180 h 180"/>
                <a:gd name="T2" fmla="*/ 207 w 414"/>
                <a:gd name="T3" fmla="*/ 0 h 180"/>
                <a:gd name="T4" fmla="*/ 109 w 414"/>
                <a:gd name="T5" fmla="*/ 84 h 180"/>
                <a:gd name="T6" fmla="*/ 109 w 414"/>
                <a:gd name="T7" fmla="*/ 30 h 180"/>
                <a:gd name="T8" fmla="*/ 64 w 414"/>
                <a:gd name="T9" fmla="*/ 30 h 180"/>
                <a:gd name="T10" fmla="*/ 64 w 414"/>
                <a:gd name="T11" fmla="*/ 123 h 180"/>
                <a:gd name="T12" fmla="*/ 0 w 414"/>
                <a:gd name="T13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4" h="180">
                  <a:moveTo>
                    <a:pt x="414" y="180"/>
                  </a:moveTo>
                  <a:lnTo>
                    <a:pt x="207" y="0"/>
                  </a:lnTo>
                  <a:lnTo>
                    <a:pt x="109" y="84"/>
                  </a:lnTo>
                  <a:lnTo>
                    <a:pt x="109" y="30"/>
                  </a:lnTo>
                  <a:lnTo>
                    <a:pt x="64" y="30"/>
                  </a:lnTo>
                  <a:lnTo>
                    <a:pt x="64" y="123"/>
                  </a:lnTo>
                  <a:lnTo>
                    <a:pt x="0" y="180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grpSp>
          <p:nvGrpSpPr>
            <p:cNvPr id="490" name="Group 489">
              <a:extLst>
                <a:ext uri="{FF2B5EF4-FFF2-40B4-BE49-F238E27FC236}">
                  <a16:creationId xmlns:a16="http://schemas.microsoft.com/office/drawing/2014/main" id="{BFBB396F-039C-4F88-AF0B-8E25187331D9}"/>
                </a:ext>
              </a:extLst>
            </p:cNvPr>
            <p:cNvGrpSpPr/>
            <p:nvPr/>
          </p:nvGrpSpPr>
          <p:grpSpPr>
            <a:xfrm>
              <a:off x="8279894" y="3710146"/>
              <a:ext cx="263476" cy="225927"/>
              <a:chOff x="9230360" y="2173322"/>
              <a:chExt cx="263476" cy="225927"/>
            </a:xfrm>
          </p:grpSpPr>
          <p:sp>
            <p:nvSpPr>
              <p:cNvPr id="499" name="Freeform 125">
                <a:extLst>
                  <a:ext uri="{FF2B5EF4-FFF2-40B4-BE49-F238E27FC236}">
                    <a16:creationId xmlns:a16="http://schemas.microsoft.com/office/drawing/2014/main" id="{A4D30443-3867-4B52-9BD2-7755BD8258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9818" y="2212780"/>
                <a:ext cx="183288" cy="186469"/>
              </a:xfrm>
              <a:custGeom>
                <a:avLst/>
                <a:gdLst>
                  <a:gd name="T0" fmla="*/ 288 w 288"/>
                  <a:gd name="T1" fmla="*/ 129 h 293"/>
                  <a:gd name="T2" fmla="*/ 145 w 288"/>
                  <a:gd name="T3" fmla="*/ 0 h 293"/>
                  <a:gd name="T4" fmla="*/ 145 w 288"/>
                  <a:gd name="T5" fmla="*/ 0 h 293"/>
                  <a:gd name="T6" fmla="*/ 145 w 288"/>
                  <a:gd name="T7" fmla="*/ 0 h 293"/>
                  <a:gd name="T8" fmla="*/ 145 w 288"/>
                  <a:gd name="T9" fmla="*/ 0 h 293"/>
                  <a:gd name="T10" fmla="*/ 0 w 288"/>
                  <a:gd name="T11" fmla="*/ 129 h 293"/>
                  <a:gd name="T12" fmla="*/ 0 w 288"/>
                  <a:gd name="T13" fmla="*/ 293 h 293"/>
                  <a:gd name="T14" fmla="*/ 107 w 288"/>
                  <a:gd name="T15" fmla="*/ 293 h 293"/>
                  <a:gd name="T16" fmla="*/ 107 w 288"/>
                  <a:gd name="T17" fmla="*/ 198 h 293"/>
                  <a:gd name="T18" fmla="*/ 180 w 288"/>
                  <a:gd name="T19" fmla="*/ 198 h 293"/>
                  <a:gd name="T20" fmla="*/ 180 w 288"/>
                  <a:gd name="T21" fmla="*/ 293 h 293"/>
                  <a:gd name="T22" fmla="*/ 288 w 288"/>
                  <a:gd name="T23" fmla="*/ 293 h 293"/>
                  <a:gd name="T24" fmla="*/ 288 w 288"/>
                  <a:gd name="T25" fmla="*/ 129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8" h="293">
                    <a:moveTo>
                      <a:pt x="288" y="129"/>
                    </a:move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0" y="129"/>
                    </a:lnTo>
                    <a:lnTo>
                      <a:pt x="0" y="293"/>
                    </a:lnTo>
                    <a:lnTo>
                      <a:pt x="107" y="293"/>
                    </a:lnTo>
                    <a:lnTo>
                      <a:pt x="107" y="198"/>
                    </a:lnTo>
                    <a:lnTo>
                      <a:pt x="180" y="198"/>
                    </a:lnTo>
                    <a:lnTo>
                      <a:pt x="180" y="293"/>
                    </a:lnTo>
                    <a:lnTo>
                      <a:pt x="288" y="293"/>
                    </a:lnTo>
                    <a:lnTo>
                      <a:pt x="288" y="129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500" name="Freeform 126">
                <a:extLst>
                  <a:ext uri="{FF2B5EF4-FFF2-40B4-BE49-F238E27FC236}">
                    <a16:creationId xmlns:a16="http://schemas.microsoft.com/office/drawing/2014/main" id="{B18F5E1E-FA2D-4056-BA40-BAAFBD758C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0360" y="2173322"/>
                <a:ext cx="263476" cy="114554"/>
              </a:xfrm>
              <a:custGeom>
                <a:avLst/>
                <a:gdLst>
                  <a:gd name="T0" fmla="*/ 414 w 414"/>
                  <a:gd name="T1" fmla="*/ 180 h 180"/>
                  <a:gd name="T2" fmla="*/ 207 w 414"/>
                  <a:gd name="T3" fmla="*/ 0 h 180"/>
                  <a:gd name="T4" fmla="*/ 109 w 414"/>
                  <a:gd name="T5" fmla="*/ 84 h 180"/>
                  <a:gd name="T6" fmla="*/ 109 w 414"/>
                  <a:gd name="T7" fmla="*/ 30 h 180"/>
                  <a:gd name="T8" fmla="*/ 64 w 414"/>
                  <a:gd name="T9" fmla="*/ 30 h 180"/>
                  <a:gd name="T10" fmla="*/ 64 w 414"/>
                  <a:gd name="T11" fmla="*/ 123 h 180"/>
                  <a:gd name="T12" fmla="*/ 0 w 414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4" h="180">
                    <a:moveTo>
                      <a:pt x="414" y="180"/>
                    </a:moveTo>
                    <a:lnTo>
                      <a:pt x="207" y="0"/>
                    </a:lnTo>
                    <a:lnTo>
                      <a:pt x="109" y="84"/>
                    </a:lnTo>
                    <a:lnTo>
                      <a:pt x="109" y="30"/>
                    </a:lnTo>
                    <a:lnTo>
                      <a:pt x="64" y="30"/>
                    </a:lnTo>
                    <a:lnTo>
                      <a:pt x="64" y="123"/>
                    </a:lnTo>
                    <a:lnTo>
                      <a:pt x="0" y="180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</p:grpSp>
        <p:grpSp>
          <p:nvGrpSpPr>
            <p:cNvPr id="491" name="Group 490">
              <a:extLst>
                <a:ext uri="{FF2B5EF4-FFF2-40B4-BE49-F238E27FC236}">
                  <a16:creationId xmlns:a16="http://schemas.microsoft.com/office/drawing/2014/main" id="{5BFE008F-68A5-4BCC-AB5F-98E73CB243F3}"/>
                </a:ext>
              </a:extLst>
            </p:cNvPr>
            <p:cNvGrpSpPr/>
            <p:nvPr/>
          </p:nvGrpSpPr>
          <p:grpSpPr>
            <a:xfrm>
              <a:off x="8660552" y="3757658"/>
              <a:ext cx="224088" cy="182987"/>
              <a:chOff x="9250054" y="3395136"/>
              <a:chExt cx="224088" cy="182987"/>
            </a:xfrm>
          </p:grpSpPr>
          <p:sp>
            <p:nvSpPr>
              <p:cNvPr id="492" name="Freeform 114">
                <a:extLst>
                  <a:ext uri="{FF2B5EF4-FFF2-40B4-BE49-F238E27FC236}">
                    <a16:creationId xmlns:a16="http://schemas.microsoft.com/office/drawing/2014/main" id="{B6E4BB95-5A50-45CF-A1E4-3AACA9693D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5990" y="3395136"/>
                <a:ext cx="28152" cy="25337"/>
              </a:xfrm>
              <a:custGeom>
                <a:avLst/>
                <a:gdLst>
                  <a:gd name="T0" fmla="*/ 0 w 50"/>
                  <a:gd name="T1" fmla="*/ 0 h 45"/>
                  <a:gd name="T2" fmla="*/ 50 w 50"/>
                  <a:gd name="T3" fmla="*/ 0 h 45"/>
                  <a:gd name="T4" fmla="*/ 50 w 50"/>
                  <a:gd name="T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" h="45">
                    <a:moveTo>
                      <a:pt x="0" y="0"/>
                    </a:moveTo>
                    <a:lnTo>
                      <a:pt x="50" y="0"/>
                    </a:lnTo>
                    <a:lnTo>
                      <a:pt x="50" y="45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493" name="Freeform 115">
                <a:extLst>
                  <a:ext uri="{FF2B5EF4-FFF2-40B4-BE49-F238E27FC236}">
                    <a16:creationId xmlns:a16="http://schemas.microsoft.com/office/drawing/2014/main" id="{95AC10D3-6C9F-4A7D-BDF5-B1D2549D40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0054" y="3395136"/>
                <a:ext cx="224088" cy="182987"/>
              </a:xfrm>
              <a:custGeom>
                <a:avLst/>
                <a:gdLst>
                  <a:gd name="T0" fmla="*/ 398 w 398"/>
                  <a:gd name="T1" fmla="*/ 262 h 325"/>
                  <a:gd name="T2" fmla="*/ 398 w 398"/>
                  <a:gd name="T3" fmla="*/ 325 h 325"/>
                  <a:gd name="T4" fmla="*/ 0 w 398"/>
                  <a:gd name="T5" fmla="*/ 325 h 325"/>
                  <a:gd name="T6" fmla="*/ 0 w 398"/>
                  <a:gd name="T7" fmla="*/ 0 h 325"/>
                  <a:gd name="T8" fmla="*/ 284 w 398"/>
                  <a:gd name="T9" fmla="*/ 0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8" h="325">
                    <a:moveTo>
                      <a:pt x="398" y="262"/>
                    </a:moveTo>
                    <a:lnTo>
                      <a:pt x="398" y="325"/>
                    </a:lnTo>
                    <a:lnTo>
                      <a:pt x="0" y="325"/>
                    </a:lnTo>
                    <a:lnTo>
                      <a:pt x="0" y="0"/>
                    </a:lnTo>
                    <a:lnTo>
                      <a:pt x="284" y="0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494" name="Line 116">
                <a:extLst>
                  <a:ext uri="{FF2B5EF4-FFF2-40B4-BE49-F238E27FC236}">
                    <a16:creationId xmlns:a16="http://schemas.microsoft.com/office/drawing/2014/main" id="{F88B12E8-BBFA-42D6-91FA-89B077ACD1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251180" y="3486911"/>
                <a:ext cx="97405" cy="0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495" name="Line 117">
                <a:extLst>
                  <a:ext uri="{FF2B5EF4-FFF2-40B4-BE49-F238E27FC236}">
                    <a16:creationId xmlns:a16="http://schemas.microsoft.com/office/drawing/2014/main" id="{32925427-806C-4F31-9A3F-647E89C069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3458759"/>
                <a:ext cx="0" cy="56867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496" name="Line 118">
                <a:extLst>
                  <a:ext uri="{FF2B5EF4-FFF2-40B4-BE49-F238E27FC236}">
                    <a16:creationId xmlns:a16="http://schemas.microsoft.com/office/drawing/2014/main" id="{C37F13A1-E84A-407B-A446-E84D1248B3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3395136"/>
                <a:ext cx="0" cy="34345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497" name="Line 119">
                <a:extLst>
                  <a:ext uri="{FF2B5EF4-FFF2-40B4-BE49-F238E27FC236}">
                    <a16:creationId xmlns:a16="http://schemas.microsoft.com/office/drawing/2014/main" id="{ECE5CD1F-190C-4B03-96A9-075DE0B4AF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3547719"/>
                <a:ext cx="0" cy="30404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cxnSp>
            <p:nvCxnSpPr>
              <p:cNvPr id="498" name="Straight Connector 497">
                <a:extLst>
                  <a:ext uri="{FF2B5EF4-FFF2-40B4-BE49-F238E27FC236}">
                    <a16:creationId xmlns:a16="http://schemas.microsoft.com/office/drawing/2014/main" id="{F4733275-089D-4BA9-84F3-2B265FF043B0}"/>
                  </a:ext>
                </a:extLst>
              </p:cNvPr>
              <p:cNvCxnSpPr>
                <a:cxnSpLocks/>
                <a:stCxn id="492" idx="2"/>
                <a:endCxn id="493" idx="0"/>
              </p:cNvCxnSpPr>
              <p:nvPr/>
            </p:nvCxnSpPr>
            <p:spPr>
              <a:xfrm>
                <a:off x="9474142" y="3420473"/>
                <a:ext cx="0" cy="122179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cxn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EDE07F6-70D6-49E9-A5E2-73DE536DB510}"/>
              </a:ext>
            </a:extLst>
          </p:cNvPr>
          <p:cNvGrpSpPr/>
          <p:nvPr/>
        </p:nvGrpSpPr>
        <p:grpSpPr>
          <a:xfrm>
            <a:off x="3351682" y="900941"/>
            <a:ext cx="8166619" cy="323122"/>
            <a:chOff x="2705120" y="920458"/>
            <a:chExt cx="8166619" cy="32312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CAFC4AD-DAC1-4680-9186-BAC00A950A1E}"/>
                </a:ext>
              </a:extLst>
            </p:cNvPr>
            <p:cNvGrpSpPr/>
            <p:nvPr/>
          </p:nvGrpSpPr>
          <p:grpSpPr>
            <a:xfrm>
              <a:off x="2705120" y="920458"/>
              <a:ext cx="3153057" cy="278052"/>
              <a:chOff x="5625268" y="920102"/>
              <a:chExt cx="3153057" cy="278052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5A306905-3886-4340-B48F-B6517370E56B}"/>
                  </a:ext>
                </a:extLst>
              </p:cNvPr>
              <p:cNvGrpSpPr/>
              <p:nvPr/>
            </p:nvGrpSpPr>
            <p:grpSpPr>
              <a:xfrm>
                <a:off x="7425864" y="1016505"/>
                <a:ext cx="486181" cy="181649"/>
                <a:chOff x="7181501" y="986025"/>
                <a:chExt cx="486181" cy="181649"/>
              </a:xfrm>
            </p:grpSpPr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280F86B7-C6AD-480E-8F18-ED472E6BB6DD}"/>
                    </a:ext>
                  </a:extLst>
                </p:cNvPr>
                <p:cNvSpPr txBox="1"/>
                <p:nvPr/>
              </p:nvSpPr>
              <p:spPr>
                <a:xfrm>
                  <a:off x="7419730" y="1044563"/>
                  <a:ext cx="247952" cy="123111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lang="en-US" sz="1400" dirty="0">
                      <a:sym typeface="+mn-lt"/>
                    </a:defRPr>
                  </a:lvl1pPr>
                  <a:lvl2pPr marL="230396" lvl="1" indent="-226796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10000"/>
                    <a:buFont typeface="Wingdings" panose="05000000000000000000" pitchFamily="2" charset="2"/>
                    <a:buChar char=""/>
                    <a:defRPr lang="en-US" sz="1400" dirty="0">
                      <a:sym typeface="+mn-lt"/>
                    </a:defRPr>
                  </a:lvl2pPr>
                  <a:lvl3pPr marL="442793" lvl="2" indent="-215997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10000"/>
                    <a:buFont typeface="Arial" panose="020B0604020202020204" pitchFamily="34" charset="0"/>
                    <a:buChar char="‒"/>
                    <a:defRPr lang="en-US" sz="1400" dirty="0">
                      <a:sym typeface="+mn-lt"/>
                    </a:defRPr>
                  </a:lvl3pPr>
                  <a:lvl4pPr marL="597590" lvl="3" indent="-15119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00000"/>
                    <a:buFont typeface="Arial" panose="020B0604020202020204" pitchFamily="34" charset="0"/>
                    <a:buChar char="•"/>
                    <a:defRPr lang="en-US" sz="1400" dirty="0">
                      <a:sym typeface="+mn-lt"/>
                    </a:defRPr>
                  </a:lvl4pPr>
                  <a:lvl5pPr marL="817187" lvl="4" indent="-14759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00000"/>
                    <a:buFont typeface="Arial" panose="020B0604020202020204" pitchFamily="34" charset="0"/>
                    <a:buChar char="̶"/>
                    <a:defRPr lang="en-US" sz="1400" dirty="0">
                      <a:sym typeface="+mn-lt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ru-RU" sz="800" dirty="0">
                      <a:solidFill>
                        <a:schemeClr val="accent5"/>
                      </a:solidFill>
                    </a:rPr>
                    <a:t>Дом</a:t>
                  </a:r>
                  <a:endParaRPr lang="en-US" sz="800" dirty="0">
                    <a:solidFill>
                      <a:schemeClr val="accent5"/>
                    </a:solidFill>
                  </a:endParaRPr>
                </a:p>
              </p:txBody>
            </p:sp>
            <p:grpSp>
              <p:nvGrpSpPr>
                <p:cNvPr id="174" name="Group 173">
                  <a:extLst>
                    <a:ext uri="{FF2B5EF4-FFF2-40B4-BE49-F238E27FC236}">
                      <a16:creationId xmlns:a16="http://schemas.microsoft.com/office/drawing/2014/main" id="{AFC4FE78-7D18-4019-A2FA-99A21E3A44B6}"/>
                    </a:ext>
                  </a:extLst>
                </p:cNvPr>
                <p:cNvGrpSpPr/>
                <p:nvPr/>
              </p:nvGrpSpPr>
              <p:grpSpPr>
                <a:xfrm>
                  <a:off x="7181501" y="986025"/>
                  <a:ext cx="195755" cy="167857"/>
                  <a:chOff x="3885239" y="5650072"/>
                  <a:chExt cx="657225" cy="563563"/>
                </a:xfrm>
              </p:grpSpPr>
              <p:sp>
                <p:nvSpPr>
                  <p:cNvPr id="175" name="Freeform 125">
                    <a:extLst>
                      <a:ext uri="{FF2B5EF4-FFF2-40B4-BE49-F238E27FC236}">
                        <a16:creationId xmlns:a16="http://schemas.microsoft.com/office/drawing/2014/main" id="{B74F5D98-DE80-4519-A9BD-DEDA074133D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983664" y="5748497"/>
                    <a:ext cx="457200" cy="465138"/>
                  </a:xfrm>
                  <a:custGeom>
                    <a:avLst/>
                    <a:gdLst>
                      <a:gd name="T0" fmla="*/ 288 w 288"/>
                      <a:gd name="T1" fmla="*/ 129 h 293"/>
                      <a:gd name="T2" fmla="*/ 145 w 288"/>
                      <a:gd name="T3" fmla="*/ 0 h 293"/>
                      <a:gd name="T4" fmla="*/ 145 w 288"/>
                      <a:gd name="T5" fmla="*/ 0 h 293"/>
                      <a:gd name="T6" fmla="*/ 145 w 288"/>
                      <a:gd name="T7" fmla="*/ 0 h 293"/>
                      <a:gd name="T8" fmla="*/ 145 w 288"/>
                      <a:gd name="T9" fmla="*/ 0 h 293"/>
                      <a:gd name="T10" fmla="*/ 0 w 288"/>
                      <a:gd name="T11" fmla="*/ 129 h 293"/>
                      <a:gd name="T12" fmla="*/ 0 w 288"/>
                      <a:gd name="T13" fmla="*/ 293 h 293"/>
                      <a:gd name="T14" fmla="*/ 107 w 288"/>
                      <a:gd name="T15" fmla="*/ 293 h 293"/>
                      <a:gd name="T16" fmla="*/ 107 w 288"/>
                      <a:gd name="T17" fmla="*/ 198 h 293"/>
                      <a:gd name="T18" fmla="*/ 180 w 288"/>
                      <a:gd name="T19" fmla="*/ 198 h 293"/>
                      <a:gd name="T20" fmla="*/ 180 w 288"/>
                      <a:gd name="T21" fmla="*/ 293 h 293"/>
                      <a:gd name="T22" fmla="*/ 288 w 288"/>
                      <a:gd name="T23" fmla="*/ 293 h 293"/>
                      <a:gd name="T24" fmla="*/ 288 w 288"/>
                      <a:gd name="T25" fmla="*/ 129 h 29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288" h="293">
                        <a:moveTo>
                          <a:pt x="288" y="129"/>
                        </a:moveTo>
                        <a:lnTo>
                          <a:pt x="145" y="0"/>
                        </a:lnTo>
                        <a:lnTo>
                          <a:pt x="145" y="0"/>
                        </a:lnTo>
                        <a:lnTo>
                          <a:pt x="145" y="0"/>
                        </a:lnTo>
                        <a:lnTo>
                          <a:pt x="145" y="0"/>
                        </a:lnTo>
                        <a:lnTo>
                          <a:pt x="0" y="129"/>
                        </a:lnTo>
                        <a:lnTo>
                          <a:pt x="0" y="293"/>
                        </a:lnTo>
                        <a:lnTo>
                          <a:pt x="107" y="293"/>
                        </a:lnTo>
                        <a:lnTo>
                          <a:pt x="107" y="198"/>
                        </a:lnTo>
                        <a:lnTo>
                          <a:pt x="180" y="198"/>
                        </a:lnTo>
                        <a:lnTo>
                          <a:pt x="180" y="293"/>
                        </a:lnTo>
                        <a:lnTo>
                          <a:pt x="288" y="293"/>
                        </a:lnTo>
                        <a:lnTo>
                          <a:pt x="288" y="129"/>
                        </a:lnTo>
                        <a:close/>
                      </a:path>
                    </a:pathLst>
                  </a:custGeom>
                  <a:noFill/>
                  <a:ln w="9525" cap="flat">
                    <a:solidFill>
                      <a:schemeClr val="tx2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/>
                  </a:p>
                </p:txBody>
              </p:sp>
              <p:sp>
                <p:nvSpPr>
                  <p:cNvPr id="176" name="Freeform 126">
                    <a:extLst>
                      <a:ext uri="{FF2B5EF4-FFF2-40B4-BE49-F238E27FC236}">
                        <a16:creationId xmlns:a16="http://schemas.microsoft.com/office/drawing/2014/main" id="{8A04C9B8-386C-47AA-9076-B845F8DF6C0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885239" y="5650072"/>
                    <a:ext cx="657225" cy="285750"/>
                  </a:xfrm>
                  <a:custGeom>
                    <a:avLst/>
                    <a:gdLst>
                      <a:gd name="T0" fmla="*/ 414 w 414"/>
                      <a:gd name="T1" fmla="*/ 180 h 180"/>
                      <a:gd name="T2" fmla="*/ 207 w 414"/>
                      <a:gd name="T3" fmla="*/ 0 h 180"/>
                      <a:gd name="T4" fmla="*/ 109 w 414"/>
                      <a:gd name="T5" fmla="*/ 84 h 180"/>
                      <a:gd name="T6" fmla="*/ 109 w 414"/>
                      <a:gd name="T7" fmla="*/ 30 h 180"/>
                      <a:gd name="T8" fmla="*/ 64 w 414"/>
                      <a:gd name="T9" fmla="*/ 30 h 180"/>
                      <a:gd name="T10" fmla="*/ 64 w 414"/>
                      <a:gd name="T11" fmla="*/ 123 h 180"/>
                      <a:gd name="T12" fmla="*/ 0 w 414"/>
                      <a:gd name="T13" fmla="*/ 180 h 18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414" h="180">
                        <a:moveTo>
                          <a:pt x="414" y="180"/>
                        </a:moveTo>
                        <a:lnTo>
                          <a:pt x="207" y="0"/>
                        </a:lnTo>
                        <a:lnTo>
                          <a:pt x="109" y="84"/>
                        </a:lnTo>
                        <a:lnTo>
                          <a:pt x="109" y="30"/>
                        </a:lnTo>
                        <a:lnTo>
                          <a:pt x="64" y="30"/>
                        </a:lnTo>
                        <a:lnTo>
                          <a:pt x="64" y="123"/>
                        </a:lnTo>
                        <a:lnTo>
                          <a:pt x="0" y="180"/>
                        </a:lnTo>
                      </a:path>
                    </a:pathLst>
                  </a:custGeom>
                  <a:noFill/>
                  <a:ln w="9525" cap="flat">
                    <a:solidFill>
                      <a:schemeClr val="tx2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/>
                  </a:p>
                </p:txBody>
              </p:sp>
            </p:grp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B98C7D8F-5D02-4435-A0CD-7DF4F5E22A66}"/>
                  </a:ext>
                </a:extLst>
              </p:cNvPr>
              <p:cNvGrpSpPr/>
              <p:nvPr/>
            </p:nvGrpSpPr>
            <p:grpSpPr>
              <a:xfrm>
                <a:off x="5625268" y="920102"/>
                <a:ext cx="1719850" cy="278052"/>
                <a:chOff x="5138150" y="889622"/>
                <a:chExt cx="1719850" cy="278052"/>
              </a:xfrm>
            </p:grpSpPr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E82E8279-0D06-451D-8EC6-59BBB6C185C7}"/>
                    </a:ext>
                  </a:extLst>
                </p:cNvPr>
                <p:cNvSpPr txBox="1"/>
                <p:nvPr/>
              </p:nvSpPr>
              <p:spPr>
                <a:xfrm>
                  <a:off x="5561582" y="1044563"/>
                  <a:ext cx="1296418" cy="123111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lang="en-US" sz="1400" dirty="0">
                      <a:sym typeface="+mn-lt"/>
                    </a:defRPr>
                  </a:lvl1pPr>
                  <a:lvl2pPr marL="230396" lvl="1" indent="-226796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10000"/>
                    <a:buFont typeface="Wingdings" panose="05000000000000000000" pitchFamily="2" charset="2"/>
                    <a:buChar char=""/>
                    <a:defRPr lang="en-US" sz="1400" dirty="0">
                      <a:sym typeface="+mn-lt"/>
                    </a:defRPr>
                  </a:lvl2pPr>
                  <a:lvl3pPr marL="442793" lvl="2" indent="-215997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10000"/>
                    <a:buFont typeface="Arial" panose="020B0604020202020204" pitchFamily="34" charset="0"/>
                    <a:buChar char="‒"/>
                    <a:defRPr lang="en-US" sz="1400" dirty="0">
                      <a:sym typeface="+mn-lt"/>
                    </a:defRPr>
                  </a:lvl3pPr>
                  <a:lvl4pPr marL="597590" lvl="3" indent="-15119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00000"/>
                    <a:buFont typeface="Arial" panose="020B0604020202020204" pitchFamily="34" charset="0"/>
                    <a:buChar char="•"/>
                    <a:defRPr lang="en-US" sz="1400" dirty="0">
                      <a:sym typeface="+mn-lt"/>
                    </a:defRPr>
                  </a:lvl4pPr>
                  <a:lvl5pPr marL="817187" lvl="4" indent="-14759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00000"/>
                    <a:buFont typeface="Arial" panose="020B0604020202020204" pitchFamily="34" charset="0"/>
                    <a:buChar char="̶"/>
                    <a:defRPr lang="en-US" sz="1400" dirty="0">
                      <a:sym typeface="+mn-lt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ru-RU" sz="800" dirty="0">
                      <a:solidFill>
                        <a:schemeClr val="accent5"/>
                      </a:solidFill>
                    </a:rPr>
                    <a:t>Придомовая территория</a:t>
                  </a:r>
                  <a:endParaRPr lang="en-US" sz="800" dirty="0">
                    <a:solidFill>
                      <a:schemeClr val="accent5"/>
                    </a:solidFill>
                  </a:endParaRPr>
                </a:p>
              </p:txBody>
            </p:sp>
            <p:grpSp>
              <p:nvGrpSpPr>
                <p:cNvPr id="177" name="Group 176">
                  <a:extLst>
                    <a:ext uri="{FF2B5EF4-FFF2-40B4-BE49-F238E27FC236}">
                      <a16:creationId xmlns:a16="http://schemas.microsoft.com/office/drawing/2014/main" id="{E6FB453A-CAD2-4AFD-9E6F-E1F5EC7EBACF}"/>
                    </a:ext>
                  </a:extLst>
                </p:cNvPr>
                <p:cNvGrpSpPr/>
                <p:nvPr/>
              </p:nvGrpSpPr>
              <p:grpSpPr>
                <a:xfrm>
                  <a:off x="5138150" y="889622"/>
                  <a:ext cx="345642" cy="255680"/>
                  <a:chOff x="6741602" y="3075312"/>
                  <a:chExt cx="1390650" cy="1028700"/>
                </a:xfrm>
                <a:solidFill>
                  <a:schemeClr val="accent3"/>
                </a:solidFill>
              </p:grpSpPr>
              <p:sp>
                <p:nvSpPr>
                  <p:cNvPr id="178" name="Freeform: Shape 177">
                    <a:extLst>
                      <a:ext uri="{FF2B5EF4-FFF2-40B4-BE49-F238E27FC236}">
                        <a16:creationId xmlns:a16="http://schemas.microsoft.com/office/drawing/2014/main" id="{2DCAD4FC-C140-44FC-ABE7-C21372173350}"/>
                      </a:ext>
                    </a:extLst>
                  </p:cNvPr>
                  <p:cNvSpPr/>
                  <p:nvPr/>
                </p:nvSpPr>
                <p:spPr>
                  <a:xfrm>
                    <a:off x="6741602" y="3151512"/>
                    <a:ext cx="495300" cy="495300"/>
                  </a:xfrm>
                  <a:custGeom>
                    <a:avLst/>
                    <a:gdLst>
                      <a:gd name="connsiteX0" fmla="*/ 247650 w 495300"/>
                      <a:gd name="connsiteY0" fmla="*/ 495300 h 495300"/>
                      <a:gd name="connsiteX1" fmla="*/ 0 w 495300"/>
                      <a:gd name="connsiteY1" fmla="*/ 247650 h 495300"/>
                      <a:gd name="connsiteX2" fmla="*/ 247650 w 495300"/>
                      <a:gd name="connsiteY2" fmla="*/ 0 h 495300"/>
                      <a:gd name="connsiteX3" fmla="*/ 495300 w 495300"/>
                      <a:gd name="connsiteY3" fmla="*/ 247650 h 495300"/>
                      <a:gd name="connsiteX4" fmla="*/ 247650 w 495300"/>
                      <a:gd name="connsiteY4" fmla="*/ 495300 h 495300"/>
                      <a:gd name="connsiteX5" fmla="*/ 247650 w 495300"/>
                      <a:gd name="connsiteY5" fmla="*/ 38100 h 495300"/>
                      <a:gd name="connsiteX6" fmla="*/ 38100 w 495300"/>
                      <a:gd name="connsiteY6" fmla="*/ 247650 h 495300"/>
                      <a:gd name="connsiteX7" fmla="*/ 247650 w 495300"/>
                      <a:gd name="connsiteY7" fmla="*/ 457200 h 495300"/>
                      <a:gd name="connsiteX8" fmla="*/ 457200 w 495300"/>
                      <a:gd name="connsiteY8" fmla="*/ 247650 h 495300"/>
                      <a:gd name="connsiteX9" fmla="*/ 247650 w 495300"/>
                      <a:gd name="connsiteY9" fmla="*/ 38100 h 495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95300" h="495300">
                        <a:moveTo>
                          <a:pt x="247650" y="495300"/>
                        </a:moveTo>
                        <a:cubicBezTo>
                          <a:pt x="111062" y="495300"/>
                          <a:pt x="0" y="384239"/>
                          <a:pt x="0" y="247650"/>
                        </a:cubicBezTo>
                        <a:cubicBezTo>
                          <a:pt x="0" y="111062"/>
                          <a:pt x="111062" y="0"/>
                          <a:pt x="247650" y="0"/>
                        </a:cubicBezTo>
                        <a:cubicBezTo>
                          <a:pt x="384239" y="0"/>
                          <a:pt x="495300" y="111062"/>
                          <a:pt x="495300" y="247650"/>
                        </a:cubicBezTo>
                        <a:cubicBezTo>
                          <a:pt x="495300" y="384239"/>
                          <a:pt x="384239" y="495300"/>
                          <a:pt x="247650" y="495300"/>
                        </a:cubicBezTo>
                        <a:close/>
                        <a:moveTo>
                          <a:pt x="247650" y="38100"/>
                        </a:moveTo>
                        <a:cubicBezTo>
                          <a:pt x="132112" y="38100"/>
                          <a:pt x="38100" y="132112"/>
                          <a:pt x="38100" y="247650"/>
                        </a:cubicBezTo>
                        <a:cubicBezTo>
                          <a:pt x="38100" y="363188"/>
                          <a:pt x="132112" y="457200"/>
                          <a:pt x="247650" y="457200"/>
                        </a:cubicBezTo>
                        <a:cubicBezTo>
                          <a:pt x="363188" y="457200"/>
                          <a:pt x="457200" y="363188"/>
                          <a:pt x="457200" y="247650"/>
                        </a:cubicBezTo>
                        <a:cubicBezTo>
                          <a:pt x="457200" y="132112"/>
                          <a:pt x="363188" y="38100"/>
                          <a:pt x="247650" y="381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79" name="Freeform: Shape 178">
                    <a:extLst>
                      <a:ext uri="{FF2B5EF4-FFF2-40B4-BE49-F238E27FC236}">
                        <a16:creationId xmlns:a16="http://schemas.microsoft.com/office/drawing/2014/main" id="{B981C983-EA3A-4D98-8704-AD5C961CE5CD}"/>
                      </a:ext>
                    </a:extLst>
                  </p:cNvPr>
                  <p:cNvSpPr/>
                  <p:nvPr/>
                </p:nvSpPr>
                <p:spPr>
                  <a:xfrm>
                    <a:off x="6970202" y="3532512"/>
                    <a:ext cx="38100" cy="571500"/>
                  </a:xfrm>
                  <a:custGeom>
                    <a:avLst/>
                    <a:gdLst>
                      <a:gd name="connsiteX0" fmla="*/ 19050 w 38100"/>
                      <a:gd name="connsiteY0" fmla="*/ 571500 h 571500"/>
                      <a:gd name="connsiteX1" fmla="*/ 0 w 38100"/>
                      <a:gd name="connsiteY1" fmla="*/ 552450 h 571500"/>
                      <a:gd name="connsiteX2" fmla="*/ 0 w 38100"/>
                      <a:gd name="connsiteY2" fmla="*/ 19050 h 571500"/>
                      <a:gd name="connsiteX3" fmla="*/ 19050 w 38100"/>
                      <a:gd name="connsiteY3" fmla="*/ 0 h 571500"/>
                      <a:gd name="connsiteX4" fmla="*/ 38100 w 38100"/>
                      <a:gd name="connsiteY4" fmla="*/ 19050 h 571500"/>
                      <a:gd name="connsiteX5" fmla="*/ 38100 w 38100"/>
                      <a:gd name="connsiteY5" fmla="*/ 552450 h 571500"/>
                      <a:gd name="connsiteX6" fmla="*/ 19050 w 38100"/>
                      <a:gd name="connsiteY6" fmla="*/ 571500 h 5715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8100" h="571500">
                        <a:moveTo>
                          <a:pt x="19050" y="571500"/>
                        </a:moveTo>
                        <a:cubicBezTo>
                          <a:pt x="8477" y="571500"/>
                          <a:pt x="0" y="563023"/>
                          <a:pt x="0" y="552450"/>
                        </a:cubicBezTo>
                        <a:lnTo>
                          <a:pt x="0" y="19050"/>
                        </a:lnTo>
                        <a:cubicBezTo>
                          <a:pt x="0" y="8477"/>
                          <a:pt x="8477" y="0"/>
                          <a:pt x="19050" y="0"/>
                        </a:cubicBezTo>
                        <a:cubicBezTo>
                          <a:pt x="29623" y="0"/>
                          <a:pt x="38100" y="8477"/>
                          <a:pt x="38100" y="19050"/>
                        </a:cubicBezTo>
                        <a:lnTo>
                          <a:pt x="38100" y="552450"/>
                        </a:lnTo>
                        <a:cubicBezTo>
                          <a:pt x="38100" y="563023"/>
                          <a:pt x="29623" y="571500"/>
                          <a:pt x="19050" y="5715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0" name="Freeform: Shape 179">
                    <a:extLst>
                      <a:ext uri="{FF2B5EF4-FFF2-40B4-BE49-F238E27FC236}">
                        <a16:creationId xmlns:a16="http://schemas.microsoft.com/office/drawing/2014/main" id="{30877C31-89A1-42BE-98A2-7E8DE47D18F9}"/>
                      </a:ext>
                    </a:extLst>
                  </p:cNvPr>
                  <p:cNvSpPr/>
                  <p:nvPr/>
                </p:nvSpPr>
                <p:spPr>
                  <a:xfrm>
                    <a:off x="6894049" y="3456264"/>
                    <a:ext cx="190499" cy="114347"/>
                  </a:xfrm>
                  <a:custGeom>
                    <a:avLst/>
                    <a:gdLst>
                      <a:gd name="connsiteX0" fmla="*/ 95202 w 190499"/>
                      <a:gd name="connsiteY0" fmla="*/ 114348 h 114347"/>
                      <a:gd name="connsiteX1" fmla="*/ 81772 w 190499"/>
                      <a:gd name="connsiteY1" fmla="*/ 108728 h 114347"/>
                      <a:gd name="connsiteX2" fmla="*/ 5572 w 190499"/>
                      <a:gd name="connsiteY2" fmla="*/ 32528 h 114347"/>
                      <a:gd name="connsiteX3" fmla="*/ 5572 w 190499"/>
                      <a:gd name="connsiteY3" fmla="*/ 5572 h 114347"/>
                      <a:gd name="connsiteX4" fmla="*/ 32528 w 190499"/>
                      <a:gd name="connsiteY4" fmla="*/ 5572 h 114347"/>
                      <a:gd name="connsiteX5" fmla="*/ 95202 w 190499"/>
                      <a:gd name="connsiteY5" fmla="*/ 68342 h 114347"/>
                      <a:gd name="connsiteX6" fmla="*/ 157972 w 190499"/>
                      <a:gd name="connsiteY6" fmla="*/ 5572 h 114347"/>
                      <a:gd name="connsiteX7" fmla="*/ 184928 w 190499"/>
                      <a:gd name="connsiteY7" fmla="*/ 5572 h 114347"/>
                      <a:gd name="connsiteX8" fmla="*/ 184928 w 190499"/>
                      <a:gd name="connsiteY8" fmla="*/ 32528 h 114347"/>
                      <a:gd name="connsiteX9" fmla="*/ 108728 w 190499"/>
                      <a:gd name="connsiteY9" fmla="*/ 108728 h 114347"/>
                      <a:gd name="connsiteX10" fmla="*/ 95202 w 190499"/>
                      <a:gd name="connsiteY10" fmla="*/ 114348 h 1143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90499" h="114347">
                        <a:moveTo>
                          <a:pt x="95202" y="114348"/>
                        </a:moveTo>
                        <a:cubicBezTo>
                          <a:pt x="90345" y="114348"/>
                          <a:pt x="85487" y="112443"/>
                          <a:pt x="81772" y="108728"/>
                        </a:cubicBezTo>
                        <a:lnTo>
                          <a:pt x="5572" y="32528"/>
                        </a:lnTo>
                        <a:cubicBezTo>
                          <a:pt x="-1857" y="25098"/>
                          <a:pt x="-1857" y="13002"/>
                          <a:pt x="5572" y="5572"/>
                        </a:cubicBezTo>
                        <a:cubicBezTo>
                          <a:pt x="13002" y="-1857"/>
                          <a:pt x="25098" y="-1857"/>
                          <a:pt x="32528" y="5572"/>
                        </a:cubicBezTo>
                        <a:lnTo>
                          <a:pt x="95202" y="68342"/>
                        </a:lnTo>
                        <a:lnTo>
                          <a:pt x="157972" y="5572"/>
                        </a:lnTo>
                        <a:cubicBezTo>
                          <a:pt x="165402" y="-1857"/>
                          <a:pt x="177498" y="-1857"/>
                          <a:pt x="184928" y="5572"/>
                        </a:cubicBezTo>
                        <a:cubicBezTo>
                          <a:pt x="192357" y="13002"/>
                          <a:pt x="192357" y="25098"/>
                          <a:pt x="184928" y="32528"/>
                        </a:cubicBezTo>
                        <a:lnTo>
                          <a:pt x="108728" y="108728"/>
                        </a:lnTo>
                        <a:cubicBezTo>
                          <a:pt x="104918" y="112443"/>
                          <a:pt x="100060" y="114348"/>
                          <a:pt x="95202" y="114348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1" name="Freeform: Shape 180">
                    <a:extLst>
                      <a:ext uri="{FF2B5EF4-FFF2-40B4-BE49-F238E27FC236}">
                        <a16:creationId xmlns:a16="http://schemas.microsoft.com/office/drawing/2014/main" id="{C1B6DC46-07E2-492A-8E01-B41DF0F6698C}"/>
                      </a:ext>
                    </a:extLst>
                  </p:cNvPr>
                  <p:cNvSpPr/>
                  <p:nvPr/>
                </p:nvSpPr>
                <p:spPr>
                  <a:xfrm>
                    <a:off x="6913052" y="4065912"/>
                    <a:ext cx="1219200" cy="38100"/>
                  </a:xfrm>
                  <a:custGeom>
                    <a:avLst/>
                    <a:gdLst>
                      <a:gd name="connsiteX0" fmla="*/ 0 w 1219200"/>
                      <a:gd name="connsiteY0" fmla="*/ 0 h 38100"/>
                      <a:gd name="connsiteX1" fmla="*/ 1219200 w 1219200"/>
                      <a:gd name="connsiteY1" fmla="*/ 0 h 38100"/>
                      <a:gd name="connsiteX2" fmla="*/ 1219200 w 1219200"/>
                      <a:gd name="connsiteY2" fmla="*/ 38100 h 38100"/>
                      <a:gd name="connsiteX3" fmla="*/ 0 w 12192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19200" h="38100">
                        <a:moveTo>
                          <a:pt x="0" y="0"/>
                        </a:moveTo>
                        <a:lnTo>
                          <a:pt x="1219200" y="0"/>
                        </a:lnTo>
                        <a:lnTo>
                          <a:pt x="12192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2" name="Freeform: Shape 181">
                    <a:extLst>
                      <a:ext uri="{FF2B5EF4-FFF2-40B4-BE49-F238E27FC236}">
                        <a16:creationId xmlns:a16="http://schemas.microsoft.com/office/drawing/2014/main" id="{7906DA17-3990-420E-BE04-4F3F74C2E5F1}"/>
                      </a:ext>
                    </a:extLst>
                  </p:cNvPr>
                  <p:cNvSpPr/>
                  <p:nvPr/>
                </p:nvSpPr>
                <p:spPr>
                  <a:xfrm>
                    <a:off x="7427496" y="3075312"/>
                    <a:ext cx="190405" cy="114300"/>
                  </a:xfrm>
                  <a:custGeom>
                    <a:avLst/>
                    <a:gdLst>
                      <a:gd name="connsiteX0" fmla="*/ 95156 w 190405"/>
                      <a:gd name="connsiteY0" fmla="*/ 114300 h 114300"/>
                      <a:gd name="connsiteX1" fmla="*/ 76106 w 190405"/>
                      <a:gd name="connsiteY1" fmla="*/ 95536 h 114300"/>
                      <a:gd name="connsiteX2" fmla="*/ 76106 w 190405"/>
                      <a:gd name="connsiteY2" fmla="*/ 95536 h 114300"/>
                      <a:gd name="connsiteX3" fmla="*/ 76106 w 190405"/>
                      <a:gd name="connsiteY3" fmla="*/ 95536 h 114300"/>
                      <a:gd name="connsiteX4" fmla="*/ 76106 w 190405"/>
                      <a:gd name="connsiteY4" fmla="*/ 95536 h 114300"/>
                      <a:gd name="connsiteX5" fmla="*/ 76106 w 190405"/>
                      <a:gd name="connsiteY5" fmla="*/ 95441 h 114300"/>
                      <a:gd name="connsiteX6" fmla="*/ 76106 w 190405"/>
                      <a:gd name="connsiteY6" fmla="*/ 95345 h 114300"/>
                      <a:gd name="connsiteX7" fmla="*/ 76106 w 190405"/>
                      <a:gd name="connsiteY7" fmla="*/ 95345 h 114300"/>
                      <a:gd name="connsiteX8" fmla="*/ 76106 w 190405"/>
                      <a:gd name="connsiteY8" fmla="*/ 95250 h 114300"/>
                      <a:gd name="connsiteX9" fmla="*/ 18860 w 190405"/>
                      <a:gd name="connsiteY9" fmla="*/ 38100 h 114300"/>
                      <a:gd name="connsiteX10" fmla="*/ 1 w 190405"/>
                      <a:gd name="connsiteY10" fmla="*/ 18955 h 114300"/>
                      <a:gd name="connsiteX11" fmla="*/ 18956 w 190405"/>
                      <a:gd name="connsiteY11" fmla="*/ 0 h 114300"/>
                      <a:gd name="connsiteX12" fmla="*/ 95441 w 190405"/>
                      <a:gd name="connsiteY12" fmla="*/ 35243 h 114300"/>
                      <a:gd name="connsiteX13" fmla="*/ 171356 w 190405"/>
                      <a:gd name="connsiteY13" fmla="*/ 0 h 114300"/>
                      <a:gd name="connsiteX14" fmla="*/ 190406 w 190405"/>
                      <a:gd name="connsiteY14" fmla="*/ 19050 h 114300"/>
                      <a:gd name="connsiteX15" fmla="*/ 171356 w 190405"/>
                      <a:gd name="connsiteY15" fmla="*/ 38100 h 114300"/>
                      <a:gd name="connsiteX16" fmla="*/ 114206 w 190405"/>
                      <a:gd name="connsiteY16" fmla="*/ 95345 h 114300"/>
                      <a:gd name="connsiteX17" fmla="*/ 95156 w 190405"/>
                      <a:gd name="connsiteY17" fmla="*/ 114300 h 114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90405" h="114300">
                        <a:moveTo>
                          <a:pt x="95156" y="114300"/>
                        </a:moveTo>
                        <a:cubicBezTo>
                          <a:pt x="84678" y="114300"/>
                          <a:pt x="76296" y="105918"/>
                          <a:pt x="76106" y="95536"/>
                        </a:cubicBezTo>
                        <a:cubicBezTo>
                          <a:pt x="76106" y="95536"/>
                          <a:pt x="76106" y="95536"/>
                          <a:pt x="76106" y="95536"/>
                        </a:cubicBezTo>
                        <a:lnTo>
                          <a:pt x="76106" y="95536"/>
                        </a:lnTo>
                        <a:lnTo>
                          <a:pt x="76106" y="95536"/>
                        </a:lnTo>
                        <a:cubicBezTo>
                          <a:pt x="76106" y="95536"/>
                          <a:pt x="76106" y="95441"/>
                          <a:pt x="76106" y="95441"/>
                        </a:cubicBezTo>
                        <a:cubicBezTo>
                          <a:pt x="76106" y="95441"/>
                          <a:pt x="76106" y="95441"/>
                          <a:pt x="76106" y="95345"/>
                        </a:cubicBezTo>
                        <a:lnTo>
                          <a:pt x="76106" y="95345"/>
                        </a:lnTo>
                        <a:cubicBezTo>
                          <a:pt x="76106" y="95345"/>
                          <a:pt x="76106" y="95345"/>
                          <a:pt x="76106" y="95250"/>
                        </a:cubicBezTo>
                        <a:cubicBezTo>
                          <a:pt x="76106" y="41434"/>
                          <a:pt x="28385" y="38195"/>
                          <a:pt x="18860" y="38100"/>
                        </a:cubicBezTo>
                        <a:cubicBezTo>
                          <a:pt x="8383" y="38005"/>
                          <a:pt x="-94" y="29432"/>
                          <a:pt x="1" y="18955"/>
                        </a:cubicBezTo>
                        <a:cubicBezTo>
                          <a:pt x="1" y="8477"/>
                          <a:pt x="8478" y="0"/>
                          <a:pt x="18956" y="0"/>
                        </a:cubicBezTo>
                        <a:cubicBezTo>
                          <a:pt x="40482" y="0"/>
                          <a:pt x="74391" y="8477"/>
                          <a:pt x="95441" y="35243"/>
                        </a:cubicBezTo>
                        <a:cubicBezTo>
                          <a:pt x="109824" y="15621"/>
                          <a:pt x="133637" y="0"/>
                          <a:pt x="171356" y="0"/>
                        </a:cubicBezTo>
                        <a:cubicBezTo>
                          <a:pt x="181928" y="0"/>
                          <a:pt x="190406" y="8573"/>
                          <a:pt x="190406" y="19050"/>
                        </a:cubicBezTo>
                        <a:cubicBezTo>
                          <a:pt x="190406" y="29528"/>
                          <a:pt x="181928" y="38100"/>
                          <a:pt x="171356" y="38100"/>
                        </a:cubicBezTo>
                        <a:cubicBezTo>
                          <a:pt x="117635" y="38100"/>
                          <a:pt x="114301" y="85725"/>
                          <a:pt x="114206" y="95345"/>
                        </a:cubicBezTo>
                        <a:cubicBezTo>
                          <a:pt x="114110" y="105823"/>
                          <a:pt x="105633" y="114300"/>
                          <a:pt x="95156" y="1143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3" name="Freeform: Shape 182">
                    <a:extLst>
                      <a:ext uri="{FF2B5EF4-FFF2-40B4-BE49-F238E27FC236}">
                        <a16:creationId xmlns:a16="http://schemas.microsoft.com/office/drawing/2014/main" id="{8236BDDC-FC42-4349-AA31-09896383D35A}"/>
                      </a:ext>
                    </a:extLst>
                  </p:cNvPr>
                  <p:cNvSpPr/>
                  <p:nvPr/>
                </p:nvSpPr>
                <p:spPr>
                  <a:xfrm>
                    <a:off x="7579896" y="3151512"/>
                    <a:ext cx="190405" cy="114300"/>
                  </a:xfrm>
                  <a:custGeom>
                    <a:avLst/>
                    <a:gdLst>
                      <a:gd name="connsiteX0" fmla="*/ 95156 w 190405"/>
                      <a:gd name="connsiteY0" fmla="*/ 114300 h 114300"/>
                      <a:gd name="connsiteX1" fmla="*/ 76106 w 190405"/>
                      <a:gd name="connsiteY1" fmla="*/ 95536 h 114300"/>
                      <a:gd name="connsiteX2" fmla="*/ 76106 w 190405"/>
                      <a:gd name="connsiteY2" fmla="*/ 95536 h 114300"/>
                      <a:gd name="connsiteX3" fmla="*/ 76106 w 190405"/>
                      <a:gd name="connsiteY3" fmla="*/ 95536 h 114300"/>
                      <a:gd name="connsiteX4" fmla="*/ 76106 w 190405"/>
                      <a:gd name="connsiteY4" fmla="*/ 95536 h 114300"/>
                      <a:gd name="connsiteX5" fmla="*/ 76106 w 190405"/>
                      <a:gd name="connsiteY5" fmla="*/ 95441 h 114300"/>
                      <a:gd name="connsiteX6" fmla="*/ 76106 w 190405"/>
                      <a:gd name="connsiteY6" fmla="*/ 95345 h 114300"/>
                      <a:gd name="connsiteX7" fmla="*/ 76106 w 190405"/>
                      <a:gd name="connsiteY7" fmla="*/ 95345 h 114300"/>
                      <a:gd name="connsiteX8" fmla="*/ 76106 w 190405"/>
                      <a:gd name="connsiteY8" fmla="*/ 95250 h 114300"/>
                      <a:gd name="connsiteX9" fmla="*/ 18860 w 190405"/>
                      <a:gd name="connsiteY9" fmla="*/ 38100 h 114300"/>
                      <a:gd name="connsiteX10" fmla="*/ 1 w 190405"/>
                      <a:gd name="connsiteY10" fmla="*/ 18955 h 114300"/>
                      <a:gd name="connsiteX11" fmla="*/ 18956 w 190405"/>
                      <a:gd name="connsiteY11" fmla="*/ 0 h 114300"/>
                      <a:gd name="connsiteX12" fmla="*/ 95441 w 190405"/>
                      <a:gd name="connsiteY12" fmla="*/ 35243 h 114300"/>
                      <a:gd name="connsiteX13" fmla="*/ 171356 w 190405"/>
                      <a:gd name="connsiteY13" fmla="*/ 0 h 114300"/>
                      <a:gd name="connsiteX14" fmla="*/ 190406 w 190405"/>
                      <a:gd name="connsiteY14" fmla="*/ 19050 h 114300"/>
                      <a:gd name="connsiteX15" fmla="*/ 171356 w 190405"/>
                      <a:gd name="connsiteY15" fmla="*/ 38100 h 114300"/>
                      <a:gd name="connsiteX16" fmla="*/ 114206 w 190405"/>
                      <a:gd name="connsiteY16" fmla="*/ 95345 h 114300"/>
                      <a:gd name="connsiteX17" fmla="*/ 95156 w 190405"/>
                      <a:gd name="connsiteY17" fmla="*/ 114300 h 114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90405" h="114300">
                        <a:moveTo>
                          <a:pt x="95156" y="114300"/>
                        </a:moveTo>
                        <a:cubicBezTo>
                          <a:pt x="84678" y="114300"/>
                          <a:pt x="76296" y="105918"/>
                          <a:pt x="76106" y="95536"/>
                        </a:cubicBezTo>
                        <a:cubicBezTo>
                          <a:pt x="76106" y="95536"/>
                          <a:pt x="76106" y="95536"/>
                          <a:pt x="76106" y="95536"/>
                        </a:cubicBezTo>
                        <a:lnTo>
                          <a:pt x="76106" y="95536"/>
                        </a:lnTo>
                        <a:lnTo>
                          <a:pt x="76106" y="95536"/>
                        </a:lnTo>
                        <a:cubicBezTo>
                          <a:pt x="76106" y="95536"/>
                          <a:pt x="76106" y="95441"/>
                          <a:pt x="76106" y="95441"/>
                        </a:cubicBezTo>
                        <a:cubicBezTo>
                          <a:pt x="76106" y="95441"/>
                          <a:pt x="76106" y="95441"/>
                          <a:pt x="76106" y="95345"/>
                        </a:cubicBezTo>
                        <a:lnTo>
                          <a:pt x="76106" y="95345"/>
                        </a:lnTo>
                        <a:cubicBezTo>
                          <a:pt x="76106" y="95345"/>
                          <a:pt x="76106" y="95345"/>
                          <a:pt x="76106" y="95250"/>
                        </a:cubicBezTo>
                        <a:cubicBezTo>
                          <a:pt x="76106" y="41434"/>
                          <a:pt x="28385" y="38195"/>
                          <a:pt x="18860" y="38100"/>
                        </a:cubicBezTo>
                        <a:cubicBezTo>
                          <a:pt x="8383" y="38005"/>
                          <a:pt x="-94" y="29432"/>
                          <a:pt x="1" y="18955"/>
                        </a:cubicBezTo>
                        <a:cubicBezTo>
                          <a:pt x="1" y="8477"/>
                          <a:pt x="8478" y="0"/>
                          <a:pt x="18956" y="0"/>
                        </a:cubicBezTo>
                        <a:cubicBezTo>
                          <a:pt x="40482" y="0"/>
                          <a:pt x="74391" y="8477"/>
                          <a:pt x="95441" y="35243"/>
                        </a:cubicBezTo>
                        <a:cubicBezTo>
                          <a:pt x="109824" y="15621"/>
                          <a:pt x="133637" y="0"/>
                          <a:pt x="171356" y="0"/>
                        </a:cubicBezTo>
                        <a:cubicBezTo>
                          <a:pt x="181928" y="0"/>
                          <a:pt x="190406" y="8572"/>
                          <a:pt x="190406" y="19050"/>
                        </a:cubicBezTo>
                        <a:cubicBezTo>
                          <a:pt x="190406" y="29528"/>
                          <a:pt x="181928" y="38100"/>
                          <a:pt x="171356" y="38100"/>
                        </a:cubicBezTo>
                        <a:cubicBezTo>
                          <a:pt x="117635" y="38100"/>
                          <a:pt x="114301" y="85725"/>
                          <a:pt x="114206" y="95345"/>
                        </a:cubicBezTo>
                        <a:cubicBezTo>
                          <a:pt x="114110" y="105823"/>
                          <a:pt x="105633" y="114300"/>
                          <a:pt x="95156" y="1143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4" name="Freeform: Shape 183">
                    <a:extLst>
                      <a:ext uri="{FF2B5EF4-FFF2-40B4-BE49-F238E27FC236}">
                        <a16:creationId xmlns:a16="http://schemas.microsoft.com/office/drawing/2014/main" id="{61597136-1B38-436A-B81E-017C953BFF5C}"/>
                      </a:ext>
                    </a:extLst>
                  </p:cNvPr>
                  <p:cNvSpPr/>
                  <p:nvPr/>
                </p:nvSpPr>
                <p:spPr>
                  <a:xfrm>
                    <a:off x="7351296" y="3227712"/>
                    <a:ext cx="190405" cy="114300"/>
                  </a:xfrm>
                  <a:custGeom>
                    <a:avLst/>
                    <a:gdLst>
                      <a:gd name="connsiteX0" fmla="*/ 95156 w 190405"/>
                      <a:gd name="connsiteY0" fmla="*/ 114300 h 114300"/>
                      <a:gd name="connsiteX1" fmla="*/ 76106 w 190405"/>
                      <a:gd name="connsiteY1" fmla="*/ 95536 h 114300"/>
                      <a:gd name="connsiteX2" fmla="*/ 76106 w 190405"/>
                      <a:gd name="connsiteY2" fmla="*/ 95536 h 114300"/>
                      <a:gd name="connsiteX3" fmla="*/ 76106 w 190405"/>
                      <a:gd name="connsiteY3" fmla="*/ 95536 h 114300"/>
                      <a:gd name="connsiteX4" fmla="*/ 76106 w 190405"/>
                      <a:gd name="connsiteY4" fmla="*/ 95536 h 114300"/>
                      <a:gd name="connsiteX5" fmla="*/ 76106 w 190405"/>
                      <a:gd name="connsiteY5" fmla="*/ 95441 h 114300"/>
                      <a:gd name="connsiteX6" fmla="*/ 76106 w 190405"/>
                      <a:gd name="connsiteY6" fmla="*/ 95345 h 114300"/>
                      <a:gd name="connsiteX7" fmla="*/ 76106 w 190405"/>
                      <a:gd name="connsiteY7" fmla="*/ 95345 h 114300"/>
                      <a:gd name="connsiteX8" fmla="*/ 76106 w 190405"/>
                      <a:gd name="connsiteY8" fmla="*/ 95250 h 114300"/>
                      <a:gd name="connsiteX9" fmla="*/ 18860 w 190405"/>
                      <a:gd name="connsiteY9" fmla="*/ 38100 h 114300"/>
                      <a:gd name="connsiteX10" fmla="*/ 1 w 190405"/>
                      <a:gd name="connsiteY10" fmla="*/ 18955 h 114300"/>
                      <a:gd name="connsiteX11" fmla="*/ 18956 w 190405"/>
                      <a:gd name="connsiteY11" fmla="*/ 0 h 114300"/>
                      <a:gd name="connsiteX12" fmla="*/ 95441 w 190405"/>
                      <a:gd name="connsiteY12" fmla="*/ 35243 h 114300"/>
                      <a:gd name="connsiteX13" fmla="*/ 171356 w 190405"/>
                      <a:gd name="connsiteY13" fmla="*/ 0 h 114300"/>
                      <a:gd name="connsiteX14" fmla="*/ 190406 w 190405"/>
                      <a:gd name="connsiteY14" fmla="*/ 19050 h 114300"/>
                      <a:gd name="connsiteX15" fmla="*/ 171356 w 190405"/>
                      <a:gd name="connsiteY15" fmla="*/ 38100 h 114300"/>
                      <a:gd name="connsiteX16" fmla="*/ 114206 w 190405"/>
                      <a:gd name="connsiteY16" fmla="*/ 95345 h 114300"/>
                      <a:gd name="connsiteX17" fmla="*/ 95156 w 190405"/>
                      <a:gd name="connsiteY17" fmla="*/ 114300 h 114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90405" h="114300">
                        <a:moveTo>
                          <a:pt x="95156" y="114300"/>
                        </a:moveTo>
                        <a:cubicBezTo>
                          <a:pt x="84678" y="114300"/>
                          <a:pt x="76296" y="105918"/>
                          <a:pt x="76106" y="95536"/>
                        </a:cubicBezTo>
                        <a:cubicBezTo>
                          <a:pt x="76106" y="95536"/>
                          <a:pt x="76106" y="95536"/>
                          <a:pt x="76106" y="95536"/>
                        </a:cubicBezTo>
                        <a:lnTo>
                          <a:pt x="76106" y="95536"/>
                        </a:lnTo>
                        <a:lnTo>
                          <a:pt x="76106" y="95536"/>
                        </a:lnTo>
                        <a:cubicBezTo>
                          <a:pt x="76106" y="95536"/>
                          <a:pt x="76106" y="95441"/>
                          <a:pt x="76106" y="95441"/>
                        </a:cubicBezTo>
                        <a:cubicBezTo>
                          <a:pt x="76106" y="95441"/>
                          <a:pt x="76106" y="95441"/>
                          <a:pt x="76106" y="95345"/>
                        </a:cubicBezTo>
                        <a:lnTo>
                          <a:pt x="76106" y="95345"/>
                        </a:lnTo>
                        <a:cubicBezTo>
                          <a:pt x="76106" y="95345"/>
                          <a:pt x="76106" y="95345"/>
                          <a:pt x="76106" y="95250"/>
                        </a:cubicBezTo>
                        <a:cubicBezTo>
                          <a:pt x="76106" y="41434"/>
                          <a:pt x="28385" y="38195"/>
                          <a:pt x="18860" y="38100"/>
                        </a:cubicBezTo>
                        <a:cubicBezTo>
                          <a:pt x="8383" y="38005"/>
                          <a:pt x="-94" y="29432"/>
                          <a:pt x="1" y="18955"/>
                        </a:cubicBezTo>
                        <a:cubicBezTo>
                          <a:pt x="1" y="8477"/>
                          <a:pt x="8478" y="0"/>
                          <a:pt x="18956" y="0"/>
                        </a:cubicBezTo>
                        <a:cubicBezTo>
                          <a:pt x="40482" y="0"/>
                          <a:pt x="74391" y="8477"/>
                          <a:pt x="95441" y="35243"/>
                        </a:cubicBezTo>
                        <a:cubicBezTo>
                          <a:pt x="109824" y="15621"/>
                          <a:pt x="133637" y="0"/>
                          <a:pt x="171356" y="0"/>
                        </a:cubicBezTo>
                        <a:cubicBezTo>
                          <a:pt x="181928" y="0"/>
                          <a:pt x="190406" y="8572"/>
                          <a:pt x="190406" y="19050"/>
                        </a:cubicBezTo>
                        <a:cubicBezTo>
                          <a:pt x="190406" y="29528"/>
                          <a:pt x="181928" y="38100"/>
                          <a:pt x="171356" y="38100"/>
                        </a:cubicBezTo>
                        <a:cubicBezTo>
                          <a:pt x="117635" y="38100"/>
                          <a:pt x="114301" y="85725"/>
                          <a:pt x="114206" y="95345"/>
                        </a:cubicBezTo>
                        <a:cubicBezTo>
                          <a:pt x="114110" y="105823"/>
                          <a:pt x="105633" y="114300"/>
                          <a:pt x="95156" y="1143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85" name="Graphic 112">
                    <a:extLst>
                      <a:ext uri="{FF2B5EF4-FFF2-40B4-BE49-F238E27FC236}">
                        <a16:creationId xmlns:a16="http://schemas.microsoft.com/office/drawing/2014/main" id="{9C75C69F-3345-4C86-9792-5CB57F3ABB54}"/>
                      </a:ext>
                    </a:extLst>
                  </p:cNvPr>
                  <p:cNvGrpSpPr/>
                  <p:nvPr/>
                </p:nvGrpSpPr>
                <p:grpSpPr>
                  <a:xfrm>
                    <a:off x="7109933" y="3608977"/>
                    <a:ext cx="825436" cy="485795"/>
                    <a:chOff x="5769006" y="3448315"/>
                    <a:chExt cx="825436" cy="485795"/>
                  </a:xfrm>
                  <a:grpFill/>
                </p:grpSpPr>
                <p:sp>
                  <p:nvSpPr>
                    <p:cNvPr id="186" name="Freeform: Shape 185">
                      <a:extLst>
                        <a:ext uri="{FF2B5EF4-FFF2-40B4-BE49-F238E27FC236}">
                          <a16:creationId xmlns:a16="http://schemas.microsoft.com/office/drawing/2014/main" id="{E3E94047-547C-4B87-9A03-DE534C06A9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32836" y="3448335"/>
                      <a:ext cx="133540" cy="38100"/>
                    </a:xfrm>
                    <a:custGeom>
                      <a:avLst/>
                      <a:gdLst>
                        <a:gd name="connsiteX0" fmla="*/ 114491 w 133540"/>
                        <a:gd name="connsiteY0" fmla="*/ 38100 h 38100"/>
                        <a:gd name="connsiteX1" fmla="*/ 19050 w 133540"/>
                        <a:gd name="connsiteY1" fmla="*/ 38100 h 38100"/>
                        <a:gd name="connsiteX2" fmla="*/ 0 w 133540"/>
                        <a:gd name="connsiteY2" fmla="*/ 19050 h 38100"/>
                        <a:gd name="connsiteX3" fmla="*/ 19050 w 133540"/>
                        <a:gd name="connsiteY3" fmla="*/ 0 h 38100"/>
                        <a:gd name="connsiteX4" fmla="*/ 114491 w 133540"/>
                        <a:gd name="connsiteY4" fmla="*/ 0 h 38100"/>
                        <a:gd name="connsiteX5" fmla="*/ 133541 w 133540"/>
                        <a:gd name="connsiteY5" fmla="*/ 19050 h 38100"/>
                        <a:gd name="connsiteX6" fmla="*/ 114491 w 133540"/>
                        <a:gd name="connsiteY6" fmla="*/ 38100 h 38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33540" h="38100">
                          <a:moveTo>
                            <a:pt x="114491" y="38100"/>
                          </a:moveTo>
                          <a:lnTo>
                            <a:pt x="19050" y="38100"/>
                          </a:lnTo>
                          <a:cubicBezTo>
                            <a:pt x="8477" y="38100"/>
                            <a:pt x="0" y="29623"/>
                            <a:pt x="0" y="19050"/>
                          </a:cubicBezTo>
                          <a:cubicBezTo>
                            <a:pt x="0" y="8477"/>
                            <a:pt x="8477" y="0"/>
                            <a:pt x="19050" y="0"/>
                          </a:cubicBezTo>
                          <a:lnTo>
                            <a:pt x="114491" y="0"/>
                          </a:lnTo>
                          <a:cubicBezTo>
                            <a:pt x="125063" y="0"/>
                            <a:pt x="133541" y="8477"/>
                            <a:pt x="133541" y="19050"/>
                          </a:cubicBezTo>
                          <a:cubicBezTo>
                            <a:pt x="133541" y="29528"/>
                            <a:pt x="125063" y="38100"/>
                            <a:pt x="114491" y="38100"/>
                          </a:cubicBez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87" name="Graphic 112">
                      <a:extLst>
                        <a:ext uri="{FF2B5EF4-FFF2-40B4-BE49-F238E27FC236}">
                          <a16:creationId xmlns:a16="http://schemas.microsoft.com/office/drawing/2014/main" id="{20A099D6-D06A-461F-A635-4402635F48F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69006" y="3448315"/>
                      <a:ext cx="825436" cy="485795"/>
                      <a:chOff x="5769006" y="3448315"/>
                      <a:chExt cx="825436" cy="485795"/>
                    </a:xfrm>
                    <a:grpFill/>
                  </p:grpSpPr>
                  <p:sp>
                    <p:nvSpPr>
                      <p:cNvPr id="188" name="Freeform: Shape 187">
                        <a:extLst>
                          <a:ext uri="{FF2B5EF4-FFF2-40B4-BE49-F238E27FC236}">
                            <a16:creationId xmlns:a16="http://schemas.microsoft.com/office/drawing/2014/main" id="{8E0C50A9-C0B3-41A6-87D8-F27DFA23E0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2148" y="3538061"/>
                        <a:ext cx="431762" cy="252888"/>
                      </a:xfrm>
                      <a:custGeom>
                        <a:avLst/>
                        <a:gdLst>
                          <a:gd name="connsiteX0" fmla="*/ 269576 w 431762"/>
                          <a:gd name="connsiteY0" fmla="*/ 252889 h 252888"/>
                          <a:gd name="connsiteX1" fmla="*/ 19069 w 431762"/>
                          <a:gd name="connsiteY1" fmla="*/ 252889 h 252888"/>
                          <a:gd name="connsiteX2" fmla="*/ 2876 w 431762"/>
                          <a:gd name="connsiteY2" fmla="*/ 243840 h 252888"/>
                          <a:gd name="connsiteX3" fmla="*/ 2019 w 431762"/>
                          <a:gd name="connsiteY3" fmla="*/ 225266 h 252888"/>
                          <a:gd name="connsiteX4" fmla="*/ 109366 w 431762"/>
                          <a:gd name="connsiteY4" fmla="*/ 10573 h 252888"/>
                          <a:gd name="connsiteX5" fmla="*/ 126416 w 431762"/>
                          <a:gd name="connsiteY5" fmla="*/ 0 h 252888"/>
                          <a:gd name="connsiteX6" fmla="*/ 412737 w 431762"/>
                          <a:gd name="connsiteY6" fmla="*/ 0 h 252888"/>
                          <a:gd name="connsiteX7" fmla="*/ 429501 w 431762"/>
                          <a:gd name="connsiteY7" fmla="*/ 10097 h 252888"/>
                          <a:gd name="connsiteX8" fmla="*/ 428549 w 431762"/>
                          <a:gd name="connsiteY8" fmla="*/ 29623 h 252888"/>
                          <a:gd name="connsiteX9" fmla="*/ 285388 w 431762"/>
                          <a:gd name="connsiteY9" fmla="*/ 244412 h 252888"/>
                          <a:gd name="connsiteX10" fmla="*/ 269576 w 431762"/>
                          <a:gd name="connsiteY10" fmla="*/ 252889 h 252888"/>
                          <a:gd name="connsiteX11" fmla="*/ 49835 w 431762"/>
                          <a:gd name="connsiteY11" fmla="*/ 214789 h 252888"/>
                          <a:gd name="connsiteX12" fmla="*/ 259385 w 431762"/>
                          <a:gd name="connsiteY12" fmla="*/ 214789 h 252888"/>
                          <a:gd name="connsiteX13" fmla="*/ 377114 w 431762"/>
                          <a:gd name="connsiteY13" fmla="*/ 38195 h 252888"/>
                          <a:gd name="connsiteX14" fmla="*/ 138227 w 431762"/>
                          <a:gd name="connsiteY14" fmla="*/ 38195 h 252888"/>
                          <a:gd name="connsiteX15" fmla="*/ 49835 w 431762"/>
                          <a:gd name="connsiteY15" fmla="*/ 214789 h 2528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431762" h="252888">
                            <a:moveTo>
                              <a:pt x="269576" y="252889"/>
                            </a:moveTo>
                            <a:lnTo>
                              <a:pt x="19069" y="252889"/>
                            </a:lnTo>
                            <a:cubicBezTo>
                              <a:pt x="12497" y="252889"/>
                              <a:pt x="6305" y="249460"/>
                              <a:pt x="2876" y="243840"/>
                            </a:cubicBezTo>
                            <a:cubicBezTo>
                              <a:pt x="-648" y="238220"/>
                              <a:pt x="-934" y="231172"/>
                              <a:pt x="2019" y="225266"/>
                            </a:cubicBezTo>
                            <a:lnTo>
                              <a:pt x="109366" y="10573"/>
                            </a:lnTo>
                            <a:cubicBezTo>
                              <a:pt x="112604" y="4096"/>
                              <a:pt x="119177" y="0"/>
                              <a:pt x="126416" y="0"/>
                            </a:cubicBezTo>
                            <a:lnTo>
                              <a:pt x="412737" y="0"/>
                            </a:lnTo>
                            <a:cubicBezTo>
                              <a:pt x="419786" y="0"/>
                              <a:pt x="426263" y="3905"/>
                              <a:pt x="429501" y="10097"/>
                            </a:cubicBezTo>
                            <a:cubicBezTo>
                              <a:pt x="432835" y="16288"/>
                              <a:pt x="432454" y="23813"/>
                              <a:pt x="428549" y="29623"/>
                            </a:cubicBezTo>
                            <a:lnTo>
                              <a:pt x="285388" y="244412"/>
                            </a:lnTo>
                            <a:cubicBezTo>
                              <a:pt x="281864" y="249746"/>
                              <a:pt x="275958" y="252889"/>
                              <a:pt x="269576" y="252889"/>
                            </a:cubicBezTo>
                            <a:close/>
                            <a:moveTo>
                              <a:pt x="49835" y="214789"/>
                            </a:moveTo>
                            <a:lnTo>
                              <a:pt x="259385" y="214789"/>
                            </a:lnTo>
                            <a:lnTo>
                              <a:pt x="377114" y="38195"/>
                            </a:lnTo>
                            <a:lnTo>
                              <a:pt x="138227" y="38195"/>
                            </a:lnTo>
                            <a:lnTo>
                              <a:pt x="49835" y="214789"/>
                            </a:ln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89" name="Freeform: Shape 188">
                        <a:extLst>
                          <a:ext uri="{FF2B5EF4-FFF2-40B4-BE49-F238E27FC236}">
                            <a16:creationId xmlns:a16="http://schemas.microsoft.com/office/drawing/2014/main" id="{8C94F463-59D6-42C4-91F7-8AD3D24CD2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68630" y="3448315"/>
                        <a:ext cx="232070" cy="342634"/>
                      </a:xfrm>
                      <a:custGeom>
                        <a:avLst/>
                        <a:gdLst>
                          <a:gd name="connsiteX0" fmla="*/ 213095 w 232070"/>
                          <a:gd name="connsiteY0" fmla="*/ 342635 h 342634"/>
                          <a:gd name="connsiteX1" fmla="*/ 196998 w 232070"/>
                          <a:gd name="connsiteY1" fmla="*/ 333777 h 342634"/>
                          <a:gd name="connsiteX2" fmla="*/ 2973 w 232070"/>
                          <a:gd name="connsiteY2" fmla="*/ 29262 h 342634"/>
                          <a:gd name="connsiteX3" fmla="*/ 8784 w 232070"/>
                          <a:gd name="connsiteY3" fmla="*/ 2973 h 342634"/>
                          <a:gd name="connsiteX4" fmla="*/ 35073 w 232070"/>
                          <a:gd name="connsiteY4" fmla="*/ 8784 h 342634"/>
                          <a:gd name="connsiteX5" fmla="*/ 229097 w 232070"/>
                          <a:gd name="connsiteY5" fmla="*/ 313298 h 342634"/>
                          <a:gd name="connsiteX6" fmla="*/ 223287 w 232070"/>
                          <a:gd name="connsiteY6" fmla="*/ 339587 h 342634"/>
                          <a:gd name="connsiteX7" fmla="*/ 213095 w 232070"/>
                          <a:gd name="connsiteY7" fmla="*/ 342635 h 34263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232070" h="342634">
                            <a:moveTo>
                              <a:pt x="213095" y="342635"/>
                            </a:moveTo>
                            <a:cubicBezTo>
                              <a:pt x="206808" y="342635"/>
                              <a:pt x="200617" y="339492"/>
                              <a:pt x="196998" y="333777"/>
                            </a:cubicBezTo>
                            <a:lnTo>
                              <a:pt x="2973" y="29262"/>
                            </a:lnTo>
                            <a:cubicBezTo>
                              <a:pt x="-2646" y="20404"/>
                              <a:pt x="-75" y="8593"/>
                              <a:pt x="8784" y="2973"/>
                            </a:cubicBezTo>
                            <a:cubicBezTo>
                              <a:pt x="17642" y="-2646"/>
                              <a:pt x="29453" y="-75"/>
                              <a:pt x="35073" y="8784"/>
                            </a:cubicBezTo>
                            <a:lnTo>
                              <a:pt x="229097" y="313298"/>
                            </a:lnTo>
                            <a:cubicBezTo>
                              <a:pt x="234717" y="322156"/>
                              <a:pt x="232145" y="333967"/>
                              <a:pt x="223287" y="339587"/>
                            </a:cubicBezTo>
                            <a:cubicBezTo>
                              <a:pt x="220143" y="341682"/>
                              <a:pt x="216619" y="342635"/>
                              <a:pt x="213095" y="342635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90" name="Freeform: Shape 189">
                        <a:extLst>
                          <a:ext uri="{FF2B5EF4-FFF2-40B4-BE49-F238E27FC236}">
                            <a16:creationId xmlns:a16="http://schemas.microsoft.com/office/drawing/2014/main" id="{46E2A409-65D6-441F-84C1-4A20CE1C82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198489" y="3466528"/>
                        <a:ext cx="252882" cy="324421"/>
                      </a:xfrm>
                      <a:custGeom>
                        <a:avLst/>
                        <a:gdLst>
                          <a:gd name="connsiteX0" fmla="*/ 233744 w 252882"/>
                          <a:gd name="connsiteY0" fmla="*/ 324422 h 324421"/>
                          <a:gd name="connsiteX1" fmla="*/ 216694 w 252882"/>
                          <a:gd name="connsiteY1" fmla="*/ 313849 h 324421"/>
                          <a:gd name="connsiteX2" fmla="*/ 78867 w 252882"/>
                          <a:gd name="connsiteY2" fmla="*/ 38100 h 324421"/>
                          <a:gd name="connsiteX3" fmla="*/ 19050 w 252882"/>
                          <a:gd name="connsiteY3" fmla="*/ 38100 h 324421"/>
                          <a:gd name="connsiteX4" fmla="*/ 0 w 252882"/>
                          <a:gd name="connsiteY4" fmla="*/ 19050 h 324421"/>
                          <a:gd name="connsiteX5" fmla="*/ 19050 w 252882"/>
                          <a:gd name="connsiteY5" fmla="*/ 0 h 324421"/>
                          <a:gd name="connsiteX6" fmla="*/ 90678 w 252882"/>
                          <a:gd name="connsiteY6" fmla="*/ 0 h 324421"/>
                          <a:gd name="connsiteX7" fmla="*/ 107728 w 252882"/>
                          <a:gd name="connsiteY7" fmla="*/ 10573 h 324421"/>
                          <a:gd name="connsiteX8" fmla="*/ 250888 w 252882"/>
                          <a:gd name="connsiteY8" fmla="*/ 296894 h 324421"/>
                          <a:gd name="connsiteX9" fmla="*/ 242411 w 252882"/>
                          <a:gd name="connsiteY9" fmla="*/ 322421 h 324421"/>
                          <a:gd name="connsiteX10" fmla="*/ 233744 w 252882"/>
                          <a:gd name="connsiteY10" fmla="*/ 324422 h 32442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52882" h="324421">
                            <a:moveTo>
                              <a:pt x="233744" y="324422"/>
                            </a:moveTo>
                            <a:cubicBezTo>
                              <a:pt x="226790" y="324422"/>
                              <a:pt x="220027" y="320612"/>
                              <a:pt x="216694" y="313849"/>
                            </a:cubicBezTo>
                            <a:lnTo>
                              <a:pt x="78867" y="38100"/>
                            </a:lnTo>
                            <a:lnTo>
                              <a:pt x="19050" y="38100"/>
                            </a:lnTo>
                            <a:cubicBezTo>
                              <a:pt x="8477" y="38100"/>
                              <a:pt x="0" y="29623"/>
                              <a:pt x="0" y="19050"/>
                            </a:cubicBezTo>
                            <a:cubicBezTo>
                              <a:pt x="0" y="8477"/>
                              <a:pt x="8477" y="0"/>
                              <a:pt x="19050" y="0"/>
                            </a:cubicBezTo>
                            <a:lnTo>
                              <a:pt x="90678" y="0"/>
                            </a:lnTo>
                            <a:cubicBezTo>
                              <a:pt x="97917" y="0"/>
                              <a:pt x="104489" y="4096"/>
                              <a:pt x="107728" y="10573"/>
                            </a:cubicBezTo>
                            <a:lnTo>
                              <a:pt x="250888" y="296894"/>
                            </a:lnTo>
                            <a:cubicBezTo>
                              <a:pt x="255556" y="306324"/>
                              <a:pt x="251746" y="317754"/>
                              <a:pt x="242411" y="322421"/>
                            </a:cubicBezTo>
                            <a:cubicBezTo>
                              <a:pt x="239554" y="323755"/>
                              <a:pt x="236696" y="324422"/>
                              <a:pt x="233744" y="324422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91" name="Freeform: Shape 190">
                        <a:extLst>
                          <a:ext uri="{FF2B5EF4-FFF2-40B4-BE49-F238E27FC236}">
                            <a16:creationId xmlns:a16="http://schemas.microsoft.com/office/drawing/2014/main" id="{3EE7502C-9477-427E-8374-E9D83E41E6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377368" y="3717035"/>
                        <a:ext cx="109727" cy="109728"/>
                      </a:xfrm>
                      <a:custGeom>
                        <a:avLst/>
                        <a:gdLst>
                          <a:gd name="connsiteX0" fmla="*/ 54864 w 109727"/>
                          <a:gd name="connsiteY0" fmla="*/ 109728 h 109728"/>
                          <a:gd name="connsiteX1" fmla="*/ 0 w 109727"/>
                          <a:gd name="connsiteY1" fmla="*/ 54864 h 109728"/>
                          <a:gd name="connsiteX2" fmla="*/ 54864 w 109727"/>
                          <a:gd name="connsiteY2" fmla="*/ 0 h 109728"/>
                          <a:gd name="connsiteX3" fmla="*/ 109728 w 109727"/>
                          <a:gd name="connsiteY3" fmla="*/ 54864 h 109728"/>
                          <a:gd name="connsiteX4" fmla="*/ 54864 w 109727"/>
                          <a:gd name="connsiteY4" fmla="*/ 109728 h 109728"/>
                          <a:gd name="connsiteX5" fmla="*/ 54864 w 109727"/>
                          <a:gd name="connsiteY5" fmla="*/ 38100 h 109728"/>
                          <a:gd name="connsiteX6" fmla="*/ 38100 w 109727"/>
                          <a:gd name="connsiteY6" fmla="*/ 54864 h 109728"/>
                          <a:gd name="connsiteX7" fmla="*/ 54864 w 109727"/>
                          <a:gd name="connsiteY7" fmla="*/ 71628 h 109728"/>
                          <a:gd name="connsiteX8" fmla="*/ 71628 w 109727"/>
                          <a:gd name="connsiteY8" fmla="*/ 54864 h 109728"/>
                          <a:gd name="connsiteX9" fmla="*/ 54864 w 109727"/>
                          <a:gd name="connsiteY9" fmla="*/ 38100 h 10972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109727" h="109728">
                            <a:moveTo>
                              <a:pt x="54864" y="109728"/>
                            </a:moveTo>
                            <a:cubicBezTo>
                              <a:pt x="24670" y="109728"/>
                              <a:pt x="0" y="85154"/>
                              <a:pt x="0" y="54864"/>
                            </a:cubicBezTo>
                            <a:cubicBezTo>
                              <a:pt x="0" y="24575"/>
                              <a:pt x="24575" y="0"/>
                              <a:pt x="54864" y="0"/>
                            </a:cubicBezTo>
                            <a:cubicBezTo>
                              <a:pt x="85154" y="0"/>
                              <a:pt x="109728" y="24575"/>
                              <a:pt x="109728" y="54864"/>
                            </a:cubicBezTo>
                            <a:cubicBezTo>
                              <a:pt x="109728" y="85154"/>
                              <a:pt x="85154" y="109728"/>
                              <a:pt x="54864" y="109728"/>
                            </a:cubicBezTo>
                            <a:close/>
                            <a:moveTo>
                              <a:pt x="54864" y="38100"/>
                            </a:moveTo>
                            <a:cubicBezTo>
                              <a:pt x="45625" y="38100"/>
                              <a:pt x="38100" y="45625"/>
                              <a:pt x="38100" y="54864"/>
                            </a:cubicBezTo>
                            <a:cubicBezTo>
                              <a:pt x="38100" y="64103"/>
                              <a:pt x="45625" y="71628"/>
                              <a:pt x="54864" y="71628"/>
                            </a:cubicBezTo>
                            <a:cubicBezTo>
                              <a:pt x="64103" y="71628"/>
                              <a:pt x="71628" y="64103"/>
                              <a:pt x="71628" y="54864"/>
                            </a:cubicBezTo>
                            <a:cubicBezTo>
                              <a:pt x="71628" y="45625"/>
                              <a:pt x="64103" y="38100"/>
                              <a:pt x="54864" y="38100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92" name="Freeform: Shape 191">
                        <a:extLst>
                          <a:ext uri="{FF2B5EF4-FFF2-40B4-BE49-F238E27FC236}">
                            <a16:creationId xmlns:a16="http://schemas.microsoft.com/office/drawing/2014/main" id="{AAB82923-2105-4194-BBCD-5406A864A8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76353" y="3717035"/>
                        <a:ext cx="109728" cy="109728"/>
                      </a:xfrm>
                      <a:custGeom>
                        <a:avLst/>
                        <a:gdLst>
                          <a:gd name="connsiteX0" fmla="*/ 54864 w 109728"/>
                          <a:gd name="connsiteY0" fmla="*/ 109728 h 109728"/>
                          <a:gd name="connsiteX1" fmla="*/ 0 w 109728"/>
                          <a:gd name="connsiteY1" fmla="*/ 54864 h 109728"/>
                          <a:gd name="connsiteX2" fmla="*/ 54864 w 109728"/>
                          <a:gd name="connsiteY2" fmla="*/ 0 h 109728"/>
                          <a:gd name="connsiteX3" fmla="*/ 109728 w 109728"/>
                          <a:gd name="connsiteY3" fmla="*/ 54864 h 109728"/>
                          <a:gd name="connsiteX4" fmla="*/ 54864 w 109728"/>
                          <a:gd name="connsiteY4" fmla="*/ 109728 h 109728"/>
                          <a:gd name="connsiteX5" fmla="*/ 54864 w 109728"/>
                          <a:gd name="connsiteY5" fmla="*/ 38100 h 109728"/>
                          <a:gd name="connsiteX6" fmla="*/ 38100 w 109728"/>
                          <a:gd name="connsiteY6" fmla="*/ 54864 h 109728"/>
                          <a:gd name="connsiteX7" fmla="*/ 54864 w 109728"/>
                          <a:gd name="connsiteY7" fmla="*/ 71628 h 109728"/>
                          <a:gd name="connsiteX8" fmla="*/ 71628 w 109728"/>
                          <a:gd name="connsiteY8" fmla="*/ 54864 h 109728"/>
                          <a:gd name="connsiteX9" fmla="*/ 54864 w 109728"/>
                          <a:gd name="connsiteY9" fmla="*/ 38100 h 10972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109728" h="109728">
                            <a:moveTo>
                              <a:pt x="54864" y="109728"/>
                            </a:moveTo>
                            <a:cubicBezTo>
                              <a:pt x="24575" y="109728"/>
                              <a:pt x="0" y="85154"/>
                              <a:pt x="0" y="54864"/>
                            </a:cubicBezTo>
                            <a:cubicBezTo>
                              <a:pt x="0" y="24575"/>
                              <a:pt x="24575" y="0"/>
                              <a:pt x="54864" y="0"/>
                            </a:cubicBezTo>
                            <a:cubicBezTo>
                              <a:pt x="85154" y="0"/>
                              <a:pt x="109728" y="24575"/>
                              <a:pt x="109728" y="54864"/>
                            </a:cubicBezTo>
                            <a:cubicBezTo>
                              <a:pt x="109728" y="85154"/>
                              <a:pt x="85058" y="109728"/>
                              <a:pt x="54864" y="109728"/>
                            </a:cubicBezTo>
                            <a:close/>
                            <a:moveTo>
                              <a:pt x="54864" y="38100"/>
                            </a:moveTo>
                            <a:cubicBezTo>
                              <a:pt x="45625" y="38100"/>
                              <a:pt x="38100" y="45625"/>
                              <a:pt x="38100" y="54864"/>
                            </a:cubicBezTo>
                            <a:cubicBezTo>
                              <a:pt x="38100" y="64103"/>
                              <a:pt x="45625" y="71628"/>
                              <a:pt x="54864" y="71628"/>
                            </a:cubicBezTo>
                            <a:cubicBezTo>
                              <a:pt x="64103" y="71628"/>
                              <a:pt x="71628" y="64103"/>
                              <a:pt x="71628" y="54864"/>
                            </a:cubicBezTo>
                            <a:cubicBezTo>
                              <a:pt x="71533" y="45625"/>
                              <a:pt x="64008" y="38100"/>
                              <a:pt x="54864" y="38100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93" name="Freeform: Shape 192">
                        <a:extLst>
                          <a:ext uri="{FF2B5EF4-FFF2-40B4-BE49-F238E27FC236}">
                            <a16:creationId xmlns:a16="http://schemas.microsoft.com/office/drawing/2014/main" id="{7E544FAC-7293-423A-9D41-FC81153FA8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70021" y="3609689"/>
                        <a:ext cx="324421" cy="324421"/>
                      </a:xfrm>
                      <a:custGeom>
                        <a:avLst/>
                        <a:gdLst>
                          <a:gd name="connsiteX0" fmla="*/ 162211 w 324421"/>
                          <a:gd name="connsiteY0" fmla="*/ 324421 h 324421"/>
                          <a:gd name="connsiteX1" fmla="*/ 0 w 324421"/>
                          <a:gd name="connsiteY1" fmla="*/ 162211 h 324421"/>
                          <a:gd name="connsiteX2" fmla="*/ 162211 w 324421"/>
                          <a:gd name="connsiteY2" fmla="*/ 0 h 324421"/>
                          <a:gd name="connsiteX3" fmla="*/ 324422 w 324421"/>
                          <a:gd name="connsiteY3" fmla="*/ 162211 h 324421"/>
                          <a:gd name="connsiteX4" fmla="*/ 162211 w 324421"/>
                          <a:gd name="connsiteY4" fmla="*/ 324421 h 324421"/>
                          <a:gd name="connsiteX5" fmla="*/ 162211 w 324421"/>
                          <a:gd name="connsiteY5" fmla="*/ 38100 h 324421"/>
                          <a:gd name="connsiteX6" fmla="*/ 38100 w 324421"/>
                          <a:gd name="connsiteY6" fmla="*/ 162211 h 324421"/>
                          <a:gd name="connsiteX7" fmla="*/ 162211 w 324421"/>
                          <a:gd name="connsiteY7" fmla="*/ 286321 h 324421"/>
                          <a:gd name="connsiteX8" fmla="*/ 286322 w 324421"/>
                          <a:gd name="connsiteY8" fmla="*/ 162211 h 324421"/>
                          <a:gd name="connsiteX9" fmla="*/ 162211 w 324421"/>
                          <a:gd name="connsiteY9" fmla="*/ 38100 h 32442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324421" h="324421">
                            <a:moveTo>
                              <a:pt x="162211" y="324421"/>
                            </a:moveTo>
                            <a:cubicBezTo>
                              <a:pt x="72771" y="324421"/>
                              <a:pt x="0" y="251650"/>
                              <a:pt x="0" y="162211"/>
                            </a:cubicBezTo>
                            <a:cubicBezTo>
                              <a:pt x="0" y="72771"/>
                              <a:pt x="72771" y="0"/>
                              <a:pt x="162211" y="0"/>
                            </a:cubicBezTo>
                            <a:cubicBezTo>
                              <a:pt x="251651" y="0"/>
                              <a:pt x="324422" y="72771"/>
                              <a:pt x="324422" y="162211"/>
                            </a:cubicBezTo>
                            <a:cubicBezTo>
                              <a:pt x="324422" y="251650"/>
                              <a:pt x="251651" y="324421"/>
                              <a:pt x="162211" y="324421"/>
                            </a:cubicBezTo>
                            <a:close/>
                            <a:moveTo>
                              <a:pt x="162211" y="38100"/>
                            </a:moveTo>
                            <a:cubicBezTo>
                              <a:pt x="93821" y="38100"/>
                              <a:pt x="38100" y="93821"/>
                              <a:pt x="38100" y="162211"/>
                            </a:cubicBezTo>
                            <a:cubicBezTo>
                              <a:pt x="38100" y="230696"/>
                              <a:pt x="93821" y="286321"/>
                              <a:pt x="162211" y="286321"/>
                            </a:cubicBezTo>
                            <a:cubicBezTo>
                              <a:pt x="230600" y="286321"/>
                              <a:pt x="286322" y="230600"/>
                              <a:pt x="286322" y="162211"/>
                            </a:cubicBezTo>
                            <a:cubicBezTo>
                              <a:pt x="286322" y="93726"/>
                              <a:pt x="230696" y="38100"/>
                              <a:pt x="162211" y="38100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94" name="Freeform: Shape 193">
                        <a:extLst>
                          <a:ext uri="{FF2B5EF4-FFF2-40B4-BE49-F238E27FC236}">
                            <a16:creationId xmlns:a16="http://schemas.microsoft.com/office/drawing/2014/main" id="{D4BC6C98-494D-4A51-9146-627C135F7B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69006" y="3609689"/>
                        <a:ext cx="324421" cy="324421"/>
                      </a:xfrm>
                      <a:custGeom>
                        <a:avLst/>
                        <a:gdLst>
                          <a:gd name="connsiteX0" fmla="*/ 162211 w 324421"/>
                          <a:gd name="connsiteY0" fmla="*/ 324421 h 324421"/>
                          <a:gd name="connsiteX1" fmla="*/ 0 w 324421"/>
                          <a:gd name="connsiteY1" fmla="*/ 162211 h 324421"/>
                          <a:gd name="connsiteX2" fmla="*/ 162211 w 324421"/>
                          <a:gd name="connsiteY2" fmla="*/ 0 h 324421"/>
                          <a:gd name="connsiteX3" fmla="*/ 324422 w 324421"/>
                          <a:gd name="connsiteY3" fmla="*/ 162211 h 324421"/>
                          <a:gd name="connsiteX4" fmla="*/ 162211 w 324421"/>
                          <a:gd name="connsiteY4" fmla="*/ 324421 h 324421"/>
                          <a:gd name="connsiteX5" fmla="*/ 162211 w 324421"/>
                          <a:gd name="connsiteY5" fmla="*/ 38100 h 324421"/>
                          <a:gd name="connsiteX6" fmla="*/ 38100 w 324421"/>
                          <a:gd name="connsiteY6" fmla="*/ 162211 h 324421"/>
                          <a:gd name="connsiteX7" fmla="*/ 162211 w 324421"/>
                          <a:gd name="connsiteY7" fmla="*/ 286321 h 324421"/>
                          <a:gd name="connsiteX8" fmla="*/ 286322 w 324421"/>
                          <a:gd name="connsiteY8" fmla="*/ 162211 h 324421"/>
                          <a:gd name="connsiteX9" fmla="*/ 162211 w 324421"/>
                          <a:gd name="connsiteY9" fmla="*/ 38100 h 32442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324421" h="324421">
                            <a:moveTo>
                              <a:pt x="162211" y="324421"/>
                            </a:moveTo>
                            <a:cubicBezTo>
                              <a:pt x="72771" y="324421"/>
                              <a:pt x="0" y="251650"/>
                              <a:pt x="0" y="162211"/>
                            </a:cubicBezTo>
                            <a:cubicBezTo>
                              <a:pt x="0" y="72771"/>
                              <a:pt x="72676" y="0"/>
                              <a:pt x="162211" y="0"/>
                            </a:cubicBezTo>
                            <a:cubicBezTo>
                              <a:pt x="251650" y="0"/>
                              <a:pt x="324422" y="72771"/>
                              <a:pt x="324422" y="162211"/>
                            </a:cubicBezTo>
                            <a:cubicBezTo>
                              <a:pt x="324422" y="251650"/>
                              <a:pt x="251650" y="324421"/>
                              <a:pt x="162211" y="324421"/>
                            </a:cubicBezTo>
                            <a:close/>
                            <a:moveTo>
                              <a:pt x="162211" y="38100"/>
                            </a:moveTo>
                            <a:cubicBezTo>
                              <a:pt x="93726" y="38100"/>
                              <a:pt x="38100" y="93821"/>
                              <a:pt x="38100" y="162211"/>
                            </a:cubicBezTo>
                            <a:cubicBezTo>
                              <a:pt x="38100" y="230696"/>
                              <a:pt x="93821" y="286321"/>
                              <a:pt x="162211" y="286321"/>
                            </a:cubicBezTo>
                            <a:cubicBezTo>
                              <a:pt x="230696" y="286321"/>
                              <a:pt x="286322" y="230600"/>
                              <a:pt x="286322" y="162211"/>
                            </a:cubicBezTo>
                            <a:cubicBezTo>
                              <a:pt x="286322" y="93726"/>
                              <a:pt x="230600" y="38100"/>
                              <a:pt x="162211" y="38100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</p:grpSp>
              </p:grpSp>
            </p:grpSp>
          </p:grp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3D392719-3B9D-4D9A-B554-D8753A82E68F}"/>
                  </a:ext>
                </a:extLst>
              </p:cNvPr>
              <p:cNvSpPr txBox="1"/>
              <p:nvPr/>
            </p:nvSpPr>
            <p:spPr>
              <a:xfrm>
                <a:off x="8267985" y="1075043"/>
                <a:ext cx="510340" cy="123111"/>
              </a:xfrm>
              <a:prstGeom prst="rect">
                <a:avLst/>
              </a:prstGeom>
            </p:spPr>
            <p:txBody>
              <a:bodyPr vert="horz" wrap="square" lIns="0" tIns="0" rIns="0" bIns="0" rtlCol="0" anchor="ctr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sym typeface="+mn-lt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sym typeface="+mn-lt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sym typeface="+mn-lt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sym typeface="+mn-lt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sym typeface="+mn-lt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r>
                  <a:rPr lang="ru-RU" sz="800" dirty="0">
                    <a:solidFill>
                      <a:schemeClr val="accent5"/>
                    </a:solidFill>
                  </a:rPr>
                  <a:t>Квартира</a:t>
                </a:r>
              </a:p>
            </p:txBody>
          </p:sp>
          <p:grpSp>
            <p:nvGrpSpPr>
              <p:cNvPr id="200" name="Group 199">
                <a:extLst>
                  <a:ext uri="{FF2B5EF4-FFF2-40B4-BE49-F238E27FC236}">
                    <a16:creationId xmlns:a16="http://schemas.microsoft.com/office/drawing/2014/main" id="{6ACBF9C5-9975-4AB2-9FFC-4D0D8D937FDC}"/>
                  </a:ext>
                </a:extLst>
              </p:cNvPr>
              <p:cNvGrpSpPr/>
              <p:nvPr/>
            </p:nvGrpSpPr>
            <p:grpSpPr>
              <a:xfrm>
                <a:off x="7975095" y="1031191"/>
                <a:ext cx="204465" cy="166963"/>
                <a:chOff x="6948660" y="842380"/>
                <a:chExt cx="631825" cy="515938"/>
              </a:xfrm>
            </p:grpSpPr>
            <p:sp>
              <p:nvSpPr>
                <p:cNvPr id="201" name="Freeform 114">
                  <a:extLst>
                    <a:ext uri="{FF2B5EF4-FFF2-40B4-BE49-F238E27FC236}">
                      <a16:creationId xmlns:a16="http://schemas.microsoft.com/office/drawing/2014/main" id="{3B10250B-81D7-476F-8F6E-77ACDCB5BB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1110" y="842380"/>
                  <a:ext cx="79375" cy="71438"/>
                </a:xfrm>
                <a:custGeom>
                  <a:avLst/>
                  <a:gdLst>
                    <a:gd name="T0" fmla="*/ 0 w 50"/>
                    <a:gd name="T1" fmla="*/ 0 h 45"/>
                    <a:gd name="T2" fmla="*/ 50 w 50"/>
                    <a:gd name="T3" fmla="*/ 0 h 45"/>
                    <a:gd name="T4" fmla="*/ 50 w 50"/>
                    <a:gd name="T5" fmla="*/ 45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0" h="45">
                      <a:moveTo>
                        <a:pt x="0" y="0"/>
                      </a:moveTo>
                      <a:lnTo>
                        <a:pt x="50" y="0"/>
                      </a:lnTo>
                      <a:lnTo>
                        <a:pt x="50" y="45"/>
                      </a:lnTo>
                    </a:path>
                  </a:pathLst>
                </a:cu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202" name="Freeform 115">
                  <a:extLst>
                    <a:ext uri="{FF2B5EF4-FFF2-40B4-BE49-F238E27FC236}">
                      <a16:creationId xmlns:a16="http://schemas.microsoft.com/office/drawing/2014/main" id="{287BCC9A-C29E-4B76-AF4A-022A5BE286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48660" y="842380"/>
                  <a:ext cx="631825" cy="515938"/>
                </a:xfrm>
                <a:custGeom>
                  <a:avLst/>
                  <a:gdLst>
                    <a:gd name="T0" fmla="*/ 398 w 398"/>
                    <a:gd name="T1" fmla="*/ 262 h 325"/>
                    <a:gd name="T2" fmla="*/ 398 w 398"/>
                    <a:gd name="T3" fmla="*/ 325 h 325"/>
                    <a:gd name="T4" fmla="*/ 0 w 398"/>
                    <a:gd name="T5" fmla="*/ 325 h 325"/>
                    <a:gd name="T6" fmla="*/ 0 w 398"/>
                    <a:gd name="T7" fmla="*/ 0 h 325"/>
                    <a:gd name="T8" fmla="*/ 284 w 398"/>
                    <a:gd name="T9" fmla="*/ 0 h 3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8" h="325">
                      <a:moveTo>
                        <a:pt x="398" y="262"/>
                      </a:moveTo>
                      <a:lnTo>
                        <a:pt x="398" y="325"/>
                      </a:lnTo>
                      <a:lnTo>
                        <a:pt x="0" y="325"/>
                      </a:lnTo>
                      <a:lnTo>
                        <a:pt x="0" y="0"/>
                      </a:lnTo>
                      <a:lnTo>
                        <a:pt x="284" y="0"/>
                      </a:lnTo>
                    </a:path>
                  </a:pathLst>
                </a:cu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203" name="Line 116">
                  <a:extLst>
                    <a:ext uri="{FF2B5EF4-FFF2-40B4-BE49-F238E27FC236}">
                      <a16:creationId xmlns:a16="http://schemas.microsoft.com/office/drawing/2014/main" id="{5DEC921C-DD44-49E4-809F-2AF5D1881E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51835" y="1101143"/>
                  <a:ext cx="274638" cy="0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204" name="Line 117">
                  <a:extLst>
                    <a:ext uri="{FF2B5EF4-FFF2-40B4-BE49-F238E27FC236}">
                      <a16:creationId xmlns:a16="http://schemas.microsoft.com/office/drawing/2014/main" id="{1AE08529-255A-4275-8999-CB1F0151A2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226473" y="1021768"/>
                  <a:ext cx="0" cy="160338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205" name="Line 118">
                  <a:extLst>
                    <a:ext uri="{FF2B5EF4-FFF2-40B4-BE49-F238E27FC236}">
                      <a16:creationId xmlns:a16="http://schemas.microsoft.com/office/drawing/2014/main" id="{355B2E17-186A-4485-BB66-7499B16276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226473" y="842380"/>
                  <a:ext cx="0" cy="96838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206" name="Line 119">
                  <a:extLst>
                    <a:ext uri="{FF2B5EF4-FFF2-40B4-BE49-F238E27FC236}">
                      <a16:creationId xmlns:a16="http://schemas.microsoft.com/office/drawing/2014/main" id="{9701CA97-33B8-4389-A511-898428BE05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226473" y="1272593"/>
                  <a:ext cx="0" cy="85725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cxnSp>
              <p:nvCxnSpPr>
                <p:cNvPr id="207" name="Straight Connector 206">
                  <a:extLst>
                    <a:ext uri="{FF2B5EF4-FFF2-40B4-BE49-F238E27FC236}">
                      <a16:creationId xmlns:a16="http://schemas.microsoft.com/office/drawing/2014/main" id="{F02B174E-F11F-4165-B843-AB47F4222012}"/>
                    </a:ext>
                  </a:extLst>
                </p:cNvPr>
                <p:cNvCxnSpPr>
                  <a:cxnSpLocks/>
                  <a:stCxn id="201" idx="2"/>
                  <a:endCxn id="202" idx="0"/>
                </p:cNvCxnSpPr>
                <p:nvPr/>
              </p:nvCxnSpPr>
              <p:spPr>
                <a:xfrm>
                  <a:off x="7580485" y="913818"/>
                  <a:ext cx="0" cy="344487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cxnSp>
          </p:grpSp>
        </p:grp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85D211BE-3C7F-4185-925C-094661E29FBE}"/>
                </a:ext>
              </a:extLst>
            </p:cNvPr>
            <p:cNvSpPr txBox="1">
              <a:spLocks/>
            </p:cNvSpPr>
            <p:nvPr/>
          </p:nvSpPr>
          <p:spPr>
            <a:xfrm>
              <a:off x="5929403" y="1010118"/>
              <a:ext cx="137160" cy="137160"/>
            </a:xfrm>
            <a:prstGeom prst="rect">
              <a:avLst/>
            </a:prstGeom>
            <a:solidFill>
              <a:srgbClr val="00B050"/>
            </a:solidFill>
          </p:spPr>
          <p:txBody>
            <a:bodyPr vert="horz" wrap="square" lIns="36000" tIns="36000" rIns="36000" bIns="36000" rtlCol="0" anchor="ctr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FFFFFF"/>
                </a:buClr>
              </a:pPr>
              <a:endParaRPr lang="en-US" sz="600" b="1" dirty="0">
                <a:solidFill>
                  <a:srgbClr val="FFFFFF"/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8DE5559-488A-4F9E-B652-1BB4EBE829F4}"/>
                </a:ext>
              </a:extLst>
            </p:cNvPr>
            <p:cNvGrpSpPr/>
            <p:nvPr/>
          </p:nvGrpSpPr>
          <p:grpSpPr>
            <a:xfrm>
              <a:off x="9294049" y="987294"/>
              <a:ext cx="1577690" cy="246221"/>
              <a:chOff x="9133184" y="952789"/>
              <a:chExt cx="1577690" cy="246221"/>
            </a:xfrm>
          </p:grpSpPr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D0AFB862-CD76-464F-987F-CC6B4DFE785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33184" y="984391"/>
                <a:ext cx="137160" cy="137160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vert="horz" wrap="square" lIns="36000" tIns="18000" rIns="18000" bIns="18000" rtlCol="0" anchor="ctr" anchorCtr="0">
                <a:no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sym typeface="+mn-lt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sym typeface="+mn-lt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sym typeface="+mn-lt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sym typeface="+mn-lt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sym typeface="+mn-lt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endParaRPr lang="en-US" sz="600" b="1" dirty="0"/>
              </a:p>
            </p:txBody>
          </p:sp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9D16A508-765B-4B48-A6B9-B598FEB86E38}"/>
                  </a:ext>
                </a:extLst>
              </p:cNvPr>
              <p:cNvSpPr txBox="1"/>
              <p:nvPr/>
            </p:nvSpPr>
            <p:spPr>
              <a:xfrm>
                <a:off x="9336701" y="952789"/>
                <a:ext cx="1374173" cy="246221"/>
              </a:xfrm>
              <a:prstGeom prst="rect">
                <a:avLst/>
              </a:prstGeom>
            </p:spPr>
            <p:txBody>
              <a:bodyPr vert="horz" wrap="square" lIns="0" tIns="0" rIns="0" bIns="0" rtlCol="0" anchor="ctr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sym typeface="+mn-lt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sym typeface="+mn-lt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sym typeface="+mn-lt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sym typeface="+mn-lt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sym typeface="+mn-lt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r>
                  <a:rPr lang="ru-RU" sz="800" dirty="0"/>
                  <a:t>Решения с низким приоритетом реализации</a:t>
                </a:r>
              </a:p>
            </p:txBody>
          </p:sp>
        </p:grp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DFD8A981-EA7C-4348-AF75-E4F03A57DCDE}"/>
                </a:ext>
              </a:extLst>
            </p:cNvPr>
            <p:cNvSpPr txBox="1"/>
            <p:nvPr/>
          </p:nvSpPr>
          <p:spPr>
            <a:xfrm>
              <a:off x="6152704" y="997359"/>
              <a:ext cx="3137979" cy="246221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800" dirty="0"/>
                <a:t>Решения с высоким </a:t>
              </a:r>
              <a:br>
                <a:rPr lang="ru-RU" sz="800" dirty="0"/>
              </a:br>
              <a:r>
                <a:rPr lang="ru-RU" sz="800" dirty="0"/>
                <a:t>приоритетом реализации</a:t>
              </a: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3DF46D54-908D-4887-909A-D7E9AF9A1366}"/>
                </a:ext>
              </a:extLst>
            </p:cNvPr>
            <p:cNvSpPr txBox="1">
              <a:spLocks/>
            </p:cNvSpPr>
            <p:nvPr/>
          </p:nvSpPr>
          <p:spPr>
            <a:xfrm>
              <a:off x="7612586" y="1006819"/>
              <a:ext cx="137160" cy="137160"/>
            </a:xfrm>
            <a:prstGeom prst="rect">
              <a:avLst/>
            </a:prstGeom>
            <a:solidFill>
              <a:srgbClr val="92D050"/>
            </a:solidFill>
          </p:spPr>
          <p:txBody>
            <a:bodyPr vert="horz" wrap="square" lIns="36000" tIns="36000" rIns="36000" bIns="36000" rtlCol="0" anchor="ctr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FFFFFF"/>
                </a:buClr>
              </a:pPr>
              <a:endParaRPr lang="en-US" sz="600" b="1" dirty="0">
                <a:solidFill>
                  <a:srgbClr val="FFFFFF"/>
                </a:solidFill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9876F076-2B2B-4625-849D-5EFC7C04CD22}"/>
                </a:ext>
              </a:extLst>
            </p:cNvPr>
            <p:cNvSpPr txBox="1"/>
            <p:nvPr/>
          </p:nvSpPr>
          <p:spPr>
            <a:xfrm>
              <a:off x="7867684" y="989745"/>
              <a:ext cx="2023818" cy="246221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800" dirty="0"/>
                <a:t>Решения со средним </a:t>
              </a:r>
              <a:br>
                <a:rPr lang="ru-RU" sz="800" dirty="0"/>
              </a:br>
              <a:r>
                <a:rPr lang="ru-RU" sz="800" dirty="0"/>
                <a:t>приоритетом реализации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7752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6" hidden="1">
            <a:extLst>
              <a:ext uri="{FF2B5EF4-FFF2-40B4-BE49-F238E27FC236}">
                <a16:creationId xmlns:a16="http://schemas.microsoft.com/office/drawing/2014/main" id="{DE492CB2-2125-4BC0-AAB3-057B872A62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359" imgH="355" progId="TCLayout.ActiveDocument.1">
                  <p:embed/>
                </p:oleObj>
              </mc:Choice>
              <mc:Fallback>
                <p:oleObj name="think-cell Slide" r:id="rId12" imgW="359" imgH="355" progId="TCLayout.ActiveDocument.1">
                  <p:embed/>
                  <p:pic>
                    <p:nvPicPr>
                      <p:cNvPr id="10" name="Object 6" hidden="1">
                        <a:extLst>
                          <a:ext uri="{FF2B5EF4-FFF2-40B4-BE49-F238E27FC236}">
                            <a16:creationId xmlns:a16="http://schemas.microsoft.com/office/drawing/2014/main" id="{DE492CB2-2125-4BC0-AAB3-057B872A62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8D74FB29-E6AC-4E7C-B2D0-0D522B487A4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2200" b="1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11971B-18BF-402C-AFEE-689ADC005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4" y="565178"/>
            <a:ext cx="11082528" cy="33855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noAutofit/>
          </a:bodyPr>
          <a:lstStyle/>
          <a:p>
            <a:r>
              <a:rPr lang="ru-RU" dirty="0"/>
              <a:t>Описание сценариев для умного дома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8559A68C-EDFB-494E-A9E6-E77C3D39F0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36" y="958596"/>
            <a:ext cx="11082528" cy="2462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ru-RU" dirty="0"/>
              <a:t>Безопасность (2/2)</a:t>
            </a:r>
          </a:p>
        </p:txBody>
      </p:sp>
      <p:sp>
        <p:nvSpPr>
          <p:cNvPr id="7" name="3. Subtitle">
            <a:extLst>
              <a:ext uri="{FF2B5EF4-FFF2-40B4-BE49-F238E27FC236}">
                <a16:creationId xmlns:a16="http://schemas.microsoft.com/office/drawing/2014/main" id="{84941779-30EC-4EF7-A406-43A08ABF290F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3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ru-RU" dirty="0"/>
              <a:t>Безопасность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8D42945C-009F-4CC4-9E66-D99ECB16D520}"/>
              </a:ext>
            </a:extLst>
          </p:cNvPr>
          <p:cNvCxnSpPr>
            <a:cxnSpLocks/>
          </p:cNvCxnSpPr>
          <p:nvPr/>
        </p:nvCxnSpPr>
        <p:spPr>
          <a:xfrm>
            <a:off x="547688" y="3543550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1BE42EC4-2AF1-4F3D-89D3-3D6687CDF3F9}"/>
              </a:ext>
            </a:extLst>
          </p:cNvPr>
          <p:cNvCxnSpPr>
            <a:cxnSpLocks/>
          </p:cNvCxnSpPr>
          <p:nvPr/>
        </p:nvCxnSpPr>
        <p:spPr>
          <a:xfrm>
            <a:off x="547688" y="4187257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EE49891A-8EA0-4242-9C0B-61CB8EF0DDED}"/>
              </a:ext>
            </a:extLst>
          </p:cNvPr>
          <p:cNvCxnSpPr>
            <a:cxnSpLocks/>
          </p:cNvCxnSpPr>
          <p:nvPr/>
        </p:nvCxnSpPr>
        <p:spPr>
          <a:xfrm>
            <a:off x="547688" y="4830964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cxnSp>
        <p:nvCxnSpPr>
          <p:cNvPr id="355" name="Straight Connector 354">
            <a:extLst>
              <a:ext uri="{FF2B5EF4-FFF2-40B4-BE49-F238E27FC236}">
                <a16:creationId xmlns:a16="http://schemas.microsoft.com/office/drawing/2014/main" id="{EE805178-FB2B-4338-B9C2-91532EBE6E76}"/>
              </a:ext>
            </a:extLst>
          </p:cNvPr>
          <p:cNvCxnSpPr>
            <a:cxnSpLocks/>
          </p:cNvCxnSpPr>
          <p:nvPr/>
        </p:nvCxnSpPr>
        <p:spPr>
          <a:xfrm>
            <a:off x="547688" y="5584841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57BCE7E8-345A-40EE-BBFA-D107D3772D29}"/>
              </a:ext>
            </a:extLst>
          </p:cNvPr>
          <p:cNvCxnSpPr>
            <a:cxnSpLocks/>
          </p:cNvCxnSpPr>
          <p:nvPr/>
        </p:nvCxnSpPr>
        <p:spPr>
          <a:xfrm>
            <a:off x="547688" y="2256136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6F7AEF2E-E31D-48D4-99C1-41F65CD1ED09}"/>
              </a:ext>
            </a:extLst>
          </p:cNvPr>
          <p:cNvCxnSpPr>
            <a:cxnSpLocks/>
          </p:cNvCxnSpPr>
          <p:nvPr/>
        </p:nvCxnSpPr>
        <p:spPr>
          <a:xfrm>
            <a:off x="547688" y="2899843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659519B8-93FC-495F-9424-C38AB147F8D8}"/>
              </a:ext>
            </a:extLst>
          </p:cNvPr>
          <p:cNvCxnSpPr>
            <a:cxnSpLocks/>
          </p:cNvCxnSpPr>
          <p:nvPr/>
        </p:nvCxnSpPr>
        <p:spPr>
          <a:xfrm>
            <a:off x="547688" y="1612429"/>
            <a:ext cx="1108252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88E0AC1A-DE61-4464-A55E-8F899BDC837B}"/>
              </a:ext>
            </a:extLst>
          </p:cNvPr>
          <p:cNvSpPr txBox="1">
            <a:spLocks/>
          </p:cNvSpPr>
          <p:nvPr/>
        </p:nvSpPr>
        <p:spPr>
          <a:xfrm>
            <a:off x="3351682" y="1666517"/>
            <a:ext cx="6731765" cy="4311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Виртуальная копия здания позволяет посмотреть, как в кран квартиры попадает вода, откуда берется интернет и свет. Данные со всех датчиков, установленных в доме и на территории комплекса, собираются и анализируются, поэтому о неисправностях можно будет узнать заранее</a:t>
            </a:r>
          </a:p>
          <a:p>
            <a:pPr>
              <a:buNone/>
            </a:pPr>
            <a:endParaRPr lang="ru-RU" sz="1000" dirty="0"/>
          </a:p>
        </p:txBody>
      </p:sp>
      <p:sp>
        <p:nvSpPr>
          <p:cNvPr id="160" name="Rectangle 17">
            <a:extLst>
              <a:ext uri="{FF2B5EF4-FFF2-40B4-BE49-F238E27FC236}">
                <a16:creationId xmlns:a16="http://schemas.microsoft.com/office/drawing/2014/main" id="{47E0357E-5C3E-4EAE-AB7A-93B878EB418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547688" y="1666517"/>
            <a:ext cx="2588281" cy="535531"/>
          </a:xfrm>
          <a:prstGeom prst="rect">
            <a:avLst/>
          </a:prstGeom>
          <a:solidFill>
            <a:srgbClr val="EBEFF3"/>
          </a:solidFill>
          <a:ln>
            <a:noFill/>
          </a:ln>
        </p:spPr>
        <p:txBody>
          <a:bodyPr vert="horz" lIns="72000" tIns="36576" rIns="36576" bIns="36576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1000" b="1" dirty="0"/>
              <a:t>Цифровой двойник дома с прогнозной аналитикой состояния дома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63EC1492-D24D-4D53-AF0E-8D0C9F7F9155}"/>
              </a:ext>
            </a:extLst>
          </p:cNvPr>
          <p:cNvSpPr txBox="1">
            <a:spLocks/>
          </p:cNvSpPr>
          <p:nvPr/>
        </p:nvSpPr>
        <p:spPr>
          <a:xfrm>
            <a:off x="3351682" y="2310224"/>
            <a:ext cx="6507071" cy="4616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Установленные в комнатах сенсоры реагируют на движение в квартире в отсутствие хозяев. В случае обнаружения движения датчик посылает сигнал владельцам и вызывает полицию. В этом случае вызов происходит даже быстрее, чем если бы звонил человек</a:t>
            </a:r>
          </a:p>
          <a:p>
            <a:endParaRPr lang="ru-RU" sz="1000" dirty="0"/>
          </a:p>
        </p:txBody>
      </p:sp>
      <p:sp>
        <p:nvSpPr>
          <p:cNvPr id="162" name="Rectangle 17">
            <a:extLst>
              <a:ext uri="{FF2B5EF4-FFF2-40B4-BE49-F238E27FC236}">
                <a16:creationId xmlns:a16="http://schemas.microsoft.com/office/drawing/2014/main" id="{FA100A21-44A8-4725-B571-0A2187EAEBA1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547688" y="2310224"/>
            <a:ext cx="2588281" cy="535531"/>
          </a:xfrm>
          <a:prstGeom prst="rect">
            <a:avLst/>
          </a:prstGeom>
          <a:solidFill>
            <a:srgbClr val="EBEFF3"/>
          </a:solidFill>
          <a:ln>
            <a:noFill/>
          </a:ln>
        </p:spPr>
        <p:txBody>
          <a:bodyPr vert="horz" lIns="72000" tIns="36576" rIns="36576" bIns="36576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1000" b="1" dirty="0"/>
              <a:t>Системы защиты от взломов и краж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D1977D86-3F9D-43F3-9E30-CC3F2965ECED}"/>
              </a:ext>
            </a:extLst>
          </p:cNvPr>
          <p:cNvSpPr txBox="1">
            <a:spLocks/>
          </p:cNvSpPr>
          <p:nvPr/>
        </p:nvSpPr>
        <p:spPr>
          <a:xfrm>
            <a:off x="3351682" y="2953931"/>
            <a:ext cx="6507071" cy="3077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Камеры видеонаблюдения можно установить в нескольких комнатах квартиры. Они будут вести постоянную съемку в отсутствие хозяев. Подключиться к камерам наблюдения в режиме онлайн можно из любой точки мира через приложение на смартфоне</a:t>
            </a:r>
          </a:p>
          <a:p>
            <a:endParaRPr lang="ru-RU" sz="1000" dirty="0"/>
          </a:p>
        </p:txBody>
      </p:sp>
      <p:sp>
        <p:nvSpPr>
          <p:cNvPr id="164" name="Rectangle 17">
            <a:extLst>
              <a:ext uri="{FF2B5EF4-FFF2-40B4-BE49-F238E27FC236}">
                <a16:creationId xmlns:a16="http://schemas.microsoft.com/office/drawing/2014/main" id="{F9868D5F-2A6D-4A02-9780-6F3A09B68C47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547688" y="2953931"/>
            <a:ext cx="2588281" cy="535531"/>
          </a:xfrm>
          <a:prstGeom prst="rect">
            <a:avLst/>
          </a:prstGeom>
          <a:solidFill>
            <a:srgbClr val="EBEFF3"/>
          </a:solidFill>
          <a:ln>
            <a:noFill/>
          </a:ln>
        </p:spPr>
        <p:txBody>
          <a:bodyPr vert="horz" lIns="72000" tIns="36576" rIns="36576" bIns="36576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1000" b="1" dirty="0"/>
              <a:t>Удаленное видеонаблюдение за квартирой</a:t>
            </a:r>
          </a:p>
        </p:txBody>
      </p:sp>
      <p:sp>
        <p:nvSpPr>
          <p:cNvPr id="890" name="TextBox 889">
            <a:extLst>
              <a:ext uri="{FF2B5EF4-FFF2-40B4-BE49-F238E27FC236}">
                <a16:creationId xmlns:a16="http://schemas.microsoft.com/office/drawing/2014/main" id="{F71AC9C0-472F-4401-A01D-9C38C471F8EE}"/>
              </a:ext>
            </a:extLst>
          </p:cNvPr>
          <p:cNvSpPr txBox="1">
            <a:spLocks/>
          </p:cNvSpPr>
          <p:nvPr/>
        </p:nvSpPr>
        <p:spPr>
          <a:xfrm>
            <a:off x="3351682" y="4241345"/>
            <a:ext cx="6507071" cy="3077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Фиксация факта и времени посещения персоналом управляющей организации мест общего пользования с помощью технологии распознавания лиц камерами городского видеонаблюдения</a:t>
            </a:r>
          </a:p>
        </p:txBody>
      </p:sp>
      <p:sp>
        <p:nvSpPr>
          <p:cNvPr id="880" name="Rectangle 17">
            <a:extLst>
              <a:ext uri="{FF2B5EF4-FFF2-40B4-BE49-F238E27FC236}">
                <a16:creationId xmlns:a16="http://schemas.microsoft.com/office/drawing/2014/main" id="{E02568B1-9CB3-4EEA-949C-CCA6B6B56266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547688" y="4241345"/>
            <a:ext cx="2588281" cy="53553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lIns="72000" tIns="37806" rIns="37806" bIns="37806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1000" b="1" dirty="0">
                <a:solidFill>
                  <a:schemeClr val="bg1"/>
                </a:solidFill>
              </a:rPr>
              <a:t>Идентификация лиц, представляющих различные виды услуг </a:t>
            </a:r>
          </a:p>
        </p:txBody>
      </p:sp>
      <p:sp>
        <p:nvSpPr>
          <p:cNvPr id="330" name="Rectangle 17">
            <a:extLst>
              <a:ext uri="{FF2B5EF4-FFF2-40B4-BE49-F238E27FC236}">
                <a16:creationId xmlns:a16="http://schemas.microsoft.com/office/drawing/2014/main" id="{EDA0EBBA-E97B-4B7A-8BB5-55A61CD270FD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547688" y="4885052"/>
            <a:ext cx="2588281" cy="6456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vert="horz" lIns="72000" tIns="36576" rIns="36576" bIns="36576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1000" b="1" dirty="0">
                <a:solidFill>
                  <a:schemeClr val="bg1"/>
                </a:solidFill>
              </a:rPr>
              <a:t>Связь с диспетчером в множестве домовых локаций </a:t>
            </a: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33D53CD1-AA28-4AA9-9D07-4395B006FC81}"/>
              </a:ext>
            </a:extLst>
          </p:cNvPr>
          <p:cNvSpPr txBox="1">
            <a:spLocks/>
          </p:cNvSpPr>
          <p:nvPr/>
        </p:nvSpPr>
        <p:spPr>
          <a:xfrm>
            <a:off x="3351682" y="4885052"/>
            <a:ext cx="6507071" cy="3077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Кнопки связи с диспетчером установлены в лифтовых холлах, лифтовых кабинах, подвальных помещениях, тепловых пунктах, электрощитовых, на паркинге и шлагбауме. Связь с диспетчером для оперативного решения любых неотложных ситуаций осуществляется</a:t>
            </a:r>
            <a:br>
              <a:rPr lang="ru-RU" sz="1000" dirty="0"/>
            </a:br>
            <a:r>
              <a:rPr lang="ru-RU" sz="1000" dirty="0"/>
              <a:t>в круглосуточном режиме</a:t>
            </a:r>
          </a:p>
          <a:p>
            <a:endParaRPr lang="ru-RU" sz="1000" dirty="0"/>
          </a:p>
        </p:txBody>
      </p:sp>
      <p:sp>
        <p:nvSpPr>
          <p:cNvPr id="356" name="Rectangle 17">
            <a:extLst>
              <a:ext uri="{FF2B5EF4-FFF2-40B4-BE49-F238E27FC236}">
                <a16:creationId xmlns:a16="http://schemas.microsoft.com/office/drawing/2014/main" id="{DD575ED1-7FF8-424C-A720-7453A519DFC3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547688" y="5613053"/>
            <a:ext cx="2588281" cy="53553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lIns="72000" tIns="36576" rIns="36576" bIns="36576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1000" b="1" dirty="0">
                <a:solidFill>
                  <a:schemeClr val="bg1"/>
                </a:solidFill>
              </a:rPr>
              <a:t>Видеодомофон в мобильном телефоне</a:t>
            </a: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7019BA5F-277B-4228-AA84-02EEE20AFC07}"/>
              </a:ext>
            </a:extLst>
          </p:cNvPr>
          <p:cNvSpPr txBox="1">
            <a:spLocks/>
          </p:cNvSpPr>
          <p:nvPr/>
        </p:nvSpPr>
        <p:spPr>
          <a:xfrm>
            <a:off x="3351682" y="5638931"/>
            <a:ext cx="6507071" cy="3077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Сервис позволяет принимать вызовы от гостей и открывать им двери подъезда прямо в мобильном телефоне, даже если вы не дома. Система круглосуточно ведет журнал посещений, где сохраняются фото и видео гостей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E74880F1-75D9-42B9-873C-9C7464B15689}"/>
              </a:ext>
            </a:extLst>
          </p:cNvPr>
          <p:cNvSpPr txBox="1">
            <a:spLocks/>
          </p:cNvSpPr>
          <p:nvPr/>
        </p:nvSpPr>
        <p:spPr>
          <a:xfrm>
            <a:off x="10083447" y="1373675"/>
            <a:ext cx="1146719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b="1" dirty="0"/>
              <a:t>Применение</a:t>
            </a:r>
          </a:p>
        </p:txBody>
      </p: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02EDFC40-2B54-4D3A-BCB8-2943F94068FF}"/>
              </a:ext>
            </a:extLst>
          </p:cNvPr>
          <p:cNvGrpSpPr/>
          <p:nvPr/>
        </p:nvGrpSpPr>
        <p:grpSpPr>
          <a:xfrm>
            <a:off x="10525068" y="1852138"/>
            <a:ext cx="263476" cy="225927"/>
            <a:chOff x="9230360" y="2173322"/>
            <a:chExt cx="263476" cy="225927"/>
          </a:xfrm>
        </p:grpSpPr>
        <p:sp>
          <p:nvSpPr>
            <p:cNvPr id="210" name="Freeform 125">
              <a:extLst>
                <a:ext uri="{FF2B5EF4-FFF2-40B4-BE49-F238E27FC236}">
                  <a16:creationId xmlns:a16="http://schemas.microsoft.com/office/drawing/2014/main" id="{30295F2E-BC97-41B7-8D09-491E38635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9269818" y="2212780"/>
              <a:ext cx="183288" cy="186469"/>
            </a:xfrm>
            <a:custGeom>
              <a:avLst/>
              <a:gdLst>
                <a:gd name="T0" fmla="*/ 288 w 288"/>
                <a:gd name="T1" fmla="*/ 129 h 293"/>
                <a:gd name="T2" fmla="*/ 145 w 288"/>
                <a:gd name="T3" fmla="*/ 0 h 293"/>
                <a:gd name="T4" fmla="*/ 145 w 288"/>
                <a:gd name="T5" fmla="*/ 0 h 293"/>
                <a:gd name="T6" fmla="*/ 145 w 288"/>
                <a:gd name="T7" fmla="*/ 0 h 293"/>
                <a:gd name="T8" fmla="*/ 145 w 288"/>
                <a:gd name="T9" fmla="*/ 0 h 293"/>
                <a:gd name="T10" fmla="*/ 0 w 288"/>
                <a:gd name="T11" fmla="*/ 129 h 293"/>
                <a:gd name="T12" fmla="*/ 0 w 288"/>
                <a:gd name="T13" fmla="*/ 293 h 293"/>
                <a:gd name="T14" fmla="*/ 107 w 288"/>
                <a:gd name="T15" fmla="*/ 293 h 293"/>
                <a:gd name="T16" fmla="*/ 107 w 288"/>
                <a:gd name="T17" fmla="*/ 198 h 293"/>
                <a:gd name="T18" fmla="*/ 180 w 288"/>
                <a:gd name="T19" fmla="*/ 198 h 293"/>
                <a:gd name="T20" fmla="*/ 180 w 288"/>
                <a:gd name="T21" fmla="*/ 293 h 293"/>
                <a:gd name="T22" fmla="*/ 288 w 288"/>
                <a:gd name="T23" fmla="*/ 293 h 293"/>
                <a:gd name="T24" fmla="*/ 288 w 288"/>
                <a:gd name="T25" fmla="*/ 129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" h="293">
                  <a:moveTo>
                    <a:pt x="288" y="129"/>
                  </a:move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0" y="129"/>
                  </a:lnTo>
                  <a:lnTo>
                    <a:pt x="0" y="293"/>
                  </a:lnTo>
                  <a:lnTo>
                    <a:pt x="107" y="293"/>
                  </a:lnTo>
                  <a:lnTo>
                    <a:pt x="107" y="198"/>
                  </a:lnTo>
                  <a:lnTo>
                    <a:pt x="180" y="198"/>
                  </a:lnTo>
                  <a:lnTo>
                    <a:pt x="180" y="293"/>
                  </a:lnTo>
                  <a:lnTo>
                    <a:pt x="288" y="293"/>
                  </a:lnTo>
                  <a:lnTo>
                    <a:pt x="288" y="129"/>
                  </a:lnTo>
                  <a:close/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211" name="Freeform 126">
              <a:extLst>
                <a:ext uri="{FF2B5EF4-FFF2-40B4-BE49-F238E27FC236}">
                  <a16:creationId xmlns:a16="http://schemas.microsoft.com/office/drawing/2014/main" id="{84B39158-3875-4E1E-BF46-E640895DB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0360" y="2173322"/>
              <a:ext cx="263476" cy="114554"/>
            </a:xfrm>
            <a:custGeom>
              <a:avLst/>
              <a:gdLst>
                <a:gd name="T0" fmla="*/ 414 w 414"/>
                <a:gd name="T1" fmla="*/ 180 h 180"/>
                <a:gd name="T2" fmla="*/ 207 w 414"/>
                <a:gd name="T3" fmla="*/ 0 h 180"/>
                <a:gd name="T4" fmla="*/ 109 w 414"/>
                <a:gd name="T5" fmla="*/ 84 h 180"/>
                <a:gd name="T6" fmla="*/ 109 w 414"/>
                <a:gd name="T7" fmla="*/ 30 h 180"/>
                <a:gd name="T8" fmla="*/ 64 w 414"/>
                <a:gd name="T9" fmla="*/ 30 h 180"/>
                <a:gd name="T10" fmla="*/ 64 w 414"/>
                <a:gd name="T11" fmla="*/ 123 h 180"/>
                <a:gd name="T12" fmla="*/ 0 w 414"/>
                <a:gd name="T13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4" h="180">
                  <a:moveTo>
                    <a:pt x="414" y="180"/>
                  </a:moveTo>
                  <a:lnTo>
                    <a:pt x="207" y="0"/>
                  </a:lnTo>
                  <a:lnTo>
                    <a:pt x="109" y="84"/>
                  </a:lnTo>
                  <a:lnTo>
                    <a:pt x="109" y="30"/>
                  </a:lnTo>
                  <a:lnTo>
                    <a:pt x="64" y="30"/>
                  </a:lnTo>
                  <a:lnTo>
                    <a:pt x="64" y="123"/>
                  </a:lnTo>
                  <a:lnTo>
                    <a:pt x="0" y="180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BE5996FB-79A0-4157-81D8-44B4B241D4BC}"/>
              </a:ext>
            </a:extLst>
          </p:cNvPr>
          <p:cNvGrpSpPr/>
          <p:nvPr/>
        </p:nvGrpSpPr>
        <p:grpSpPr>
          <a:xfrm>
            <a:off x="10544762" y="2486496"/>
            <a:ext cx="224088" cy="182987"/>
            <a:chOff x="9250054" y="6147809"/>
            <a:chExt cx="224088" cy="182987"/>
          </a:xfrm>
        </p:grpSpPr>
        <p:sp>
          <p:nvSpPr>
            <p:cNvPr id="249" name="Freeform 114">
              <a:extLst>
                <a:ext uri="{FF2B5EF4-FFF2-40B4-BE49-F238E27FC236}">
                  <a16:creationId xmlns:a16="http://schemas.microsoft.com/office/drawing/2014/main" id="{B1A2A7A9-D1EA-4FFB-B07D-EE4CE673BAD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45990" y="6147809"/>
              <a:ext cx="28152" cy="25337"/>
            </a:xfrm>
            <a:custGeom>
              <a:avLst/>
              <a:gdLst>
                <a:gd name="T0" fmla="*/ 0 w 50"/>
                <a:gd name="T1" fmla="*/ 0 h 45"/>
                <a:gd name="T2" fmla="*/ 50 w 50"/>
                <a:gd name="T3" fmla="*/ 0 h 45"/>
                <a:gd name="T4" fmla="*/ 50 w 50"/>
                <a:gd name="T5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" h="45">
                  <a:moveTo>
                    <a:pt x="0" y="0"/>
                  </a:moveTo>
                  <a:lnTo>
                    <a:pt x="50" y="0"/>
                  </a:lnTo>
                  <a:lnTo>
                    <a:pt x="50" y="45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250" name="Freeform 115">
              <a:extLst>
                <a:ext uri="{FF2B5EF4-FFF2-40B4-BE49-F238E27FC236}">
                  <a16:creationId xmlns:a16="http://schemas.microsoft.com/office/drawing/2014/main" id="{2B57F98C-3F62-47BB-85D4-5ADAD6FCE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0054" y="6147809"/>
              <a:ext cx="224088" cy="182987"/>
            </a:xfrm>
            <a:custGeom>
              <a:avLst/>
              <a:gdLst>
                <a:gd name="T0" fmla="*/ 398 w 398"/>
                <a:gd name="T1" fmla="*/ 262 h 325"/>
                <a:gd name="T2" fmla="*/ 398 w 398"/>
                <a:gd name="T3" fmla="*/ 325 h 325"/>
                <a:gd name="T4" fmla="*/ 0 w 398"/>
                <a:gd name="T5" fmla="*/ 325 h 325"/>
                <a:gd name="T6" fmla="*/ 0 w 398"/>
                <a:gd name="T7" fmla="*/ 0 h 325"/>
                <a:gd name="T8" fmla="*/ 284 w 398"/>
                <a:gd name="T9" fmla="*/ 0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8" h="325">
                  <a:moveTo>
                    <a:pt x="398" y="262"/>
                  </a:moveTo>
                  <a:lnTo>
                    <a:pt x="398" y="325"/>
                  </a:lnTo>
                  <a:lnTo>
                    <a:pt x="0" y="325"/>
                  </a:lnTo>
                  <a:lnTo>
                    <a:pt x="0" y="0"/>
                  </a:lnTo>
                  <a:lnTo>
                    <a:pt x="284" y="0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251" name="Line 116">
              <a:extLst>
                <a:ext uri="{FF2B5EF4-FFF2-40B4-BE49-F238E27FC236}">
                  <a16:creationId xmlns:a16="http://schemas.microsoft.com/office/drawing/2014/main" id="{77213C57-35AC-40C1-A113-F1B2BF3E8B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51180" y="6239584"/>
              <a:ext cx="97405" cy="0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252" name="Line 117">
              <a:extLst>
                <a:ext uri="{FF2B5EF4-FFF2-40B4-BE49-F238E27FC236}">
                  <a16:creationId xmlns:a16="http://schemas.microsoft.com/office/drawing/2014/main" id="{1BB17685-198D-4D26-BF81-D2A9890866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48585" y="6211432"/>
              <a:ext cx="0" cy="56867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253" name="Line 118">
              <a:extLst>
                <a:ext uri="{FF2B5EF4-FFF2-40B4-BE49-F238E27FC236}">
                  <a16:creationId xmlns:a16="http://schemas.microsoft.com/office/drawing/2014/main" id="{6C566796-3001-401B-92A2-B4EC71D176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48585" y="6147809"/>
              <a:ext cx="0" cy="34345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254" name="Line 119">
              <a:extLst>
                <a:ext uri="{FF2B5EF4-FFF2-40B4-BE49-F238E27FC236}">
                  <a16:creationId xmlns:a16="http://schemas.microsoft.com/office/drawing/2014/main" id="{25E31368-CAC1-44DB-9F13-B50EBDE112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48585" y="6300392"/>
              <a:ext cx="0" cy="30404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3CA49FB6-A837-4E54-98A8-539A631A3C38}"/>
                </a:ext>
              </a:extLst>
            </p:cNvPr>
            <p:cNvCxnSpPr>
              <a:cxnSpLocks/>
              <a:stCxn id="249" idx="2"/>
              <a:endCxn id="250" idx="0"/>
            </p:cNvCxnSpPr>
            <p:nvPr/>
          </p:nvCxnSpPr>
          <p:spPr>
            <a:xfrm>
              <a:off x="9474142" y="6173146"/>
              <a:ext cx="0" cy="122179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8F79A579-FAB0-4C5F-9B46-4607637955C2}"/>
              </a:ext>
            </a:extLst>
          </p:cNvPr>
          <p:cNvGrpSpPr/>
          <p:nvPr/>
        </p:nvGrpSpPr>
        <p:grpSpPr>
          <a:xfrm>
            <a:off x="10544762" y="3130203"/>
            <a:ext cx="224088" cy="182987"/>
            <a:chOff x="9250054" y="6147809"/>
            <a:chExt cx="224088" cy="182987"/>
          </a:xfrm>
        </p:grpSpPr>
        <p:sp>
          <p:nvSpPr>
            <p:cNvPr id="287" name="Freeform 114">
              <a:extLst>
                <a:ext uri="{FF2B5EF4-FFF2-40B4-BE49-F238E27FC236}">
                  <a16:creationId xmlns:a16="http://schemas.microsoft.com/office/drawing/2014/main" id="{53ED7E87-A7E0-4C53-AF2C-6D62DF871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45990" y="6147809"/>
              <a:ext cx="28152" cy="25337"/>
            </a:xfrm>
            <a:custGeom>
              <a:avLst/>
              <a:gdLst>
                <a:gd name="T0" fmla="*/ 0 w 50"/>
                <a:gd name="T1" fmla="*/ 0 h 45"/>
                <a:gd name="T2" fmla="*/ 50 w 50"/>
                <a:gd name="T3" fmla="*/ 0 h 45"/>
                <a:gd name="T4" fmla="*/ 50 w 50"/>
                <a:gd name="T5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" h="45">
                  <a:moveTo>
                    <a:pt x="0" y="0"/>
                  </a:moveTo>
                  <a:lnTo>
                    <a:pt x="50" y="0"/>
                  </a:lnTo>
                  <a:lnTo>
                    <a:pt x="50" y="45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288" name="Freeform 115">
              <a:extLst>
                <a:ext uri="{FF2B5EF4-FFF2-40B4-BE49-F238E27FC236}">
                  <a16:creationId xmlns:a16="http://schemas.microsoft.com/office/drawing/2014/main" id="{9FB8414C-5958-4532-AE84-17D107137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0054" y="6147809"/>
              <a:ext cx="224088" cy="182987"/>
            </a:xfrm>
            <a:custGeom>
              <a:avLst/>
              <a:gdLst>
                <a:gd name="T0" fmla="*/ 398 w 398"/>
                <a:gd name="T1" fmla="*/ 262 h 325"/>
                <a:gd name="T2" fmla="*/ 398 w 398"/>
                <a:gd name="T3" fmla="*/ 325 h 325"/>
                <a:gd name="T4" fmla="*/ 0 w 398"/>
                <a:gd name="T5" fmla="*/ 325 h 325"/>
                <a:gd name="T6" fmla="*/ 0 w 398"/>
                <a:gd name="T7" fmla="*/ 0 h 325"/>
                <a:gd name="T8" fmla="*/ 284 w 398"/>
                <a:gd name="T9" fmla="*/ 0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8" h="325">
                  <a:moveTo>
                    <a:pt x="398" y="262"/>
                  </a:moveTo>
                  <a:lnTo>
                    <a:pt x="398" y="325"/>
                  </a:lnTo>
                  <a:lnTo>
                    <a:pt x="0" y="325"/>
                  </a:lnTo>
                  <a:lnTo>
                    <a:pt x="0" y="0"/>
                  </a:lnTo>
                  <a:lnTo>
                    <a:pt x="284" y="0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289" name="Line 116">
              <a:extLst>
                <a:ext uri="{FF2B5EF4-FFF2-40B4-BE49-F238E27FC236}">
                  <a16:creationId xmlns:a16="http://schemas.microsoft.com/office/drawing/2014/main" id="{BE2A7ACA-FFC0-4B7D-85E1-1D1A0F08CE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51180" y="6239584"/>
              <a:ext cx="97405" cy="0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290" name="Line 117">
              <a:extLst>
                <a:ext uri="{FF2B5EF4-FFF2-40B4-BE49-F238E27FC236}">
                  <a16:creationId xmlns:a16="http://schemas.microsoft.com/office/drawing/2014/main" id="{89176EC1-189E-48B8-9672-8362F96B8E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48585" y="6211432"/>
              <a:ext cx="0" cy="56867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291" name="Line 118">
              <a:extLst>
                <a:ext uri="{FF2B5EF4-FFF2-40B4-BE49-F238E27FC236}">
                  <a16:creationId xmlns:a16="http://schemas.microsoft.com/office/drawing/2014/main" id="{E7951AB4-68E8-4F08-A40D-5DEC5711C1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48585" y="6147809"/>
              <a:ext cx="0" cy="34345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292" name="Line 119">
              <a:extLst>
                <a:ext uri="{FF2B5EF4-FFF2-40B4-BE49-F238E27FC236}">
                  <a16:creationId xmlns:a16="http://schemas.microsoft.com/office/drawing/2014/main" id="{6D9817E0-B49B-4B11-9FA2-78B05D48FF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48585" y="6300392"/>
              <a:ext cx="0" cy="30404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FB9BE1FE-A66A-490B-BB68-612F88C44627}"/>
                </a:ext>
              </a:extLst>
            </p:cNvPr>
            <p:cNvCxnSpPr>
              <a:cxnSpLocks/>
              <a:stCxn id="287" idx="2"/>
              <a:endCxn id="288" idx="0"/>
            </p:cNvCxnSpPr>
            <p:nvPr/>
          </p:nvCxnSpPr>
          <p:spPr>
            <a:xfrm>
              <a:off x="9474142" y="6173146"/>
              <a:ext cx="0" cy="122179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8BEE27BD-9F85-4625-A0D8-88F3CFB0DC2D}"/>
              </a:ext>
            </a:extLst>
          </p:cNvPr>
          <p:cNvGrpSpPr/>
          <p:nvPr/>
        </p:nvGrpSpPr>
        <p:grpSpPr>
          <a:xfrm>
            <a:off x="10544762" y="4417617"/>
            <a:ext cx="224088" cy="182987"/>
            <a:chOff x="9250054" y="6147809"/>
            <a:chExt cx="224088" cy="182987"/>
          </a:xfrm>
        </p:grpSpPr>
        <p:sp>
          <p:nvSpPr>
            <p:cNvPr id="395" name="Freeform 114">
              <a:extLst>
                <a:ext uri="{FF2B5EF4-FFF2-40B4-BE49-F238E27FC236}">
                  <a16:creationId xmlns:a16="http://schemas.microsoft.com/office/drawing/2014/main" id="{FC0B6F1B-00BB-43C5-BC33-74976A3E0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45990" y="6147809"/>
              <a:ext cx="28152" cy="25337"/>
            </a:xfrm>
            <a:custGeom>
              <a:avLst/>
              <a:gdLst>
                <a:gd name="T0" fmla="*/ 0 w 50"/>
                <a:gd name="T1" fmla="*/ 0 h 45"/>
                <a:gd name="T2" fmla="*/ 50 w 50"/>
                <a:gd name="T3" fmla="*/ 0 h 45"/>
                <a:gd name="T4" fmla="*/ 50 w 50"/>
                <a:gd name="T5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" h="45">
                  <a:moveTo>
                    <a:pt x="0" y="0"/>
                  </a:moveTo>
                  <a:lnTo>
                    <a:pt x="50" y="0"/>
                  </a:lnTo>
                  <a:lnTo>
                    <a:pt x="50" y="45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396" name="Freeform 115">
              <a:extLst>
                <a:ext uri="{FF2B5EF4-FFF2-40B4-BE49-F238E27FC236}">
                  <a16:creationId xmlns:a16="http://schemas.microsoft.com/office/drawing/2014/main" id="{2FDB8C35-32AD-4674-A4B1-CD87FDDDA3D0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0054" y="6147809"/>
              <a:ext cx="224088" cy="182987"/>
            </a:xfrm>
            <a:custGeom>
              <a:avLst/>
              <a:gdLst>
                <a:gd name="T0" fmla="*/ 398 w 398"/>
                <a:gd name="T1" fmla="*/ 262 h 325"/>
                <a:gd name="T2" fmla="*/ 398 w 398"/>
                <a:gd name="T3" fmla="*/ 325 h 325"/>
                <a:gd name="T4" fmla="*/ 0 w 398"/>
                <a:gd name="T5" fmla="*/ 325 h 325"/>
                <a:gd name="T6" fmla="*/ 0 w 398"/>
                <a:gd name="T7" fmla="*/ 0 h 325"/>
                <a:gd name="T8" fmla="*/ 284 w 398"/>
                <a:gd name="T9" fmla="*/ 0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8" h="325">
                  <a:moveTo>
                    <a:pt x="398" y="262"/>
                  </a:moveTo>
                  <a:lnTo>
                    <a:pt x="398" y="325"/>
                  </a:lnTo>
                  <a:lnTo>
                    <a:pt x="0" y="325"/>
                  </a:lnTo>
                  <a:lnTo>
                    <a:pt x="0" y="0"/>
                  </a:lnTo>
                  <a:lnTo>
                    <a:pt x="284" y="0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397" name="Line 116">
              <a:extLst>
                <a:ext uri="{FF2B5EF4-FFF2-40B4-BE49-F238E27FC236}">
                  <a16:creationId xmlns:a16="http://schemas.microsoft.com/office/drawing/2014/main" id="{FB7B10EC-2836-4F15-8EB3-D8D38EB4CA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51180" y="6239584"/>
              <a:ext cx="97405" cy="0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398" name="Line 117">
              <a:extLst>
                <a:ext uri="{FF2B5EF4-FFF2-40B4-BE49-F238E27FC236}">
                  <a16:creationId xmlns:a16="http://schemas.microsoft.com/office/drawing/2014/main" id="{81F8EF60-9412-4A61-A260-4C59AA6442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48585" y="6211432"/>
              <a:ext cx="0" cy="56867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399" name="Line 118">
              <a:extLst>
                <a:ext uri="{FF2B5EF4-FFF2-40B4-BE49-F238E27FC236}">
                  <a16:creationId xmlns:a16="http://schemas.microsoft.com/office/drawing/2014/main" id="{705224C8-9CCF-41FD-B705-C0CEDF9657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48585" y="6147809"/>
              <a:ext cx="0" cy="34345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400" name="Line 119">
              <a:extLst>
                <a:ext uri="{FF2B5EF4-FFF2-40B4-BE49-F238E27FC236}">
                  <a16:creationId xmlns:a16="http://schemas.microsoft.com/office/drawing/2014/main" id="{8A9FE6EF-52CB-49DF-941B-159F9980E0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48585" y="6300392"/>
              <a:ext cx="0" cy="30404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3F6F5860-1C66-4BF5-BA40-A90E59046D20}"/>
                </a:ext>
              </a:extLst>
            </p:cNvPr>
            <p:cNvCxnSpPr>
              <a:cxnSpLocks/>
              <a:stCxn id="395" idx="2"/>
              <a:endCxn id="396" idx="0"/>
            </p:cNvCxnSpPr>
            <p:nvPr/>
          </p:nvCxnSpPr>
          <p:spPr>
            <a:xfrm>
              <a:off x="9474142" y="6173146"/>
              <a:ext cx="0" cy="122179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3890ED7-6AB0-4E69-B38A-DF1789E5E919}"/>
              </a:ext>
            </a:extLst>
          </p:cNvPr>
          <p:cNvGrpSpPr/>
          <p:nvPr/>
        </p:nvGrpSpPr>
        <p:grpSpPr>
          <a:xfrm>
            <a:off x="10278195" y="4997532"/>
            <a:ext cx="757222" cy="310571"/>
            <a:chOff x="8008908" y="4934076"/>
            <a:chExt cx="757222" cy="310571"/>
          </a:xfrm>
        </p:grpSpPr>
        <p:grpSp>
          <p:nvGrpSpPr>
            <p:cNvPr id="422" name="Group 421">
              <a:extLst>
                <a:ext uri="{FF2B5EF4-FFF2-40B4-BE49-F238E27FC236}">
                  <a16:creationId xmlns:a16="http://schemas.microsoft.com/office/drawing/2014/main" id="{CA423AC2-0AF5-487B-8872-7D42D55E7D64}"/>
                </a:ext>
              </a:extLst>
            </p:cNvPr>
            <p:cNvGrpSpPr/>
            <p:nvPr/>
          </p:nvGrpSpPr>
          <p:grpSpPr>
            <a:xfrm>
              <a:off x="8008908" y="4934076"/>
              <a:ext cx="419847" cy="310571"/>
              <a:chOff x="8609927" y="1562831"/>
              <a:chExt cx="419847" cy="310571"/>
            </a:xfrm>
          </p:grpSpPr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DF1AB1A1-6C81-4599-B033-8F0E758CBE70}"/>
                  </a:ext>
                </a:extLst>
              </p:cNvPr>
              <p:cNvSpPr/>
              <p:nvPr/>
            </p:nvSpPr>
            <p:spPr>
              <a:xfrm>
                <a:off x="8609927" y="1585836"/>
                <a:ext cx="149535" cy="149534"/>
              </a:xfrm>
              <a:custGeom>
                <a:avLst/>
                <a:gdLst>
                  <a:gd name="connsiteX0" fmla="*/ 247650 w 495300"/>
                  <a:gd name="connsiteY0" fmla="*/ 495300 h 495300"/>
                  <a:gd name="connsiteX1" fmla="*/ 0 w 495300"/>
                  <a:gd name="connsiteY1" fmla="*/ 247650 h 495300"/>
                  <a:gd name="connsiteX2" fmla="*/ 247650 w 495300"/>
                  <a:gd name="connsiteY2" fmla="*/ 0 h 495300"/>
                  <a:gd name="connsiteX3" fmla="*/ 495300 w 495300"/>
                  <a:gd name="connsiteY3" fmla="*/ 247650 h 495300"/>
                  <a:gd name="connsiteX4" fmla="*/ 247650 w 495300"/>
                  <a:gd name="connsiteY4" fmla="*/ 495300 h 495300"/>
                  <a:gd name="connsiteX5" fmla="*/ 247650 w 495300"/>
                  <a:gd name="connsiteY5" fmla="*/ 38100 h 495300"/>
                  <a:gd name="connsiteX6" fmla="*/ 38100 w 495300"/>
                  <a:gd name="connsiteY6" fmla="*/ 247650 h 495300"/>
                  <a:gd name="connsiteX7" fmla="*/ 247650 w 495300"/>
                  <a:gd name="connsiteY7" fmla="*/ 457200 h 495300"/>
                  <a:gd name="connsiteX8" fmla="*/ 457200 w 495300"/>
                  <a:gd name="connsiteY8" fmla="*/ 247650 h 495300"/>
                  <a:gd name="connsiteX9" fmla="*/ 247650 w 495300"/>
                  <a:gd name="connsiteY9" fmla="*/ 38100 h 495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5300" h="495300">
                    <a:moveTo>
                      <a:pt x="247650" y="495300"/>
                    </a:moveTo>
                    <a:cubicBezTo>
                      <a:pt x="111062" y="495300"/>
                      <a:pt x="0" y="384239"/>
                      <a:pt x="0" y="247650"/>
                    </a:cubicBezTo>
                    <a:cubicBezTo>
                      <a:pt x="0" y="111062"/>
                      <a:pt x="111062" y="0"/>
                      <a:pt x="247650" y="0"/>
                    </a:cubicBezTo>
                    <a:cubicBezTo>
                      <a:pt x="384239" y="0"/>
                      <a:pt x="495300" y="111062"/>
                      <a:pt x="495300" y="247650"/>
                    </a:cubicBezTo>
                    <a:cubicBezTo>
                      <a:pt x="495300" y="384239"/>
                      <a:pt x="384239" y="495300"/>
                      <a:pt x="247650" y="495300"/>
                    </a:cubicBezTo>
                    <a:close/>
                    <a:moveTo>
                      <a:pt x="247650" y="38100"/>
                    </a:moveTo>
                    <a:cubicBezTo>
                      <a:pt x="132112" y="38100"/>
                      <a:pt x="38100" y="132112"/>
                      <a:pt x="38100" y="247650"/>
                    </a:cubicBezTo>
                    <a:cubicBezTo>
                      <a:pt x="38100" y="363188"/>
                      <a:pt x="132112" y="457200"/>
                      <a:pt x="247650" y="457200"/>
                    </a:cubicBezTo>
                    <a:cubicBezTo>
                      <a:pt x="363188" y="457200"/>
                      <a:pt x="457200" y="363188"/>
                      <a:pt x="457200" y="247650"/>
                    </a:cubicBezTo>
                    <a:cubicBezTo>
                      <a:pt x="457200" y="132112"/>
                      <a:pt x="363188" y="38100"/>
                      <a:pt x="247650" y="381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3B86917A-385E-457B-9D23-8678A5E52011}"/>
                  </a:ext>
                </a:extLst>
              </p:cNvPr>
              <p:cNvSpPr/>
              <p:nvPr/>
            </p:nvSpPr>
            <p:spPr>
              <a:xfrm>
                <a:off x="8678943" y="1700863"/>
                <a:ext cx="11503" cy="172539"/>
              </a:xfrm>
              <a:custGeom>
                <a:avLst/>
                <a:gdLst>
                  <a:gd name="connsiteX0" fmla="*/ 19050 w 38100"/>
                  <a:gd name="connsiteY0" fmla="*/ 571500 h 571500"/>
                  <a:gd name="connsiteX1" fmla="*/ 0 w 38100"/>
                  <a:gd name="connsiteY1" fmla="*/ 552450 h 571500"/>
                  <a:gd name="connsiteX2" fmla="*/ 0 w 38100"/>
                  <a:gd name="connsiteY2" fmla="*/ 19050 h 571500"/>
                  <a:gd name="connsiteX3" fmla="*/ 19050 w 38100"/>
                  <a:gd name="connsiteY3" fmla="*/ 0 h 571500"/>
                  <a:gd name="connsiteX4" fmla="*/ 38100 w 38100"/>
                  <a:gd name="connsiteY4" fmla="*/ 19050 h 571500"/>
                  <a:gd name="connsiteX5" fmla="*/ 38100 w 38100"/>
                  <a:gd name="connsiteY5" fmla="*/ 552450 h 571500"/>
                  <a:gd name="connsiteX6" fmla="*/ 19050 w 38100"/>
                  <a:gd name="connsiteY6" fmla="*/ 571500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100" h="571500">
                    <a:moveTo>
                      <a:pt x="19050" y="571500"/>
                    </a:moveTo>
                    <a:cubicBezTo>
                      <a:pt x="8477" y="571500"/>
                      <a:pt x="0" y="563023"/>
                      <a:pt x="0" y="552450"/>
                    </a:cubicBezTo>
                    <a:lnTo>
                      <a:pt x="0" y="19050"/>
                    </a:lnTo>
                    <a:cubicBezTo>
                      <a:pt x="0" y="8477"/>
                      <a:pt x="8477" y="0"/>
                      <a:pt x="19050" y="0"/>
                    </a:cubicBezTo>
                    <a:cubicBezTo>
                      <a:pt x="29623" y="0"/>
                      <a:pt x="38100" y="8477"/>
                      <a:pt x="38100" y="19050"/>
                    </a:cubicBezTo>
                    <a:lnTo>
                      <a:pt x="38100" y="552450"/>
                    </a:lnTo>
                    <a:cubicBezTo>
                      <a:pt x="38100" y="563023"/>
                      <a:pt x="29623" y="571500"/>
                      <a:pt x="19050" y="5715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19EDA314-119B-480A-BE7C-C1FAECF10D29}"/>
                  </a:ext>
                </a:extLst>
              </p:cNvPr>
              <p:cNvSpPr/>
              <p:nvPr/>
            </p:nvSpPr>
            <p:spPr>
              <a:xfrm>
                <a:off x="8655952" y="1677843"/>
                <a:ext cx="57513" cy="34522"/>
              </a:xfrm>
              <a:custGeom>
                <a:avLst/>
                <a:gdLst>
                  <a:gd name="connsiteX0" fmla="*/ 95202 w 190499"/>
                  <a:gd name="connsiteY0" fmla="*/ 114348 h 114347"/>
                  <a:gd name="connsiteX1" fmla="*/ 81772 w 190499"/>
                  <a:gd name="connsiteY1" fmla="*/ 108728 h 114347"/>
                  <a:gd name="connsiteX2" fmla="*/ 5572 w 190499"/>
                  <a:gd name="connsiteY2" fmla="*/ 32528 h 114347"/>
                  <a:gd name="connsiteX3" fmla="*/ 5572 w 190499"/>
                  <a:gd name="connsiteY3" fmla="*/ 5572 h 114347"/>
                  <a:gd name="connsiteX4" fmla="*/ 32528 w 190499"/>
                  <a:gd name="connsiteY4" fmla="*/ 5572 h 114347"/>
                  <a:gd name="connsiteX5" fmla="*/ 95202 w 190499"/>
                  <a:gd name="connsiteY5" fmla="*/ 68342 h 114347"/>
                  <a:gd name="connsiteX6" fmla="*/ 157972 w 190499"/>
                  <a:gd name="connsiteY6" fmla="*/ 5572 h 114347"/>
                  <a:gd name="connsiteX7" fmla="*/ 184928 w 190499"/>
                  <a:gd name="connsiteY7" fmla="*/ 5572 h 114347"/>
                  <a:gd name="connsiteX8" fmla="*/ 184928 w 190499"/>
                  <a:gd name="connsiteY8" fmla="*/ 32528 h 114347"/>
                  <a:gd name="connsiteX9" fmla="*/ 108728 w 190499"/>
                  <a:gd name="connsiteY9" fmla="*/ 108728 h 114347"/>
                  <a:gd name="connsiteX10" fmla="*/ 95202 w 190499"/>
                  <a:gd name="connsiteY10" fmla="*/ 114348 h 114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0499" h="114347">
                    <a:moveTo>
                      <a:pt x="95202" y="114348"/>
                    </a:moveTo>
                    <a:cubicBezTo>
                      <a:pt x="90345" y="114348"/>
                      <a:pt x="85487" y="112443"/>
                      <a:pt x="81772" y="108728"/>
                    </a:cubicBezTo>
                    <a:lnTo>
                      <a:pt x="5572" y="32528"/>
                    </a:lnTo>
                    <a:cubicBezTo>
                      <a:pt x="-1857" y="25098"/>
                      <a:pt x="-1857" y="13002"/>
                      <a:pt x="5572" y="5572"/>
                    </a:cubicBezTo>
                    <a:cubicBezTo>
                      <a:pt x="13002" y="-1857"/>
                      <a:pt x="25098" y="-1857"/>
                      <a:pt x="32528" y="5572"/>
                    </a:cubicBezTo>
                    <a:lnTo>
                      <a:pt x="95202" y="68342"/>
                    </a:lnTo>
                    <a:lnTo>
                      <a:pt x="157972" y="5572"/>
                    </a:lnTo>
                    <a:cubicBezTo>
                      <a:pt x="165402" y="-1857"/>
                      <a:pt x="177498" y="-1857"/>
                      <a:pt x="184928" y="5572"/>
                    </a:cubicBezTo>
                    <a:cubicBezTo>
                      <a:pt x="192357" y="13002"/>
                      <a:pt x="192357" y="25098"/>
                      <a:pt x="184928" y="32528"/>
                    </a:cubicBezTo>
                    <a:lnTo>
                      <a:pt x="108728" y="108728"/>
                    </a:lnTo>
                    <a:cubicBezTo>
                      <a:pt x="104918" y="112443"/>
                      <a:pt x="100060" y="114348"/>
                      <a:pt x="95202" y="114348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10FD038A-E6AA-47E7-AB20-18D7CC4BC432}"/>
                  </a:ext>
                </a:extLst>
              </p:cNvPr>
              <p:cNvSpPr/>
              <p:nvPr/>
            </p:nvSpPr>
            <p:spPr>
              <a:xfrm>
                <a:off x="8661689" y="1861899"/>
                <a:ext cx="368085" cy="11503"/>
              </a:xfrm>
              <a:custGeom>
                <a:avLst/>
                <a:gdLst>
                  <a:gd name="connsiteX0" fmla="*/ 0 w 1219200"/>
                  <a:gd name="connsiteY0" fmla="*/ 0 h 38100"/>
                  <a:gd name="connsiteX1" fmla="*/ 1219200 w 1219200"/>
                  <a:gd name="connsiteY1" fmla="*/ 0 h 38100"/>
                  <a:gd name="connsiteX2" fmla="*/ 1219200 w 1219200"/>
                  <a:gd name="connsiteY2" fmla="*/ 38100 h 38100"/>
                  <a:gd name="connsiteX3" fmla="*/ 0 w 121920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9200" h="38100">
                    <a:moveTo>
                      <a:pt x="0" y="0"/>
                    </a:moveTo>
                    <a:lnTo>
                      <a:pt x="1219200" y="0"/>
                    </a:lnTo>
                    <a:lnTo>
                      <a:pt x="12192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F776C229-0ED0-4B31-BF77-C1F80C491EA1}"/>
                  </a:ext>
                </a:extLst>
              </p:cNvPr>
              <p:cNvSpPr/>
              <p:nvPr/>
            </p:nvSpPr>
            <p:spPr>
              <a:xfrm>
                <a:off x="8817003" y="1562831"/>
                <a:ext cx="57485" cy="34508"/>
              </a:xfrm>
              <a:custGeom>
                <a:avLst/>
                <a:gdLst>
                  <a:gd name="connsiteX0" fmla="*/ 95156 w 190405"/>
                  <a:gd name="connsiteY0" fmla="*/ 114300 h 114300"/>
                  <a:gd name="connsiteX1" fmla="*/ 76106 w 190405"/>
                  <a:gd name="connsiteY1" fmla="*/ 95536 h 114300"/>
                  <a:gd name="connsiteX2" fmla="*/ 76106 w 190405"/>
                  <a:gd name="connsiteY2" fmla="*/ 95536 h 114300"/>
                  <a:gd name="connsiteX3" fmla="*/ 76106 w 190405"/>
                  <a:gd name="connsiteY3" fmla="*/ 95536 h 114300"/>
                  <a:gd name="connsiteX4" fmla="*/ 76106 w 190405"/>
                  <a:gd name="connsiteY4" fmla="*/ 95536 h 114300"/>
                  <a:gd name="connsiteX5" fmla="*/ 76106 w 190405"/>
                  <a:gd name="connsiteY5" fmla="*/ 95441 h 114300"/>
                  <a:gd name="connsiteX6" fmla="*/ 76106 w 190405"/>
                  <a:gd name="connsiteY6" fmla="*/ 95345 h 114300"/>
                  <a:gd name="connsiteX7" fmla="*/ 76106 w 190405"/>
                  <a:gd name="connsiteY7" fmla="*/ 95345 h 114300"/>
                  <a:gd name="connsiteX8" fmla="*/ 76106 w 190405"/>
                  <a:gd name="connsiteY8" fmla="*/ 95250 h 114300"/>
                  <a:gd name="connsiteX9" fmla="*/ 18860 w 190405"/>
                  <a:gd name="connsiteY9" fmla="*/ 38100 h 114300"/>
                  <a:gd name="connsiteX10" fmla="*/ 1 w 190405"/>
                  <a:gd name="connsiteY10" fmla="*/ 18955 h 114300"/>
                  <a:gd name="connsiteX11" fmla="*/ 18956 w 190405"/>
                  <a:gd name="connsiteY11" fmla="*/ 0 h 114300"/>
                  <a:gd name="connsiteX12" fmla="*/ 95441 w 190405"/>
                  <a:gd name="connsiteY12" fmla="*/ 35243 h 114300"/>
                  <a:gd name="connsiteX13" fmla="*/ 171356 w 190405"/>
                  <a:gd name="connsiteY13" fmla="*/ 0 h 114300"/>
                  <a:gd name="connsiteX14" fmla="*/ 190406 w 190405"/>
                  <a:gd name="connsiteY14" fmla="*/ 19050 h 114300"/>
                  <a:gd name="connsiteX15" fmla="*/ 171356 w 190405"/>
                  <a:gd name="connsiteY15" fmla="*/ 38100 h 114300"/>
                  <a:gd name="connsiteX16" fmla="*/ 114206 w 190405"/>
                  <a:gd name="connsiteY16" fmla="*/ 95345 h 114300"/>
                  <a:gd name="connsiteX17" fmla="*/ 95156 w 190405"/>
                  <a:gd name="connsiteY17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0405" h="114300">
                    <a:moveTo>
                      <a:pt x="95156" y="114300"/>
                    </a:moveTo>
                    <a:cubicBezTo>
                      <a:pt x="84678" y="114300"/>
                      <a:pt x="76296" y="105918"/>
                      <a:pt x="76106" y="95536"/>
                    </a:cubicBezTo>
                    <a:cubicBezTo>
                      <a:pt x="76106" y="95536"/>
                      <a:pt x="76106" y="95536"/>
                      <a:pt x="76106" y="95536"/>
                    </a:cubicBezTo>
                    <a:lnTo>
                      <a:pt x="76106" y="95536"/>
                    </a:lnTo>
                    <a:lnTo>
                      <a:pt x="76106" y="95536"/>
                    </a:lnTo>
                    <a:cubicBezTo>
                      <a:pt x="76106" y="95536"/>
                      <a:pt x="76106" y="95441"/>
                      <a:pt x="76106" y="95441"/>
                    </a:cubicBezTo>
                    <a:cubicBezTo>
                      <a:pt x="76106" y="95441"/>
                      <a:pt x="76106" y="95441"/>
                      <a:pt x="76106" y="95345"/>
                    </a:cubicBezTo>
                    <a:lnTo>
                      <a:pt x="76106" y="95345"/>
                    </a:lnTo>
                    <a:cubicBezTo>
                      <a:pt x="76106" y="95345"/>
                      <a:pt x="76106" y="95345"/>
                      <a:pt x="76106" y="95250"/>
                    </a:cubicBezTo>
                    <a:cubicBezTo>
                      <a:pt x="76106" y="41434"/>
                      <a:pt x="28385" y="38195"/>
                      <a:pt x="18860" y="38100"/>
                    </a:cubicBezTo>
                    <a:cubicBezTo>
                      <a:pt x="8383" y="38005"/>
                      <a:pt x="-94" y="29432"/>
                      <a:pt x="1" y="18955"/>
                    </a:cubicBezTo>
                    <a:cubicBezTo>
                      <a:pt x="1" y="8477"/>
                      <a:pt x="8478" y="0"/>
                      <a:pt x="18956" y="0"/>
                    </a:cubicBezTo>
                    <a:cubicBezTo>
                      <a:pt x="40482" y="0"/>
                      <a:pt x="74391" y="8477"/>
                      <a:pt x="95441" y="35243"/>
                    </a:cubicBezTo>
                    <a:cubicBezTo>
                      <a:pt x="109824" y="15621"/>
                      <a:pt x="133637" y="0"/>
                      <a:pt x="171356" y="0"/>
                    </a:cubicBezTo>
                    <a:cubicBezTo>
                      <a:pt x="181928" y="0"/>
                      <a:pt x="190406" y="8573"/>
                      <a:pt x="190406" y="19050"/>
                    </a:cubicBezTo>
                    <a:cubicBezTo>
                      <a:pt x="190406" y="29528"/>
                      <a:pt x="181928" y="38100"/>
                      <a:pt x="171356" y="38100"/>
                    </a:cubicBezTo>
                    <a:cubicBezTo>
                      <a:pt x="117635" y="38100"/>
                      <a:pt x="114301" y="85725"/>
                      <a:pt x="114206" y="95345"/>
                    </a:cubicBezTo>
                    <a:cubicBezTo>
                      <a:pt x="114110" y="105823"/>
                      <a:pt x="105633" y="114300"/>
                      <a:pt x="95156" y="114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B9B390B-8867-4750-84EA-15A18840B59A}"/>
                  </a:ext>
                </a:extLst>
              </p:cNvPr>
              <p:cNvSpPr/>
              <p:nvPr/>
            </p:nvSpPr>
            <p:spPr>
              <a:xfrm>
                <a:off x="8863014" y="1585836"/>
                <a:ext cx="57485" cy="34508"/>
              </a:xfrm>
              <a:custGeom>
                <a:avLst/>
                <a:gdLst>
                  <a:gd name="connsiteX0" fmla="*/ 95156 w 190405"/>
                  <a:gd name="connsiteY0" fmla="*/ 114300 h 114300"/>
                  <a:gd name="connsiteX1" fmla="*/ 76106 w 190405"/>
                  <a:gd name="connsiteY1" fmla="*/ 95536 h 114300"/>
                  <a:gd name="connsiteX2" fmla="*/ 76106 w 190405"/>
                  <a:gd name="connsiteY2" fmla="*/ 95536 h 114300"/>
                  <a:gd name="connsiteX3" fmla="*/ 76106 w 190405"/>
                  <a:gd name="connsiteY3" fmla="*/ 95536 h 114300"/>
                  <a:gd name="connsiteX4" fmla="*/ 76106 w 190405"/>
                  <a:gd name="connsiteY4" fmla="*/ 95536 h 114300"/>
                  <a:gd name="connsiteX5" fmla="*/ 76106 w 190405"/>
                  <a:gd name="connsiteY5" fmla="*/ 95441 h 114300"/>
                  <a:gd name="connsiteX6" fmla="*/ 76106 w 190405"/>
                  <a:gd name="connsiteY6" fmla="*/ 95345 h 114300"/>
                  <a:gd name="connsiteX7" fmla="*/ 76106 w 190405"/>
                  <a:gd name="connsiteY7" fmla="*/ 95345 h 114300"/>
                  <a:gd name="connsiteX8" fmla="*/ 76106 w 190405"/>
                  <a:gd name="connsiteY8" fmla="*/ 95250 h 114300"/>
                  <a:gd name="connsiteX9" fmla="*/ 18860 w 190405"/>
                  <a:gd name="connsiteY9" fmla="*/ 38100 h 114300"/>
                  <a:gd name="connsiteX10" fmla="*/ 1 w 190405"/>
                  <a:gd name="connsiteY10" fmla="*/ 18955 h 114300"/>
                  <a:gd name="connsiteX11" fmla="*/ 18956 w 190405"/>
                  <a:gd name="connsiteY11" fmla="*/ 0 h 114300"/>
                  <a:gd name="connsiteX12" fmla="*/ 95441 w 190405"/>
                  <a:gd name="connsiteY12" fmla="*/ 35243 h 114300"/>
                  <a:gd name="connsiteX13" fmla="*/ 171356 w 190405"/>
                  <a:gd name="connsiteY13" fmla="*/ 0 h 114300"/>
                  <a:gd name="connsiteX14" fmla="*/ 190406 w 190405"/>
                  <a:gd name="connsiteY14" fmla="*/ 19050 h 114300"/>
                  <a:gd name="connsiteX15" fmla="*/ 171356 w 190405"/>
                  <a:gd name="connsiteY15" fmla="*/ 38100 h 114300"/>
                  <a:gd name="connsiteX16" fmla="*/ 114206 w 190405"/>
                  <a:gd name="connsiteY16" fmla="*/ 95345 h 114300"/>
                  <a:gd name="connsiteX17" fmla="*/ 95156 w 190405"/>
                  <a:gd name="connsiteY17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0405" h="114300">
                    <a:moveTo>
                      <a:pt x="95156" y="114300"/>
                    </a:moveTo>
                    <a:cubicBezTo>
                      <a:pt x="84678" y="114300"/>
                      <a:pt x="76296" y="105918"/>
                      <a:pt x="76106" y="95536"/>
                    </a:cubicBezTo>
                    <a:cubicBezTo>
                      <a:pt x="76106" y="95536"/>
                      <a:pt x="76106" y="95536"/>
                      <a:pt x="76106" y="95536"/>
                    </a:cubicBezTo>
                    <a:lnTo>
                      <a:pt x="76106" y="95536"/>
                    </a:lnTo>
                    <a:lnTo>
                      <a:pt x="76106" y="95536"/>
                    </a:lnTo>
                    <a:cubicBezTo>
                      <a:pt x="76106" y="95536"/>
                      <a:pt x="76106" y="95441"/>
                      <a:pt x="76106" y="95441"/>
                    </a:cubicBezTo>
                    <a:cubicBezTo>
                      <a:pt x="76106" y="95441"/>
                      <a:pt x="76106" y="95441"/>
                      <a:pt x="76106" y="95345"/>
                    </a:cubicBezTo>
                    <a:lnTo>
                      <a:pt x="76106" y="95345"/>
                    </a:lnTo>
                    <a:cubicBezTo>
                      <a:pt x="76106" y="95345"/>
                      <a:pt x="76106" y="95345"/>
                      <a:pt x="76106" y="95250"/>
                    </a:cubicBezTo>
                    <a:cubicBezTo>
                      <a:pt x="76106" y="41434"/>
                      <a:pt x="28385" y="38195"/>
                      <a:pt x="18860" y="38100"/>
                    </a:cubicBezTo>
                    <a:cubicBezTo>
                      <a:pt x="8383" y="38005"/>
                      <a:pt x="-94" y="29432"/>
                      <a:pt x="1" y="18955"/>
                    </a:cubicBezTo>
                    <a:cubicBezTo>
                      <a:pt x="1" y="8477"/>
                      <a:pt x="8478" y="0"/>
                      <a:pt x="18956" y="0"/>
                    </a:cubicBezTo>
                    <a:cubicBezTo>
                      <a:pt x="40482" y="0"/>
                      <a:pt x="74391" y="8477"/>
                      <a:pt x="95441" y="35243"/>
                    </a:cubicBezTo>
                    <a:cubicBezTo>
                      <a:pt x="109824" y="15621"/>
                      <a:pt x="133637" y="0"/>
                      <a:pt x="171356" y="0"/>
                    </a:cubicBezTo>
                    <a:cubicBezTo>
                      <a:pt x="181928" y="0"/>
                      <a:pt x="190406" y="8572"/>
                      <a:pt x="190406" y="19050"/>
                    </a:cubicBezTo>
                    <a:cubicBezTo>
                      <a:pt x="190406" y="29528"/>
                      <a:pt x="181928" y="38100"/>
                      <a:pt x="171356" y="38100"/>
                    </a:cubicBezTo>
                    <a:cubicBezTo>
                      <a:pt x="117635" y="38100"/>
                      <a:pt x="114301" y="85725"/>
                      <a:pt x="114206" y="95345"/>
                    </a:cubicBezTo>
                    <a:cubicBezTo>
                      <a:pt x="114110" y="105823"/>
                      <a:pt x="105633" y="114300"/>
                      <a:pt x="95156" y="114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66558E92-C193-426C-91BC-C60A40B38409}"/>
                  </a:ext>
                </a:extLst>
              </p:cNvPr>
              <p:cNvSpPr/>
              <p:nvPr/>
            </p:nvSpPr>
            <p:spPr>
              <a:xfrm>
                <a:off x="8793998" y="1608842"/>
                <a:ext cx="57485" cy="34508"/>
              </a:xfrm>
              <a:custGeom>
                <a:avLst/>
                <a:gdLst>
                  <a:gd name="connsiteX0" fmla="*/ 95156 w 190405"/>
                  <a:gd name="connsiteY0" fmla="*/ 114300 h 114300"/>
                  <a:gd name="connsiteX1" fmla="*/ 76106 w 190405"/>
                  <a:gd name="connsiteY1" fmla="*/ 95536 h 114300"/>
                  <a:gd name="connsiteX2" fmla="*/ 76106 w 190405"/>
                  <a:gd name="connsiteY2" fmla="*/ 95536 h 114300"/>
                  <a:gd name="connsiteX3" fmla="*/ 76106 w 190405"/>
                  <a:gd name="connsiteY3" fmla="*/ 95536 h 114300"/>
                  <a:gd name="connsiteX4" fmla="*/ 76106 w 190405"/>
                  <a:gd name="connsiteY4" fmla="*/ 95536 h 114300"/>
                  <a:gd name="connsiteX5" fmla="*/ 76106 w 190405"/>
                  <a:gd name="connsiteY5" fmla="*/ 95441 h 114300"/>
                  <a:gd name="connsiteX6" fmla="*/ 76106 w 190405"/>
                  <a:gd name="connsiteY6" fmla="*/ 95345 h 114300"/>
                  <a:gd name="connsiteX7" fmla="*/ 76106 w 190405"/>
                  <a:gd name="connsiteY7" fmla="*/ 95345 h 114300"/>
                  <a:gd name="connsiteX8" fmla="*/ 76106 w 190405"/>
                  <a:gd name="connsiteY8" fmla="*/ 95250 h 114300"/>
                  <a:gd name="connsiteX9" fmla="*/ 18860 w 190405"/>
                  <a:gd name="connsiteY9" fmla="*/ 38100 h 114300"/>
                  <a:gd name="connsiteX10" fmla="*/ 1 w 190405"/>
                  <a:gd name="connsiteY10" fmla="*/ 18955 h 114300"/>
                  <a:gd name="connsiteX11" fmla="*/ 18956 w 190405"/>
                  <a:gd name="connsiteY11" fmla="*/ 0 h 114300"/>
                  <a:gd name="connsiteX12" fmla="*/ 95441 w 190405"/>
                  <a:gd name="connsiteY12" fmla="*/ 35243 h 114300"/>
                  <a:gd name="connsiteX13" fmla="*/ 171356 w 190405"/>
                  <a:gd name="connsiteY13" fmla="*/ 0 h 114300"/>
                  <a:gd name="connsiteX14" fmla="*/ 190406 w 190405"/>
                  <a:gd name="connsiteY14" fmla="*/ 19050 h 114300"/>
                  <a:gd name="connsiteX15" fmla="*/ 171356 w 190405"/>
                  <a:gd name="connsiteY15" fmla="*/ 38100 h 114300"/>
                  <a:gd name="connsiteX16" fmla="*/ 114206 w 190405"/>
                  <a:gd name="connsiteY16" fmla="*/ 95345 h 114300"/>
                  <a:gd name="connsiteX17" fmla="*/ 95156 w 190405"/>
                  <a:gd name="connsiteY17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0405" h="114300">
                    <a:moveTo>
                      <a:pt x="95156" y="114300"/>
                    </a:moveTo>
                    <a:cubicBezTo>
                      <a:pt x="84678" y="114300"/>
                      <a:pt x="76296" y="105918"/>
                      <a:pt x="76106" y="95536"/>
                    </a:cubicBezTo>
                    <a:cubicBezTo>
                      <a:pt x="76106" y="95536"/>
                      <a:pt x="76106" y="95536"/>
                      <a:pt x="76106" y="95536"/>
                    </a:cubicBezTo>
                    <a:lnTo>
                      <a:pt x="76106" y="95536"/>
                    </a:lnTo>
                    <a:lnTo>
                      <a:pt x="76106" y="95536"/>
                    </a:lnTo>
                    <a:cubicBezTo>
                      <a:pt x="76106" y="95536"/>
                      <a:pt x="76106" y="95441"/>
                      <a:pt x="76106" y="95441"/>
                    </a:cubicBezTo>
                    <a:cubicBezTo>
                      <a:pt x="76106" y="95441"/>
                      <a:pt x="76106" y="95441"/>
                      <a:pt x="76106" y="95345"/>
                    </a:cubicBezTo>
                    <a:lnTo>
                      <a:pt x="76106" y="95345"/>
                    </a:lnTo>
                    <a:cubicBezTo>
                      <a:pt x="76106" y="95345"/>
                      <a:pt x="76106" y="95345"/>
                      <a:pt x="76106" y="95250"/>
                    </a:cubicBezTo>
                    <a:cubicBezTo>
                      <a:pt x="76106" y="41434"/>
                      <a:pt x="28385" y="38195"/>
                      <a:pt x="18860" y="38100"/>
                    </a:cubicBezTo>
                    <a:cubicBezTo>
                      <a:pt x="8383" y="38005"/>
                      <a:pt x="-94" y="29432"/>
                      <a:pt x="1" y="18955"/>
                    </a:cubicBezTo>
                    <a:cubicBezTo>
                      <a:pt x="1" y="8477"/>
                      <a:pt x="8478" y="0"/>
                      <a:pt x="18956" y="0"/>
                    </a:cubicBezTo>
                    <a:cubicBezTo>
                      <a:pt x="40482" y="0"/>
                      <a:pt x="74391" y="8477"/>
                      <a:pt x="95441" y="35243"/>
                    </a:cubicBezTo>
                    <a:cubicBezTo>
                      <a:pt x="109824" y="15621"/>
                      <a:pt x="133637" y="0"/>
                      <a:pt x="171356" y="0"/>
                    </a:cubicBezTo>
                    <a:cubicBezTo>
                      <a:pt x="181928" y="0"/>
                      <a:pt x="190406" y="8572"/>
                      <a:pt x="190406" y="19050"/>
                    </a:cubicBezTo>
                    <a:cubicBezTo>
                      <a:pt x="190406" y="29528"/>
                      <a:pt x="181928" y="38100"/>
                      <a:pt x="171356" y="38100"/>
                    </a:cubicBezTo>
                    <a:cubicBezTo>
                      <a:pt x="117635" y="38100"/>
                      <a:pt x="114301" y="85725"/>
                      <a:pt x="114206" y="95345"/>
                    </a:cubicBezTo>
                    <a:cubicBezTo>
                      <a:pt x="114110" y="105823"/>
                      <a:pt x="105633" y="114300"/>
                      <a:pt x="95156" y="114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grpSp>
            <p:nvGrpSpPr>
              <p:cNvPr id="441" name="Graphic 112">
                <a:extLst>
                  <a:ext uri="{FF2B5EF4-FFF2-40B4-BE49-F238E27FC236}">
                    <a16:creationId xmlns:a16="http://schemas.microsoft.com/office/drawing/2014/main" id="{F856AF12-0DB3-4CD5-8D48-195B5FDB9DC2}"/>
                  </a:ext>
                </a:extLst>
              </p:cNvPr>
              <p:cNvGrpSpPr/>
              <p:nvPr/>
            </p:nvGrpSpPr>
            <p:grpSpPr>
              <a:xfrm>
                <a:off x="8721129" y="1723948"/>
                <a:ext cx="249205" cy="146665"/>
                <a:chOff x="5769006" y="3448315"/>
                <a:chExt cx="825436" cy="485795"/>
              </a:xfrm>
              <a:solidFill>
                <a:schemeClr val="accent3"/>
              </a:solidFill>
            </p:grpSpPr>
            <p:sp>
              <p:nvSpPr>
                <p:cNvPr id="442" name="Freeform: Shape 441">
                  <a:extLst>
                    <a:ext uri="{FF2B5EF4-FFF2-40B4-BE49-F238E27FC236}">
                      <a16:creationId xmlns:a16="http://schemas.microsoft.com/office/drawing/2014/main" id="{D7553934-12A1-494A-8FBA-586F99EE28B2}"/>
                    </a:ext>
                  </a:extLst>
                </p:cNvPr>
                <p:cNvSpPr/>
                <p:nvPr/>
              </p:nvSpPr>
              <p:spPr>
                <a:xfrm>
                  <a:off x="5932836" y="3448335"/>
                  <a:ext cx="133540" cy="38100"/>
                </a:xfrm>
                <a:custGeom>
                  <a:avLst/>
                  <a:gdLst>
                    <a:gd name="connsiteX0" fmla="*/ 114491 w 133540"/>
                    <a:gd name="connsiteY0" fmla="*/ 38100 h 38100"/>
                    <a:gd name="connsiteX1" fmla="*/ 19050 w 133540"/>
                    <a:gd name="connsiteY1" fmla="*/ 38100 h 38100"/>
                    <a:gd name="connsiteX2" fmla="*/ 0 w 133540"/>
                    <a:gd name="connsiteY2" fmla="*/ 19050 h 38100"/>
                    <a:gd name="connsiteX3" fmla="*/ 19050 w 133540"/>
                    <a:gd name="connsiteY3" fmla="*/ 0 h 38100"/>
                    <a:gd name="connsiteX4" fmla="*/ 114491 w 133540"/>
                    <a:gd name="connsiteY4" fmla="*/ 0 h 38100"/>
                    <a:gd name="connsiteX5" fmla="*/ 133541 w 133540"/>
                    <a:gd name="connsiteY5" fmla="*/ 19050 h 38100"/>
                    <a:gd name="connsiteX6" fmla="*/ 114491 w 133540"/>
                    <a:gd name="connsiteY6" fmla="*/ 38100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3540" h="38100">
                      <a:moveTo>
                        <a:pt x="114491" y="38100"/>
                      </a:moveTo>
                      <a:lnTo>
                        <a:pt x="19050" y="38100"/>
                      </a:lnTo>
                      <a:cubicBezTo>
                        <a:pt x="8477" y="38100"/>
                        <a:pt x="0" y="29623"/>
                        <a:pt x="0" y="19050"/>
                      </a:cubicBezTo>
                      <a:cubicBezTo>
                        <a:pt x="0" y="8477"/>
                        <a:pt x="8477" y="0"/>
                        <a:pt x="19050" y="0"/>
                      </a:cubicBezTo>
                      <a:lnTo>
                        <a:pt x="114491" y="0"/>
                      </a:lnTo>
                      <a:cubicBezTo>
                        <a:pt x="125063" y="0"/>
                        <a:pt x="133541" y="8477"/>
                        <a:pt x="133541" y="19050"/>
                      </a:cubicBezTo>
                      <a:cubicBezTo>
                        <a:pt x="133541" y="29528"/>
                        <a:pt x="125063" y="38100"/>
                        <a:pt x="114491" y="381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grpSp>
              <p:nvGrpSpPr>
                <p:cNvPr id="443" name="Graphic 112">
                  <a:extLst>
                    <a:ext uri="{FF2B5EF4-FFF2-40B4-BE49-F238E27FC236}">
                      <a16:creationId xmlns:a16="http://schemas.microsoft.com/office/drawing/2014/main" id="{B2D0815A-D7A1-4D7C-B303-B0EB530C97F6}"/>
                    </a:ext>
                  </a:extLst>
                </p:cNvPr>
                <p:cNvGrpSpPr/>
                <p:nvPr/>
              </p:nvGrpSpPr>
              <p:grpSpPr>
                <a:xfrm>
                  <a:off x="5769006" y="3448315"/>
                  <a:ext cx="825436" cy="485795"/>
                  <a:chOff x="5769006" y="3448315"/>
                  <a:chExt cx="825436" cy="485795"/>
                </a:xfrm>
                <a:grpFill/>
              </p:grpSpPr>
              <p:sp>
                <p:nvSpPr>
                  <p:cNvPr id="444" name="Freeform: Shape 443">
                    <a:extLst>
                      <a:ext uri="{FF2B5EF4-FFF2-40B4-BE49-F238E27FC236}">
                        <a16:creationId xmlns:a16="http://schemas.microsoft.com/office/drawing/2014/main" id="{59399E6E-65C8-4D02-9B13-3F146ADBF328}"/>
                      </a:ext>
                    </a:extLst>
                  </p:cNvPr>
                  <p:cNvSpPr/>
                  <p:nvPr/>
                </p:nvSpPr>
                <p:spPr>
                  <a:xfrm>
                    <a:off x="5912148" y="3538061"/>
                    <a:ext cx="431762" cy="252888"/>
                  </a:xfrm>
                  <a:custGeom>
                    <a:avLst/>
                    <a:gdLst>
                      <a:gd name="connsiteX0" fmla="*/ 269576 w 431762"/>
                      <a:gd name="connsiteY0" fmla="*/ 252889 h 252888"/>
                      <a:gd name="connsiteX1" fmla="*/ 19069 w 431762"/>
                      <a:gd name="connsiteY1" fmla="*/ 252889 h 252888"/>
                      <a:gd name="connsiteX2" fmla="*/ 2876 w 431762"/>
                      <a:gd name="connsiteY2" fmla="*/ 243840 h 252888"/>
                      <a:gd name="connsiteX3" fmla="*/ 2019 w 431762"/>
                      <a:gd name="connsiteY3" fmla="*/ 225266 h 252888"/>
                      <a:gd name="connsiteX4" fmla="*/ 109366 w 431762"/>
                      <a:gd name="connsiteY4" fmla="*/ 10573 h 252888"/>
                      <a:gd name="connsiteX5" fmla="*/ 126416 w 431762"/>
                      <a:gd name="connsiteY5" fmla="*/ 0 h 252888"/>
                      <a:gd name="connsiteX6" fmla="*/ 412737 w 431762"/>
                      <a:gd name="connsiteY6" fmla="*/ 0 h 252888"/>
                      <a:gd name="connsiteX7" fmla="*/ 429501 w 431762"/>
                      <a:gd name="connsiteY7" fmla="*/ 10097 h 252888"/>
                      <a:gd name="connsiteX8" fmla="*/ 428549 w 431762"/>
                      <a:gd name="connsiteY8" fmla="*/ 29623 h 252888"/>
                      <a:gd name="connsiteX9" fmla="*/ 285388 w 431762"/>
                      <a:gd name="connsiteY9" fmla="*/ 244412 h 252888"/>
                      <a:gd name="connsiteX10" fmla="*/ 269576 w 431762"/>
                      <a:gd name="connsiteY10" fmla="*/ 252889 h 252888"/>
                      <a:gd name="connsiteX11" fmla="*/ 49835 w 431762"/>
                      <a:gd name="connsiteY11" fmla="*/ 214789 h 252888"/>
                      <a:gd name="connsiteX12" fmla="*/ 259385 w 431762"/>
                      <a:gd name="connsiteY12" fmla="*/ 214789 h 252888"/>
                      <a:gd name="connsiteX13" fmla="*/ 377114 w 431762"/>
                      <a:gd name="connsiteY13" fmla="*/ 38195 h 252888"/>
                      <a:gd name="connsiteX14" fmla="*/ 138227 w 431762"/>
                      <a:gd name="connsiteY14" fmla="*/ 38195 h 252888"/>
                      <a:gd name="connsiteX15" fmla="*/ 49835 w 431762"/>
                      <a:gd name="connsiteY15" fmla="*/ 214789 h 2528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431762" h="252888">
                        <a:moveTo>
                          <a:pt x="269576" y="252889"/>
                        </a:moveTo>
                        <a:lnTo>
                          <a:pt x="19069" y="252889"/>
                        </a:lnTo>
                        <a:cubicBezTo>
                          <a:pt x="12497" y="252889"/>
                          <a:pt x="6305" y="249460"/>
                          <a:pt x="2876" y="243840"/>
                        </a:cubicBezTo>
                        <a:cubicBezTo>
                          <a:pt x="-648" y="238220"/>
                          <a:pt x="-934" y="231172"/>
                          <a:pt x="2019" y="225266"/>
                        </a:cubicBezTo>
                        <a:lnTo>
                          <a:pt x="109366" y="10573"/>
                        </a:lnTo>
                        <a:cubicBezTo>
                          <a:pt x="112604" y="4096"/>
                          <a:pt x="119177" y="0"/>
                          <a:pt x="126416" y="0"/>
                        </a:cubicBezTo>
                        <a:lnTo>
                          <a:pt x="412737" y="0"/>
                        </a:lnTo>
                        <a:cubicBezTo>
                          <a:pt x="419786" y="0"/>
                          <a:pt x="426263" y="3905"/>
                          <a:pt x="429501" y="10097"/>
                        </a:cubicBezTo>
                        <a:cubicBezTo>
                          <a:pt x="432835" y="16288"/>
                          <a:pt x="432454" y="23813"/>
                          <a:pt x="428549" y="29623"/>
                        </a:cubicBezTo>
                        <a:lnTo>
                          <a:pt x="285388" y="244412"/>
                        </a:lnTo>
                        <a:cubicBezTo>
                          <a:pt x="281864" y="249746"/>
                          <a:pt x="275958" y="252889"/>
                          <a:pt x="269576" y="252889"/>
                        </a:cubicBezTo>
                        <a:close/>
                        <a:moveTo>
                          <a:pt x="49835" y="214789"/>
                        </a:moveTo>
                        <a:lnTo>
                          <a:pt x="259385" y="214789"/>
                        </a:lnTo>
                        <a:lnTo>
                          <a:pt x="377114" y="38195"/>
                        </a:lnTo>
                        <a:lnTo>
                          <a:pt x="138227" y="38195"/>
                        </a:lnTo>
                        <a:lnTo>
                          <a:pt x="49835" y="214789"/>
                        </a:ln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445" name="Freeform: Shape 444">
                    <a:extLst>
                      <a:ext uri="{FF2B5EF4-FFF2-40B4-BE49-F238E27FC236}">
                        <a16:creationId xmlns:a16="http://schemas.microsoft.com/office/drawing/2014/main" id="{4022089C-8C31-4A5D-9117-0A3225E7C157}"/>
                      </a:ext>
                    </a:extLst>
                  </p:cNvPr>
                  <p:cNvSpPr/>
                  <p:nvPr/>
                </p:nvSpPr>
                <p:spPr>
                  <a:xfrm>
                    <a:off x="5968630" y="3448315"/>
                    <a:ext cx="232070" cy="342634"/>
                  </a:xfrm>
                  <a:custGeom>
                    <a:avLst/>
                    <a:gdLst>
                      <a:gd name="connsiteX0" fmla="*/ 213095 w 232070"/>
                      <a:gd name="connsiteY0" fmla="*/ 342635 h 342634"/>
                      <a:gd name="connsiteX1" fmla="*/ 196998 w 232070"/>
                      <a:gd name="connsiteY1" fmla="*/ 333777 h 342634"/>
                      <a:gd name="connsiteX2" fmla="*/ 2973 w 232070"/>
                      <a:gd name="connsiteY2" fmla="*/ 29262 h 342634"/>
                      <a:gd name="connsiteX3" fmla="*/ 8784 w 232070"/>
                      <a:gd name="connsiteY3" fmla="*/ 2973 h 342634"/>
                      <a:gd name="connsiteX4" fmla="*/ 35073 w 232070"/>
                      <a:gd name="connsiteY4" fmla="*/ 8784 h 342634"/>
                      <a:gd name="connsiteX5" fmla="*/ 229097 w 232070"/>
                      <a:gd name="connsiteY5" fmla="*/ 313298 h 342634"/>
                      <a:gd name="connsiteX6" fmla="*/ 223287 w 232070"/>
                      <a:gd name="connsiteY6" fmla="*/ 339587 h 342634"/>
                      <a:gd name="connsiteX7" fmla="*/ 213095 w 232070"/>
                      <a:gd name="connsiteY7" fmla="*/ 342635 h 3426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32070" h="342634">
                        <a:moveTo>
                          <a:pt x="213095" y="342635"/>
                        </a:moveTo>
                        <a:cubicBezTo>
                          <a:pt x="206808" y="342635"/>
                          <a:pt x="200617" y="339492"/>
                          <a:pt x="196998" y="333777"/>
                        </a:cubicBezTo>
                        <a:lnTo>
                          <a:pt x="2973" y="29262"/>
                        </a:lnTo>
                        <a:cubicBezTo>
                          <a:pt x="-2646" y="20404"/>
                          <a:pt x="-75" y="8593"/>
                          <a:pt x="8784" y="2973"/>
                        </a:cubicBezTo>
                        <a:cubicBezTo>
                          <a:pt x="17642" y="-2646"/>
                          <a:pt x="29453" y="-75"/>
                          <a:pt x="35073" y="8784"/>
                        </a:cubicBezTo>
                        <a:lnTo>
                          <a:pt x="229097" y="313298"/>
                        </a:lnTo>
                        <a:cubicBezTo>
                          <a:pt x="234717" y="322156"/>
                          <a:pt x="232145" y="333967"/>
                          <a:pt x="223287" y="339587"/>
                        </a:cubicBezTo>
                        <a:cubicBezTo>
                          <a:pt x="220143" y="341682"/>
                          <a:pt x="216619" y="342635"/>
                          <a:pt x="213095" y="342635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446" name="Freeform: Shape 445">
                    <a:extLst>
                      <a:ext uri="{FF2B5EF4-FFF2-40B4-BE49-F238E27FC236}">
                        <a16:creationId xmlns:a16="http://schemas.microsoft.com/office/drawing/2014/main" id="{F2C924D7-0BA0-448F-9631-F71B4FCC40B0}"/>
                      </a:ext>
                    </a:extLst>
                  </p:cNvPr>
                  <p:cNvSpPr/>
                  <p:nvPr/>
                </p:nvSpPr>
                <p:spPr>
                  <a:xfrm>
                    <a:off x="6198489" y="3466528"/>
                    <a:ext cx="252882" cy="324421"/>
                  </a:xfrm>
                  <a:custGeom>
                    <a:avLst/>
                    <a:gdLst>
                      <a:gd name="connsiteX0" fmla="*/ 233744 w 252882"/>
                      <a:gd name="connsiteY0" fmla="*/ 324422 h 324421"/>
                      <a:gd name="connsiteX1" fmla="*/ 216694 w 252882"/>
                      <a:gd name="connsiteY1" fmla="*/ 313849 h 324421"/>
                      <a:gd name="connsiteX2" fmla="*/ 78867 w 252882"/>
                      <a:gd name="connsiteY2" fmla="*/ 38100 h 324421"/>
                      <a:gd name="connsiteX3" fmla="*/ 19050 w 252882"/>
                      <a:gd name="connsiteY3" fmla="*/ 38100 h 324421"/>
                      <a:gd name="connsiteX4" fmla="*/ 0 w 252882"/>
                      <a:gd name="connsiteY4" fmla="*/ 19050 h 324421"/>
                      <a:gd name="connsiteX5" fmla="*/ 19050 w 252882"/>
                      <a:gd name="connsiteY5" fmla="*/ 0 h 324421"/>
                      <a:gd name="connsiteX6" fmla="*/ 90678 w 252882"/>
                      <a:gd name="connsiteY6" fmla="*/ 0 h 324421"/>
                      <a:gd name="connsiteX7" fmla="*/ 107728 w 252882"/>
                      <a:gd name="connsiteY7" fmla="*/ 10573 h 324421"/>
                      <a:gd name="connsiteX8" fmla="*/ 250888 w 252882"/>
                      <a:gd name="connsiteY8" fmla="*/ 296894 h 324421"/>
                      <a:gd name="connsiteX9" fmla="*/ 242411 w 252882"/>
                      <a:gd name="connsiteY9" fmla="*/ 322421 h 324421"/>
                      <a:gd name="connsiteX10" fmla="*/ 233744 w 252882"/>
                      <a:gd name="connsiteY10" fmla="*/ 324422 h 324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52882" h="324421">
                        <a:moveTo>
                          <a:pt x="233744" y="324422"/>
                        </a:moveTo>
                        <a:cubicBezTo>
                          <a:pt x="226790" y="324422"/>
                          <a:pt x="220027" y="320612"/>
                          <a:pt x="216694" y="313849"/>
                        </a:cubicBezTo>
                        <a:lnTo>
                          <a:pt x="78867" y="38100"/>
                        </a:lnTo>
                        <a:lnTo>
                          <a:pt x="19050" y="38100"/>
                        </a:lnTo>
                        <a:cubicBezTo>
                          <a:pt x="8477" y="38100"/>
                          <a:pt x="0" y="29623"/>
                          <a:pt x="0" y="19050"/>
                        </a:cubicBezTo>
                        <a:cubicBezTo>
                          <a:pt x="0" y="8477"/>
                          <a:pt x="8477" y="0"/>
                          <a:pt x="19050" y="0"/>
                        </a:cubicBezTo>
                        <a:lnTo>
                          <a:pt x="90678" y="0"/>
                        </a:lnTo>
                        <a:cubicBezTo>
                          <a:pt x="97917" y="0"/>
                          <a:pt x="104489" y="4096"/>
                          <a:pt x="107728" y="10573"/>
                        </a:cubicBezTo>
                        <a:lnTo>
                          <a:pt x="250888" y="296894"/>
                        </a:lnTo>
                        <a:cubicBezTo>
                          <a:pt x="255556" y="306324"/>
                          <a:pt x="251746" y="317754"/>
                          <a:pt x="242411" y="322421"/>
                        </a:cubicBezTo>
                        <a:cubicBezTo>
                          <a:pt x="239554" y="323755"/>
                          <a:pt x="236696" y="324422"/>
                          <a:pt x="233744" y="324422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447" name="Freeform: Shape 446">
                    <a:extLst>
                      <a:ext uri="{FF2B5EF4-FFF2-40B4-BE49-F238E27FC236}">
                        <a16:creationId xmlns:a16="http://schemas.microsoft.com/office/drawing/2014/main" id="{D8CFC62E-1201-4004-A4C0-7F4C8DCD8C7B}"/>
                      </a:ext>
                    </a:extLst>
                  </p:cNvPr>
                  <p:cNvSpPr/>
                  <p:nvPr/>
                </p:nvSpPr>
                <p:spPr>
                  <a:xfrm>
                    <a:off x="6377368" y="3717035"/>
                    <a:ext cx="109727" cy="109728"/>
                  </a:xfrm>
                  <a:custGeom>
                    <a:avLst/>
                    <a:gdLst>
                      <a:gd name="connsiteX0" fmla="*/ 54864 w 109727"/>
                      <a:gd name="connsiteY0" fmla="*/ 109728 h 109728"/>
                      <a:gd name="connsiteX1" fmla="*/ 0 w 109727"/>
                      <a:gd name="connsiteY1" fmla="*/ 54864 h 109728"/>
                      <a:gd name="connsiteX2" fmla="*/ 54864 w 109727"/>
                      <a:gd name="connsiteY2" fmla="*/ 0 h 109728"/>
                      <a:gd name="connsiteX3" fmla="*/ 109728 w 109727"/>
                      <a:gd name="connsiteY3" fmla="*/ 54864 h 109728"/>
                      <a:gd name="connsiteX4" fmla="*/ 54864 w 109727"/>
                      <a:gd name="connsiteY4" fmla="*/ 109728 h 109728"/>
                      <a:gd name="connsiteX5" fmla="*/ 54864 w 109727"/>
                      <a:gd name="connsiteY5" fmla="*/ 38100 h 109728"/>
                      <a:gd name="connsiteX6" fmla="*/ 38100 w 109727"/>
                      <a:gd name="connsiteY6" fmla="*/ 54864 h 109728"/>
                      <a:gd name="connsiteX7" fmla="*/ 54864 w 109727"/>
                      <a:gd name="connsiteY7" fmla="*/ 71628 h 109728"/>
                      <a:gd name="connsiteX8" fmla="*/ 71628 w 109727"/>
                      <a:gd name="connsiteY8" fmla="*/ 54864 h 109728"/>
                      <a:gd name="connsiteX9" fmla="*/ 54864 w 109727"/>
                      <a:gd name="connsiteY9" fmla="*/ 38100 h 1097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9727" h="109728">
                        <a:moveTo>
                          <a:pt x="54864" y="109728"/>
                        </a:moveTo>
                        <a:cubicBezTo>
                          <a:pt x="24670" y="109728"/>
                          <a:pt x="0" y="85154"/>
                          <a:pt x="0" y="54864"/>
                        </a:cubicBezTo>
                        <a:cubicBezTo>
                          <a:pt x="0" y="24575"/>
                          <a:pt x="24575" y="0"/>
                          <a:pt x="54864" y="0"/>
                        </a:cubicBezTo>
                        <a:cubicBezTo>
                          <a:pt x="85154" y="0"/>
                          <a:pt x="109728" y="24575"/>
                          <a:pt x="109728" y="54864"/>
                        </a:cubicBezTo>
                        <a:cubicBezTo>
                          <a:pt x="109728" y="85154"/>
                          <a:pt x="85154" y="109728"/>
                          <a:pt x="54864" y="109728"/>
                        </a:cubicBezTo>
                        <a:close/>
                        <a:moveTo>
                          <a:pt x="54864" y="38100"/>
                        </a:moveTo>
                        <a:cubicBezTo>
                          <a:pt x="45625" y="38100"/>
                          <a:pt x="38100" y="45625"/>
                          <a:pt x="38100" y="54864"/>
                        </a:cubicBezTo>
                        <a:cubicBezTo>
                          <a:pt x="38100" y="64103"/>
                          <a:pt x="45625" y="71628"/>
                          <a:pt x="54864" y="71628"/>
                        </a:cubicBezTo>
                        <a:cubicBezTo>
                          <a:pt x="64103" y="71628"/>
                          <a:pt x="71628" y="64103"/>
                          <a:pt x="71628" y="54864"/>
                        </a:cubicBezTo>
                        <a:cubicBezTo>
                          <a:pt x="71628" y="45625"/>
                          <a:pt x="64103" y="38100"/>
                          <a:pt x="54864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448" name="Freeform: Shape 447">
                    <a:extLst>
                      <a:ext uri="{FF2B5EF4-FFF2-40B4-BE49-F238E27FC236}">
                        <a16:creationId xmlns:a16="http://schemas.microsoft.com/office/drawing/2014/main" id="{265FABA9-DB66-4B0A-BB0C-7E463565BB3E}"/>
                      </a:ext>
                    </a:extLst>
                  </p:cNvPr>
                  <p:cNvSpPr/>
                  <p:nvPr/>
                </p:nvSpPr>
                <p:spPr>
                  <a:xfrm>
                    <a:off x="5876353" y="3717035"/>
                    <a:ext cx="109728" cy="109728"/>
                  </a:xfrm>
                  <a:custGeom>
                    <a:avLst/>
                    <a:gdLst>
                      <a:gd name="connsiteX0" fmla="*/ 54864 w 109728"/>
                      <a:gd name="connsiteY0" fmla="*/ 109728 h 109728"/>
                      <a:gd name="connsiteX1" fmla="*/ 0 w 109728"/>
                      <a:gd name="connsiteY1" fmla="*/ 54864 h 109728"/>
                      <a:gd name="connsiteX2" fmla="*/ 54864 w 109728"/>
                      <a:gd name="connsiteY2" fmla="*/ 0 h 109728"/>
                      <a:gd name="connsiteX3" fmla="*/ 109728 w 109728"/>
                      <a:gd name="connsiteY3" fmla="*/ 54864 h 109728"/>
                      <a:gd name="connsiteX4" fmla="*/ 54864 w 109728"/>
                      <a:gd name="connsiteY4" fmla="*/ 109728 h 109728"/>
                      <a:gd name="connsiteX5" fmla="*/ 54864 w 109728"/>
                      <a:gd name="connsiteY5" fmla="*/ 38100 h 109728"/>
                      <a:gd name="connsiteX6" fmla="*/ 38100 w 109728"/>
                      <a:gd name="connsiteY6" fmla="*/ 54864 h 109728"/>
                      <a:gd name="connsiteX7" fmla="*/ 54864 w 109728"/>
                      <a:gd name="connsiteY7" fmla="*/ 71628 h 109728"/>
                      <a:gd name="connsiteX8" fmla="*/ 71628 w 109728"/>
                      <a:gd name="connsiteY8" fmla="*/ 54864 h 109728"/>
                      <a:gd name="connsiteX9" fmla="*/ 54864 w 109728"/>
                      <a:gd name="connsiteY9" fmla="*/ 38100 h 1097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9728" h="109728">
                        <a:moveTo>
                          <a:pt x="54864" y="109728"/>
                        </a:moveTo>
                        <a:cubicBezTo>
                          <a:pt x="24575" y="109728"/>
                          <a:pt x="0" y="85154"/>
                          <a:pt x="0" y="54864"/>
                        </a:cubicBezTo>
                        <a:cubicBezTo>
                          <a:pt x="0" y="24575"/>
                          <a:pt x="24575" y="0"/>
                          <a:pt x="54864" y="0"/>
                        </a:cubicBezTo>
                        <a:cubicBezTo>
                          <a:pt x="85154" y="0"/>
                          <a:pt x="109728" y="24575"/>
                          <a:pt x="109728" y="54864"/>
                        </a:cubicBezTo>
                        <a:cubicBezTo>
                          <a:pt x="109728" y="85154"/>
                          <a:pt x="85058" y="109728"/>
                          <a:pt x="54864" y="109728"/>
                        </a:cubicBezTo>
                        <a:close/>
                        <a:moveTo>
                          <a:pt x="54864" y="38100"/>
                        </a:moveTo>
                        <a:cubicBezTo>
                          <a:pt x="45625" y="38100"/>
                          <a:pt x="38100" y="45625"/>
                          <a:pt x="38100" y="54864"/>
                        </a:cubicBezTo>
                        <a:cubicBezTo>
                          <a:pt x="38100" y="64103"/>
                          <a:pt x="45625" y="71628"/>
                          <a:pt x="54864" y="71628"/>
                        </a:cubicBezTo>
                        <a:cubicBezTo>
                          <a:pt x="64103" y="71628"/>
                          <a:pt x="71628" y="64103"/>
                          <a:pt x="71628" y="54864"/>
                        </a:cubicBezTo>
                        <a:cubicBezTo>
                          <a:pt x="71533" y="45625"/>
                          <a:pt x="64008" y="38100"/>
                          <a:pt x="54864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449" name="Freeform: Shape 448">
                    <a:extLst>
                      <a:ext uri="{FF2B5EF4-FFF2-40B4-BE49-F238E27FC236}">
                        <a16:creationId xmlns:a16="http://schemas.microsoft.com/office/drawing/2014/main" id="{E25226BF-8546-41F5-81AF-42021BCBE9C0}"/>
                      </a:ext>
                    </a:extLst>
                  </p:cNvPr>
                  <p:cNvSpPr/>
                  <p:nvPr/>
                </p:nvSpPr>
                <p:spPr>
                  <a:xfrm>
                    <a:off x="6270021" y="3609689"/>
                    <a:ext cx="324421" cy="324421"/>
                  </a:xfrm>
                  <a:custGeom>
                    <a:avLst/>
                    <a:gdLst>
                      <a:gd name="connsiteX0" fmla="*/ 162211 w 324421"/>
                      <a:gd name="connsiteY0" fmla="*/ 324421 h 324421"/>
                      <a:gd name="connsiteX1" fmla="*/ 0 w 324421"/>
                      <a:gd name="connsiteY1" fmla="*/ 162211 h 324421"/>
                      <a:gd name="connsiteX2" fmla="*/ 162211 w 324421"/>
                      <a:gd name="connsiteY2" fmla="*/ 0 h 324421"/>
                      <a:gd name="connsiteX3" fmla="*/ 324422 w 324421"/>
                      <a:gd name="connsiteY3" fmla="*/ 162211 h 324421"/>
                      <a:gd name="connsiteX4" fmla="*/ 162211 w 324421"/>
                      <a:gd name="connsiteY4" fmla="*/ 324421 h 324421"/>
                      <a:gd name="connsiteX5" fmla="*/ 162211 w 324421"/>
                      <a:gd name="connsiteY5" fmla="*/ 38100 h 324421"/>
                      <a:gd name="connsiteX6" fmla="*/ 38100 w 324421"/>
                      <a:gd name="connsiteY6" fmla="*/ 162211 h 324421"/>
                      <a:gd name="connsiteX7" fmla="*/ 162211 w 324421"/>
                      <a:gd name="connsiteY7" fmla="*/ 286321 h 324421"/>
                      <a:gd name="connsiteX8" fmla="*/ 286322 w 324421"/>
                      <a:gd name="connsiteY8" fmla="*/ 162211 h 324421"/>
                      <a:gd name="connsiteX9" fmla="*/ 162211 w 324421"/>
                      <a:gd name="connsiteY9" fmla="*/ 38100 h 324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24421" h="324421">
                        <a:moveTo>
                          <a:pt x="162211" y="324421"/>
                        </a:moveTo>
                        <a:cubicBezTo>
                          <a:pt x="72771" y="324421"/>
                          <a:pt x="0" y="251650"/>
                          <a:pt x="0" y="162211"/>
                        </a:cubicBezTo>
                        <a:cubicBezTo>
                          <a:pt x="0" y="72771"/>
                          <a:pt x="72771" y="0"/>
                          <a:pt x="162211" y="0"/>
                        </a:cubicBezTo>
                        <a:cubicBezTo>
                          <a:pt x="251651" y="0"/>
                          <a:pt x="324422" y="72771"/>
                          <a:pt x="324422" y="162211"/>
                        </a:cubicBezTo>
                        <a:cubicBezTo>
                          <a:pt x="324422" y="251650"/>
                          <a:pt x="251651" y="324421"/>
                          <a:pt x="162211" y="324421"/>
                        </a:cubicBezTo>
                        <a:close/>
                        <a:moveTo>
                          <a:pt x="162211" y="38100"/>
                        </a:moveTo>
                        <a:cubicBezTo>
                          <a:pt x="93821" y="38100"/>
                          <a:pt x="38100" y="93821"/>
                          <a:pt x="38100" y="162211"/>
                        </a:cubicBezTo>
                        <a:cubicBezTo>
                          <a:pt x="38100" y="230696"/>
                          <a:pt x="93821" y="286321"/>
                          <a:pt x="162211" y="286321"/>
                        </a:cubicBezTo>
                        <a:cubicBezTo>
                          <a:pt x="230600" y="286321"/>
                          <a:pt x="286322" y="230600"/>
                          <a:pt x="286322" y="162211"/>
                        </a:cubicBezTo>
                        <a:cubicBezTo>
                          <a:pt x="286322" y="93726"/>
                          <a:pt x="230696" y="38100"/>
                          <a:pt x="162211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450" name="Freeform: Shape 449">
                    <a:extLst>
                      <a:ext uri="{FF2B5EF4-FFF2-40B4-BE49-F238E27FC236}">
                        <a16:creationId xmlns:a16="http://schemas.microsoft.com/office/drawing/2014/main" id="{22298043-4979-4E62-971E-7A97C7CE09B9}"/>
                      </a:ext>
                    </a:extLst>
                  </p:cNvPr>
                  <p:cNvSpPr/>
                  <p:nvPr/>
                </p:nvSpPr>
                <p:spPr>
                  <a:xfrm>
                    <a:off x="5769006" y="3609689"/>
                    <a:ext cx="324421" cy="324421"/>
                  </a:xfrm>
                  <a:custGeom>
                    <a:avLst/>
                    <a:gdLst>
                      <a:gd name="connsiteX0" fmla="*/ 162211 w 324421"/>
                      <a:gd name="connsiteY0" fmla="*/ 324421 h 324421"/>
                      <a:gd name="connsiteX1" fmla="*/ 0 w 324421"/>
                      <a:gd name="connsiteY1" fmla="*/ 162211 h 324421"/>
                      <a:gd name="connsiteX2" fmla="*/ 162211 w 324421"/>
                      <a:gd name="connsiteY2" fmla="*/ 0 h 324421"/>
                      <a:gd name="connsiteX3" fmla="*/ 324422 w 324421"/>
                      <a:gd name="connsiteY3" fmla="*/ 162211 h 324421"/>
                      <a:gd name="connsiteX4" fmla="*/ 162211 w 324421"/>
                      <a:gd name="connsiteY4" fmla="*/ 324421 h 324421"/>
                      <a:gd name="connsiteX5" fmla="*/ 162211 w 324421"/>
                      <a:gd name="connsiteY5" fmla="*/ 38100 h 324421"/>
                      <a:gd name="connsiteX6" fmla="*/ 38100 w 324421"/>
                      <a:gd name="connsiteY6" fmla="*/ 162211 h 324421"/>
                      <a:gd name="connsiteX7" fmla="*/ 162211 w 324421"/>
                      <a:gd name="connsiteY7" fmla="*/ 286321 h 324421"/>
                      <a:gd name="connsiteX8" fmla="*/ 286322 w 324421"/>
                      <a:gd name="connsiteY8" fmla="*/ 162211 h 324421"/>
                      <a:gd name="connsiteX9" fmla="*/ 162211 w 324421"/>
                      <a:gd name="connsiteY9" fmla="*/ 38100 h 324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24421" h="324421">
                        <a:moveTo>
                          <a:pt x="162211" y="324421"/>
                        </a:moveTo>
                        <a:cubicBezTo>
                          <a:pt x="72771" y="324421"/>
                          <a:pt x="0" y="251650"/>
                          <a:pt x="0" y="162211"/>
                        </a:cubicBezTo>
                        <a:cubicBezTo>
                          <a:pt x="0" y="72771"/>
                          <a:pt x="72676" y="0"/>
                          <a:pt x="162211" y="0"/>
                        </a:cubicBezTo>
                        <a:cubicBezTo>
                          <a:pt x="251650" y="0"/>
                          <a:pt x="324422" y="72771"/>
                          <a:pt x="324422" y="162211"/>
                        </a:cubicBezTo>
                        <a:cubicBezTo>
                          <a:pt x="324422" y="251650"/>
                          <a:pt x="251650" y="324421"/>
                          <a:pt x="162211" y="324421"/>
                        </a:cubicBezTo>
                        <a:close/>
                        <a:moveTo>
                          <a:pt x="162211" y="38100"/>
                        </a:moveTo>
                        <a:cubicBezTo>
                          <a:pt x="93726" y="38100"/>
                          <a:pt x="38100" y="93821"/>
                          <a:pt x="38100" y="162211"/>
                        </a:cubicBezTo>
                        <a:cubicBezTo>
                          <a:pt x="38100" y="230696"/>
                          <a:pt x="93821" y="286321"/>
                          <a:pt x="162211" y="286321"/>
                        </a:cubicBezTo>
                        <a:cubicBezTo>
                          <a:pt x="230696" y="286321"/>
                          <a:pt x="286322" y="230600"/>
                          <a:pt x="286322" y="162211"/>
                        </a:cubicBezTo>
                        <a:cubicBezTo>
                          <a:pt x="286322" y="93726"/>
                          <a:pt x="230600" y="38100"/>
                          <a:pt x="162211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</p:grpSp>
          </p:grpSp>
        </p:grpSp>
        <p:grpSp>
          <p:nvGrpSpPr>
            <p:cNvPr id="423" name="Group 422">
              <a:extLst>
                <a:ext uri="{FF2B5EF4-FFF2-40B4-BE49-F238E27FC236}">
                  <a16:creationId xmlns:a16="http://schemas.microsoft.com/office/drawing/2014/main" id="{9541CAB4-64E7-47E9-B667-46A2953C347D}"/>
                </a:ext>
              </a:extLst>
            </p:cNvPr>
            <p:cNvGrpSpPr/>
            <p:nvPr/>
          </p:nvGrpSpPr>
          <p:grpSpPr>
            <a:xfrm>
              <a:off x="8502654" y="5007217"/>
              <a:ext cx="263476" cy="225927"/>
              <a:chOff x="9230360" y="2173322"/>
              <a:chExt cx="263476" cy="225927"/>
            </a:xfrm>
          </p:grpSpPr>
          <p:sp>
            <p:nvSpPr>
              <p:cNvPr id="432" name="Freeform 125">
                <a:extLst>
                  <a:ext uri="{FF2B5EF4-FFF2-40B4-BE49-F238E27FC236}">
                    <a16:creationId xmlns:a16="http://schemas.microsoft.com/office/drawing/2014/main" id="{FBE4E6CE-D5FD-499E-BA65-F4405FE0C1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9818" y="2212780"/>
                <a:ext cx="183288" cy="186469"/>
              </a:xfrm>
              <a:custGeom>
                <a:avLst/>
                <a:gdLst>
                  <a:gd name="T0" fmla="*/ 288 w 288"/>
                  <a:gd name="T1" fmla="*/ 129 h 293"/>
                  <a:gd name="T2" fmla="*/ 145 w 288"/>
                  <a:gd name="T3" fmla="*/ 0 h 293"/>
                  <a:gd name="T4" fmla="*/ 145 w 288"/>
                  <a:gd name="T5" fmla="*/ 0 h 293"/>
                  <a:gd name="T6" fmla="*/ 145 w 288"/>
                  <a:gd name="T7" fmla="*/ 0 h 293"/>
                  <a:gd name="T8" fmla="*/ 145 w 288"/>
                  <a:gd name="T9" fmla="*/ 0 h 293"/>
                  <a:gd name="T10" fmla="*/ 0 w 288"/>
                  <a:gd name="T11" fmla="*/ 129 h 293"/>
                  <a:gd name="T12" fmla="*/ 0 w 288"/>
                  <a:gd name="T13" fmla="*/ 293 h 293"/>
                  <a:gd name="T14" fmla="*/ 107 w 288"/>
                  <a:gd name="T15" fmla="*/ 293 h 293"/>
                  <a:gd name="T16" fmla="*/ 107 w 288"/>
                  <a:gd name="T17" fmla="*/ 198 h 293"/>
                  <a:gd name="T18" fmla="*/ 180 w 288"/>
                  <a:gd name="T19" fmla="*/ 198 h 293"/>
                  <a:gd name="T20" fmla="*/ 180 w 288"/>
                  <a:gd name="T21" fmla="*/ 293 h 293"/>
                  <a:gd name="T22" fmla="*/ 288 w 288"/>
                  <a:gd name="T23" fmla="*/ 293 h 293"/>
                  <a:gd name="T24" fmla="*/ 288 w 288"/>
                  <a:gd name="T25" fmla="*/ 129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8" h="293">
                    <a:moveTo>
                      <a:pt x="288" y="129"/>
                    </a:move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0" y="129"/>
                    </a:lnTo>
                    <a:lnTo>
                      <a:pt x="0" y="293"/>
                    </a:lnTo>
                    <a:lnTo>
                      <a:pt x="107" y="293"/>
                    </a:lnTo>
                    <a:lnTo>
                      <a:pt x="107" y="198"/>
                    </a:lnTo>
                    <a:lnTo>
                      <a:pt x="180" y="198"/>
                    </a:lnTo>
                    <a:lnTo>
                      <a:pt x="180" y="293"/>
                    </a:lnTo>
                    <a:lnTo>
                      <a:pt x="288" y="293"/>
                    </a:lnTo>
                    <a:lnTo>
                      <a:pt x="288" y="129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433" name="Freeform 126">
                <a:extLst>
                  <a:ext uri="{FF2B5EF4-FFF2-40B4-BE49-F238E27FC236}">
                    <a16:creationId xmlns:a16="http://schemas.microsoft.com/office/drawing/2014/main" id="{714C6A95-E343-4E1E-ABC6-5B28384E3A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0360" y="2173322"/>
                <a:ext cx="263476" cy="114554"/>
              </a:xfrm>
              <a:custGeom>
                <a:avLst/>
                <a:gdLst>
                  <a:gd name="T0" fmla="*/ 414 w 414"/>
                  <a:gd name="T1" fmla="*/ 180 h 180"/>
                  <a:gd name="T2" fmla="*/ 207 w 414"/>
                  <a:gd name="T3" fmla="*/ 0 h 180"/>
                  <a:gd name="T4" fmla="*/ 109 w 414"/>
                  <a:gd name="T5" fmla="*/ 84 h 180"/>
                  <a:gd name="T6" fmla="*/ 109 w 414"/>
                  <a:gd name="T7" fmla="*/ 30 h 180"/>
                  <a:gd name="T8" fmla="*/ 64 w 414"/>
                  <a:gd name="T9" fmla="*/ 30 h 180"/>
                  <a:gd name="T10" fmla="*/ 64 w 414"/>
                  <a:gd name="T11" fmla="*/ 123 h 180"/>
                  <a:gd name="T12" fmla="*/ 0 w 414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4" h="180">
                    <a:moveTo>
                      <a:pt x="414" y="180"/>
                    </a:moveTo>
                    <a:lnTo>
                      <a:pt x="207" y="0"/>
                    </a:lnTo>
                    <a:lnTo>
                      <a:pt x="109" y="84"/>
                    </a:lnTo>
                    <a:lnTo>
                      <a:pt x="109" y="30"/>
                    </a:lnTo>
                    <a:lnTo>
                      <a:pt x="64" y="30"/>
                    </a:lnTo>
                    <a:lnTo>
                      <a:pt x="64" y="123"/>
                    </a:lnTo>
                    <a:lnTo>
                      <a:pt x="0" y="180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</p:grpSp>
      </p:grpSp>
      <p:grpSp>
        <p:nvGrpSpPr>
          <p:cNvPr id="454" name="Group 453">
            <a:extLst>
              <a:ext uri="{FF2B5EF4-FFF2-40B4-BE49-F238E27FC236}">
                <a16:creationId xmlns:a16="http://schemas.microsoft.com/office/drawing/2014/main" id="{D5986645-B8BF-4475-B038-58E2624E197E}"/>
              </a:ext>
            </a:extLst>
          </p:cNvPr>
          <p:cNvGrpSpPr/>
          <p:nvPr/>
        </p:nvGrpSpPr>
        <p:grpSpPr>
          <a:xfrm>
            <a:off x="10544762" y="5815203"/>
            <a:ext cx="224088" cy="182987"/>
            <a:chOff x="9250054" y="6147809"/>
            <a:chExt cx="224088" cy="182987"/>
          </a:xfrm>
        </p:grpSpPr>
        <p:sp>
          <p:nvSpPr>
            <p:cNvPr id="455" name="Freeform 114">
              <a:extLst>
                <a:ext uri="{FF2B5EF4-FFF2-40B4-BE49-F238E27FC236}">
                  <a16:creationId xmlns:a16="http://schemas.microsoft.com/office/drawing/2014/main" id="{FFCCE040-9EDA-4192-A8E0-E9733AEB7D1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45990" y="6147809"/>
              <a:ext cx="28152" cy="25337"/>
            </a:xfrm>
            <a:custGeom>
              <a:avLst/>
              <a:gdLst>
                <a:gd name="T0" fmla="*/ 0 w 50"/>
                <a:gd name="T1" fmla="*/ 0 h 45"/>
                <a:gd name="T2" fmla="*/ 50 w 50"/>
                <a:gd name="T3" fmla="*/ 0 h 45"/>
                <a:gd name="T4" fmla="*/ 50 w 50"/>
                <a:gd name="T5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" h="45">
                  <a:moveTo>
                    <a:pt x="0" y="0"/>
                  </a:moveTo>
                  <a:lnTo>
                    <a:pt x="50" y="0"/>
                  </a:lnTo>
                  <a:lnTo>
                    <a:pt x="50" y="45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456" name="Freeform 115">
              <a:extLst>
                <a:ext uri="{FF2B5EF4-FFF2-40B4-BE49-F238E27FC236}">
                  <a16:creationId xmlns:a16="http://schemas.microsoft.com/office/drawing/2014/main" id="{E2A7A672-9C68-4AAD-8E14-81D55847B594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0054" y="6147809"/>
              <a:ext cx="224088" cy="182987"/>
            </a:xfrm>
            <a:custGeom>
              <a:avLst/>
              <a:gdLst>
                <a:gd name="T0" fmla="*/ 398 w 398"/>
                <a:gd name="T1" fmla="*/ 262 h 325"/>
                <a:gd name="T2" fmla="*/ 398 w 398"/>
                <a:gd name="T3" fmla="*/ 325 h 325"/>
                <a:gd name="T4" fmla="*/ 0 w 398"/>
                <a:gd name="T5" fmla="*/ 325 h 325"/>
                <a:gd name="T6" fmla="*/ 0 w 398"/>
                <a:gd name="T7" fmla="*/ 0 h 325"/>
                <a:gd name="T8" fmla="*/ 284 w 398"/>
                <a:gd name="T9" fmla="*/ 0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8" h="325">
                  <a:moveTo>
                    <a:pt x="398" y="262"/>
                  </a:moveTo>
                  <a:lnTo>
                    <a:pt x="398" y="325"/>
                  </a:lnTo>
                  <a:lnTo>
                    <a:pt x="0" y="325"/>
                  </a:lnTo>
                  <a:lnTo>
                    <a:pt x="0" y="0"/>
                  </a:lnTo>
                  <a:lnTo>
                    <a:pt x="284" y="0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457" name="Line 116">
              <a:extLst>
                <a:ext uri="{FF2B5EF4-FFF2-40B4-BE49-F238E27FC236}">
                  <a16:creationId xmlns:a16="http://schemas.microsoft.com/office/drawing/2014/main" id="{C7D43216-8BE2-435E-A5BF-38F2401AF4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51180" y="6239584"/>
              <a:ext cx="97405" cy="0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458" name="Line 117">
              <a:extLst>
                <a:ext uri="{FF2B5EF4-FFF2-40B4-BE49-F238E27FC236}">
                  <a16:creationId xmlns:a16="http://schemas.microsoft.com/office/drawing/2014/main" id="{DFC653AD-CBD8-43F9-881D-2287F5B6CF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48585" y="6211432"/>
              <a:ext cx="0" cy="56867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459" name="Line 118">
              <a:extLst>
                <a:ext uri="{FF2B5EF4-FFF2-40B4-BE49-F238E27FC236}">
                  <a16:creationId xmlns:a16="http://schemas.microsoft.com/office/drawing/2014/main" id="{CFEE3E8E-C2C6-4BBF-8B9B-89CF2D5C46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48585" y="6147809"/>
              <a:ext cx="0" cy="34345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460" name="Line 119">
              <a:extLst>
                <a:ext uri="{FF2B5EF4-FFF2-40B4-BE49-F238E27FC236}">
                  <a16:creationId xmlns:a16="http://schemas.microsoft.com/office/drawing/2014/main" id="{7D2AE11A-B925-41AB-8905-20B5514EC7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48585" y="6300392"/>
              <a:ext cx="0" cy="30404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DDB332DF-1EA1-4366-976B-44F669EF90C4}"/>
                </a:ext>
              </a:extLst>
            </p:cNvPr>
            <p:cNvCxnSpPr>
              <a:cxnSpLocks/>
              <a:stCxn id="455" idx="2"/>
              <a:endCxn id="456" idx="0"/>
            </p:cNvCxnSpPr>
            <p:nvPr/>
          </p:nvCxnSpPr>
          <p:spPr>
            <a:xfrm>
              <a:off x="9474142" y="6173146"/>
              <a:ext cx="0" cy="122179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</p:grpSp>
      <p:sp>
        <p:nvSpPr>
          <p:cNvPr id="261" name="Rectangle 17">
            <a:extLst>
              <a:ext uri="{FF2B5EF4-FFF2-40B4-BE49-F238E27FC236}">
                <a16:creationId xmlns:a16="http://schemas.microsoft.com/office/drawing/2014/main" id="{42AE4DE6-886C-44C8-875F-422DCDF3C50B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547688" y="3596644"/>
            <a:ext cx="2588281" cy="53652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vert="horz" lIns="72000" tIns="36576" rIns="36576" bIns="36576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1000" b="1" dirty="0">
                <a:solidFill>
                  <a:schemeClr val="bg1"/>
                </a:solidFill>
              </a:rPr>
              <a:t>Городское видеонаблюдение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6A66B328-EE10-4477-BC6F-E654281DE1CD}"/>
              </a:ext>
            </a:extLst>
          </p:cNvPr>
          <p:cNvSpPr txBox="1">
            <a:spLocks/>
          </p:cNvSpPr>
          <p:nvPr/>
        </p:nvSpPr>
        <p:spPr>
          <a:xfrm>
            <a:off x="547688" y="1373675"/>
            <a:ext cx="2082565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b="1" dirty="0"/>
              <a:t>Название решения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9C69A10F-4541-4F31-8430-B7E0BAA27C44}"/>
              </a:ext>
            </a:extLst>
          </p:cNvPr>
          <p:cNvSpPr txBox="1">
            <a:spLocks/>
          </p:cNvSpPr>
          <p:nvPr/>
        </p:nvSpPr>
        <p:spPr>
          <a:xfrm>
            <a:off x="3351682" y="1373675"/>
            <a:ext cx="5084597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b="1" dirty="0"/>
              <a:t>Описание решения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B3857131-3BA8-4232-9C08-583ED07F5B0A}"/>
              </a:ext>
            </a:extLst>
          </p:cNvPr>
          <p:cNvSpPr txBox="1">
            <a:spLocks/>
          </p:cNvSpPr>
          <p:nvPr/>
        </p:nvSpPr>
        <p:spPr>
          <a:xfrm>
            <a:off x="3351682" y="3596644"/>
            <a:ext cx="6507071" cy="3077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Централизованное облачное хранение видео с камер. Доступ к просмотру камер в режиме онлайн и архивной информации предоставлен городским службам и правоохранительным органам. Осуществляется мониторинг лиц, числящихся в розыске</a:t>
            </a: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0F27FF31-CF2C-47B9-93F3-3DB90750D17F}"/>
              </a:ext>
            </a:extLst>
          </p:cNvPr>
          <p:cNvGrpSpPr/>
          <p:nvPr/>
        </p:nvGrpSpPr>
        <p:grpSpPr>
          <a:xfrm>
            <a:off x="10298782" y="3661038"/>
            <a:ext cx="757222" cy="310571"/>
            <a:chOff x="8008908" y="4934076"/>
            <a:chExt cx="757222" cy="310571"/>
          </a:xfrm>
        </p:grpSpPr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F9D0916C-CDDE-4F69-912E-6865132E5999}"/>
                </a:ext>
              </a:extLst>
            </p:cNvPr>
            <p:cNvGrpSpPr/>
            <p:nvPr/>
          </p:nvGrpSpPr>
          <p:grpSpPr>
            <a:xfrm>
              <a:off x="8008908" y="4934076"/>
              <a:ext cx="419847" cy="310571"/>
              <a:chOff x="8609927" y="1562831"/>
              <a:chExt cx="419847" cy="310571"/>
            </a:xfrm>
          </p:grpSpPr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B1962620-1810-4CA0-A2C0-C8D215948B6E}"/>
                  </a:ext>
                </a:extLst>
              </p:cNvPr>
              <p:cNvSpPr/>
              <p:nvPr/>
            </p:nvSpPr>
            <p:spPr>
              <a:xfrm>
                <a:off x="8609927" y="1585836"/>
                <a:ext cx="149535" cy="149534"/>
              </a:xfrm>
              <a:custGeom>
                <a:avLst/>
                <a:gdLst>
                  <a:gd name="connsiteX0" fmla="*/ 247650 w 495300"/>
                  <a:gd name="connsiteY0" fmla="*/ 495300 h 495300"/>
                  <a:gd name="connsiteX1" fmla="*/ 0 w 495300"/>
                  <a:gd name="connsiteY1" fmla="*/ 247650 h 495300"/>
                  <a:gd name="connsiteX2" fmla="*/ 247650 w 495300"/>
                  <a:gd name="connsiteY2" fmla="*/ 0 h 495300"/>
                  <a:gd name="connsiteX3" fmla="*/ 495300 w 495300"/>
                  <a:gd name="connsiteY3" fmla="*/ 247650 h 495300"/>
                  <a:gd name="connsiteX4" fmla="*/ 247650 w 495300"/>
                  <a:gd name="connsiteY4" fmla="*/ 495300 h 495300"/>
                  <a:gd name="connsiteX5" fmla="*/ 247650 w 495300"/>
                  <a:gd name="connsiteY5" fmla="*/ 38100 h 495300"/>
                  <a:gd name="connsiteX6" fmla="*/ 38100 w 495300"/>
                  <a:gd name="connsiteY6" fmla="*/ 247650 h 495300"/>
                  <a:gd name="connsiteX7" fmla="*/ 247650 w 495300"/>
                  <a:gd name="connsiteY7" fmla="*/ 457200 h 495300"/>
                  <a:gd name="connsiteX8" fmla="*/ 457200 w 495300"/>
                  <a:gd name="connsiteY8" fmla="*/ 247650 h 495300"/>
                  <a:gd name="connsiteX9" fmla="*/ 247650 w 495300"/>
                  <a:gd name="connsiteY9" fmla="*/ 38100 h 495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5300" h="495300">
                    <a:moveTo>
                      <a:pt x="247650" y="495300"/>
                    </a:moveTo>
                    <a:cubicBezTo>
                      <a:pt x="111062" y="495300"/>
                      <a:pt x="0" y="384239"/>
                      <a:pt x="0" y="247650"/>
                    </a:cubicBezTo>
                    <a:cubicBezTo>
                      <a:pt x="0" y="111062"/>
                      <a:pt x="111062" y="0"/>
                      <a:pt x="247650" y="0"/>
                    </a:cubicBezTo>
                    <a:cubicBezTo>
                      <a:pt x="384239" y="0"/>
                      <a:pt x="495300" y="111062"/>
                      <a:pt x="495300" y="247650"/>
                    </a:cubicBezTo>
                    <a:cubicBezTo>
                      <a:pt x="495300" y="384239"/>
                      <a:pt x="384239" y="495300"/>
                      <a:pt x="247650" y="495300"/>
                    </a:cubicBezTo>
                    <a:close/>
                    <a:moveTo>
                      <a:pt x="247650" y="38100"/>
                    </a:moveTo>
                    <a:cubicBezTo>
                      <a:pt x="132112" y="38100"/>
                      <a:pt x="38100" y="132112"/>
                      <a:pt x="38100" y="247650"/>
                    </a:cubicBezTo>
                    <a:cubicBezTo>
                      <a:pt x="38100" y="363188"/>
                      <a:pt x="132112" y="457200"/>
                      <a:pt x="247650" y="457200"/>
                    </a:cubicBezTo>
                    <a:cubicBezTo>
                      <a:pt x="363188" y="457200"/>
                      <a:pt x="457200" y="363188"/>
                      <a:pt x="457200" y="247650"/>
                    </a:cubicBezTo>
                    <a:cubicBezTo>
                      <a:pt x="457200" y="132112"/>
                      <a:pt x="363188" y="38100"/>
                      <a:pt x="247650" y="381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24A06032-2720-4D26-AC64-F961BF46B1F2}"/>
                  </a:ext>
                </a:extLst>
              </p:cNvPr>
              <p:cNvSpPr/>
              <p:nvPr/>
            </p:nvSpPr>
            <p:spPr>
              <a:xfrm>
                <a:off x="8678943" y="1700863"/>
                <a:ext cx="11503" cy="172539"/>
              </a:xfrm>
              <a:custGeom>
                <a:avLst/>
                <a:gdLst>
                  <a:gd name="connsiteX0" fmla="*/ 19050 w 38100"/>
                  <a:gd name="connsiteY0" fmla="*/ 571500 h 571500"/>
                  <a:gd name="connsiteX1" fmla="*/ 0 w 38100"/>
                  <a:gd name="connsiteY1" fmla="*/ 552450 h 571500"/>
                  <a:gd name="connsiteX2" fmla="*/ 0 w 38100"/>
                  <a:gd name="connsiteY2" fmla="*/ 19050 h 571500"/>
                  <a:gd name="connsiteX3" fmla="*/ 19050 w 38100"/>
                  <a:gd name="connsiteY3" fmla="*/ 0 h 571500"/>
                  <a:gd name="connsiteX4" fmla="*/ 38100 w 38100"/>
                  <a:gd name="connsiteY4" fmla="*/ 19050 h 571500"/>
                  <a:gd name="connsiteX5" fmla="*/ 38100 w 38100"/>
                  <a:gd name="connsiteY5" fmla="*/ 552450 h 571500"/>
                  <a:gd name="connsiteX6" fmla="*/ 19050 w 38100"/>
                  <a:gd name="connsiteY6" fmla="*/ 571500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100" h="571500">
                    <a:moveTo>
                      <a:pt x="19050" y="571500"/>
                    </a:moveTo>
                    <a:cubicBezTo>
                      <a:pt x="8477" y="571500"/>
                      <a:pt x="0" y="563023"/>
                      <a:pt x="0" y="552450"/>
                    </a:cubicBezTo>
                    <a:lnTo>
                      <a:pt x="0" y="19050"/>
                    </a:lnTo>
                    <a:cubicBezTo>
                      <a:pt x="0" y="8477"/>
                      <a:pt x="8477" y="0"/>
                      <a:pt x="19050" y="0"/>
                    </a:cubicBezTo>
                    <a:cubicBezTo>
                      <a:pt x="29623" y="0"/>
                      <a:pt x="38100" y="8477"/>
                      <a:pt x="38100" y="19050"/>
                    </a:cubicBezTo>
                    <a:lnTo>
                      <a:pt x="38100" y="552450"/>
                    </a:lnTo>
                    <a:cubicBezTo>
                      <a:pt x="38100" y="563023"/>
                      <a:pt x="29623" y="571500"/>
                      <a:pt x="19050" y="5715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F6FDE6F7-4F13-41B2-B1D7-9C6890B36A1C}"/>
                  </a:ext>
                </a:extLst>
              </p:cNvPr>
              <p:cNvSpPr/>
              <p:nvPr/>
            </p:nvSpPr>
            <p:spPr>
              <a:xfrm>
                <a:off x="8655952" y="1677843"/>
                <a:ext cx="57513" cy="34522"/>
              </a:xfrm>
              <a:custGeom>
                <a:avLst/>
                <a:gdLst>
                  <a:gd name="connsiteX0" fmla="*/ 95202 w 190499"/>
                  <a:gd name="connsiteY0" fmla="*/ 114348 h 114347"/>
                  <a:gd name="connsiteX1" fmla="*/ 81772 w 190499"/>
                  <a:gd name="connsiteY1" fmla="*/ 108728 h 114347"/>
                  <a:gd name="connsiteX2" fmla="*/ 5572 w 190499"/>
                  <a:gd name="connsiteY2" fmla="*/ 32528 h 114347"/>
                  <a:gd name="connsiteX3" fmla="*/ 5572 w 190499"/>
                  <a:gd name="connsiteY3" fmla="*/ 5572 h 114347"/>
                  <a:gd name="connsiteX4" fmla="*/ 32528 w 190499"/>
                  <a:gd name="connsiteY4" fmla="*/ 5572 h 114347"/>
                  <a:gd name="connsiteX5" fmla="*/ 95202 w 190499"/>
                  <a:gd name="connsiteY5" fmla="*/ 68342 h 114347"/>
                  <a:gd name="connsiteX6" fmla="*/ 157972 w 190499"/>
                  <a:gd name="connsiteY6" fmla="*/ 5572 h 114347"/>
                  <a:gd name="connsiteX7" fmla="*/ 184928 w 190499"/>
                  <a:gd name="connsiteY7" fmla="*/ 5572 h 114347"/>
                  <a:gd name="connsiteX8" fmla="*/ 184928 w 190499"/>
                  <a:gd name="connsiteY8" fmla="*/ 32528 h 114347"/>
                  <a:gd name="connsiteX9" fmla="*/ 108728 w 190499"/>
                  <a:gd name="connsiteY9" fmla="*/ 108728 h 114347"/>
                  <a:gd name="connsiteX10" fmla="*/ 95202 w 190499"/>
                  <a:gd name="connsiteY10" fmla="*/ 114348 h 114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0499" h="114347">
                    <a:moveTo>
                      <a:pt x="95202" y="114348"/>
                    </a:moveTo>
                    <a:cubicBezTo>
                      <a:pt x="90345" y="114348"/>
                      <a:pt x="85487" y="112443"/>
                      <a:pt x="81772" y="108728"/>
                    </a:cubicBezTo>
                    <a:lnTo>
                      <a:pt x="5572" y="32528"/>
                    </a:lnTo>
                    <a:cubicBezTo>
                      <a:pt x="-1857" y="25098"/>
                      <a:pt x="-1857" y="13002"/>
                      <a:pt x="5572" y="5572"/>
                    </a:cubicBezTo>
                    <a:cubicBezTo>
                      <a:pt x="13002" y="-1857"/>
                      <a:pt x="25098" y="-1857"/>
                      <a:pt x="32528" y="5572"/>
                    </a:cubicBezTo>
                    <a:lnTo>
                      <a:pt x="95202" y="68342"/>
                    </a:lnTo>
                    <a:lnTo>
                      <a:pt x="157972" y="5572"/>
                    </a:lnTo>
                    <a:cubicBezTo>
                      <a:pt x="165402" y="-1857"/>
                      <a:pt x="177498" y="-1857"/>
                      <a:pt x="184928" y="5572"/>
                    </a:cubicBezTo>
                    <a:cubicBezTo>
                      <a:pt x="192357" y="13002"/>
                      <a:pt x="192357" y="25098"/>
                      <a:pt x="184928" y="32528"/>
                    </a:cubicBezTo>
                    <a:lnTo>
                      <a:pt x="108728" y="108728"/>
                    </a:lnTo>
                    <a:cubicBezTo>
                      <a:pt x="104918" y="112443"/>
                      <a:pt x="100060" y="114348"/>
                      <a:pt x="95202" y="114348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7806A281-BAAE-48CC-9335-38FAF288581E}"/>
                  </a:ext>
                </a:extLst>
              </p:cNvPr>
              <p:cNvSpPr/>
              <p:nvPr/>
            </p:nvSpPr>
            <p:spPr>
              <a:xfrm>
                <a:off x="8661689" y="1861899"/>
                <a:ext cx="368085" cy="11503"/>
              </a:xfrm>
              <a:custGeom>
                <a:avLst/>
                <a:gdLst>
                  <a:gd name="connsiteX0" fmla="*/ 0 w 1219200"/>
                  <a:gd name="connsiteY0" fmla="*/ 0 h 38100"/>
                  <a:gd name="connsiteX1" fmla="*/ 1219200 w 1219200"/>
                  <a:gd name="connsiteY1" fmla="*/ 0 h 38100"/>
                  <a:gd name="connsiteX2" fmla="*/ 1219200 w 1219200"/>
                  <a:gd name="connsiteY2" fmla="*/ 38100 h 38100"/>
                  <a:gd name="connsiteX3" fmla="*/ 0 w 121920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9200" h="38100">
                    <a:moveTo>
                      <a:pt x="0" y="0"/>
                    </a:moveTo>
                    <a:lnTo>
                      <a:pt x="1219200" y="0"/>
                    </a:lnTo>
                    <a:lnTo>
                      <a:pt x="12192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74AAF0BD-A506-4FF6-9F4F-387B74174FB3}"/>
                  </a:ext>
                </a:extLst>
              </p:cNvPr>
              <p:cNvSpPr/>
              <p:nvPr/>
            </p:nvSpPr>
            <p:spPr>
              <a:xfrm>
                <a:off x="8817003" y="1562831"/>
                <a:ext cx="57485" cy="34508"/>
              </a:xfrm>
              <a:custGeom>
                <a:avLst/>
                <a:gdLst>
                  <a:gd name="connsiteX0" fmla="*/ 95156 w 190405"/>
                  <a:gd name="connsiteY0" fmla="*/ 114300 h 114300"/>
                  <a:gd name="connsiteX1" fmla="*/ 76106 w 190405"/>
                  <a:gd name="connsiteY1" fmla="*/ 95536 h 114300"/>
                  <a:gd name="connsiteX2" fmla="*/ 76106 w 190405"/>
                  <a:gd name="connsiteY2" fmla="*/ 95536 h 114300"/>
                  <a:gd name="connsiteX3" fmla="*/ 76106 w 190405"/>
                  <a:gd name="connsiteY3" fmla="*/ 95536 h 114300"/>
                  <a:gd name="connsiteX4" fmla="*/ 76106 w 190405"/>
                  <a:gd name="connsiteY4" fmla="*/ 95536 h 114300"/>
                  <a:gd name="connsiteX5" fmla="*/ 76106 w 190405"/>
                  <a:gd name="connsiteY5" fmla="*/ 95441 h 114300"/>
                  <a:gd name="connsiteX6" fmla="*/ 76106 w 190405"/>
                  <a:gd name="connsiteY6" fmla="*/ 95345 h 114300"/>
                  <a:gd name="connsiteX7" fmla="*/ 76106 w 190405"/>
                  <a:gd name="connsiteY7" fmla="*/ 95345 h 114300"/>
                  <a:gd name="connsiteX8" fmla="*/ 76106 w 190405"/>
                  <a:gd name="connsiteY8" fmla="*/ 95250 h 114300"/>
                  <a:gd name="connsiteX9" fmla="*/ 18860 w 190405"/>
                  <a:gd name="connsiteY9" fmla="*/ 38100 h 114300"/>
                  <a:gd name="connsiteX10" fmla="*/ 1 w 190405"/>
                  <a:gd name="connsiteY10" fmla="*/ 18955 h 114300"/>
                  <a:gd name="connsiteX11" fmla="*/ 18956 w 190405"/>
                  <a:gd name="connsiteY11" fmla="*/ 0 h 114300"/>
                  <a:gd name="connsiteX12" fmla="*/ 95441 w 190405"/>
                  <a:gd name="connsiteY12" fmla="*/ 35243 h 114300"/>
                  <a:gd name="connsiteX13" fmla="*/ 171356 w 190405"/>
                  <a:gd name="connsiteY13" fmla="*/ 0 h 114300"/>
                  <a:gd name="connsiteX14" fmla="*/ 190406 w 190405"/>
                  <a:gd name="connsiteY14" fmla="*/ 19050 h 114300"/>
                  <a:gd name="connsiteX15" fmla="*/ 171356 w 190405"/>
                  <a:gd name="connsiteY15" fmla="*/ 38100 h 114300"/>
                  <a:gd name="connsiteX16" fmla="*/ 114206 w 190405"/>
                  <a:gd name="connsiteY16" fmla="*/ 95345 h 114300"/>
                  <a:gd name="connsiteX17" fmla="*/ 95156 w 190405"/>
                  <a:gd name="connsiteY17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0405" h="114300">
                    <a:moveTo>
                      <a:pt x="95156" y="114300"/>
                    </a:moveTo>
                    <a:cubicBezTo>
                      <a:pt x="84678" y="114300"/>
                      <a:pt x="76296" y="105918"/>
                      <a:pt x="76106" y="95536"/>
                    </a:cubicBezTo>
                    <a:cubicBezTo>
                      <a:pt x="76106" y="95536"/>
                      <a:pt x="76106" y="95536"/>
                      <a:pt x="76106" y="95536"/>
                    </a:cubicBezTo>
                    <a:lnTo>
                      <a:pt x="76106" y="95536"/>
                    </a:lnTo>
                    <a:lnTo>
                      <a:pt x="76106" y="95536"/>
                    </a:lnTo>
                    <a:cubicBezTo>
                      <a:pt x="76106" y="95536"/>
                      <a:pt x="76106" y="95441"/>
                      <a:pt x="76106" y="95441"/>
                    </a:cubicBezTo>
                    <a:cubicBezTo>
                      <a:pt x="76106" y="95441"/>
                      <a:pt x="76106" y="95441"/>
                      <a:pt x="76106" y="95345"/>
                    </a:cubicBezTo>
                    <a:lnTo>
                      <a:pt x="76106" y="95345"/>
                    </a:lnTo>
                    <a:cubicBezTo>
                      <a:pt x="76106" y="95345"/>
                      <a:pt x="76106" y="95345"/>
                      <a:pt x="76106" y="95250"/>
                    </a:cubicBezTo>
                    <a:cubicBezTo>
                      <a:pt x="76106" y="41434"/>
                      <a:pt x="28385" y="38195"/>
                      <a:pt x="18860" y="38100"/>
                    </a:cubicBezTo>
                    <a:cubicBezTo>
                      <a:pt x="8383" y="38005"/>
                      <a:pt x="-94" y="29432"/>
                      <a:pt x="1" y="18955"/>
                    </a:cubicBezTo>
                    <a:cubicBezTo>
                      <a:pt x="1" y="8477"/>
                      <a:pt x="8478" y="0"/>
                      <a:pt x="18956" y="0"/>
                    </a:cubicBezTo>
                    <a:cubicBezTo>
                      <a:pt x="40482" y="0"/>
                      <a:pt x="74391" y="8477"/>
                      <a:pt x="95441" y="35243"/>
                    </a:cubicBezTo>
                    <a:cubicBezTo>
                      <a:pt x="109824" y="15621"/>
                      <a:pt x="133637" y="0"/>
                      <a:pt x="171356" y="0"/>
                    </a:cubicBezTo>
                    <a:cubicBezTo>
                      <a:pt x="181928" y="0"/>
                      <a:pt x="190406" y="8573"/>
                      <a:pt x="190406" y="19050"/>
                    </a:cubicBezTo>
                    <a:cubicBezTo>
                      <a:pt x="190406" y="29528"/>
                      <a:pt x="181928" y="38100"/>
                      <a:pt x="171356" y="38100"/>
                    </a:cubicBezTo>
                    <a:cubicBezTo>
                      <a:pt x="117635" y="38100"/>
                      <a:pt x="114301" y="85725"/>
                      <a:pt x="114206" y="95345"/>
                    </a:cubicBezTo>
                    <a:cubicBezTo>
                      <a:pt x="114110" y="105823"/>
                      <a:pt x="105633" y="114300"/>
                      <a:pt x="95156" y="114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6D60524E-D396-41A5-B3FB-F9E0A1E9A99E}"/>
                  </a:ext>
                </a:extLst>
              </p:cNvPr>
              <p:cNvSpPr/>
              <p:nvPr/>
            </p:nvSpPr>
            <p:spPr>
              <a:xfrm>
                <a:off x="8863014" y="1585836"/>
                <a:ext cx="57485" cy="34508"/>
              </a:xfrm>
              <a:custGeom>
                <a:avLst/>
                <a:gdLst>
                  <a:gd name="connsiteX0" fmla="*/ 95156 w 190405"/>
                  <a:gd name="connsiteY0" fmla="*/ 114300 h 114300"/>
                  <a:gd name="connsiteX1" fmla="*/ 76106 w 190405"/>
                  <a:gd name="connsiteY1" fmla="*/ 95536 h 114300"/>
                  <a:gd name="connsiteX2" fmla="*/ 76106 w 190405"/>
                  <a:gd name="connsiteY2" fmla="*/ 95536 h 114300"/>
                  <a:gd name="connsiteX3" fmla="*/ 76106 w 190405"/>
                  <a:gd name="connsiteY3" fmla="*/ 95536 h 114300"/>
                  <a:gd name="connsiteX4" fmla="*/ 76106 w 190405"/>
                  <a:gd name="connsiteY4" fmla="*/ 95536 h 114300"/>
                  <a:gd name="connsiteX5" fmla="*/ 76106 w 190405"/>
                  <a:gd name="connsiteY5" fmla="*/ 95441 h 114300"/>
                  <a:gd name="connsiteX6" fmla="*/ 76106 w 190405"/>
                  <a:gd name="connsiteY6" fmla="*/ 95345 h 114300"/>
                  <a:gd name="connsiteX7" fmla="*/ 76106 w 190405"/>
                  <a:gd name="connsiteY7" fmla="*/ 95345 h 114300"/>
                  <a:gd name="connsiteX8" fmla="*/ 76106 w 190405"/>
                  <a:gd name="connsiteY8" fmla="*/ 95250 h 114300"/>
                  <a:gd name="connsiteX9" fmla="*/ 18860 w 190405"/>
                  <a:gd name="connsiteY9" fmla="*/ 38100 h 114300"/>
                  <a:gd name="connsiteX10" fmla="*/ 1 w 190405"/>
                  <a:gd name="connsiteY10" fmla="*/ 18955 h 114300"/>
                  <a:gd name="connsiteX11" fmla="*/ 18956 w 190405"/>
                  <a:gd name="connsiteY11" fmla="*/ 0 h 114300"/>
                  <a:gd name="connsiteX12" fmla="*/ 95441 w 190405"/>
                  <a:gd name="connsiteY12" fmla="*/ 35243 h 114300"/>
                  <a:gd name="connsiteX13" fmla="*/ 171356 w 190405"/>
                  <a:gd name="connsiteY13" fmla="*/ 0 h 114300"/>
                  <a:gd name="connsiteX14" fmla="*/ 190406 w 190405"/>
                  <a:gd name="connsiteY14" fmla="*/ 19050 h 114300"/>
                  <a:gd name="connsiteX15" fmla="*/ 171356 w 190405"/>
                  <a:gd name="connsiteY15" fmla="*/ 38100 h 114300"/>
                  <a:gd name="connsiteX16" fmla="*/ 114206 w 190405"/>
                  <a:gd name="connsiteY16" fmla="*/ 95345 h 114300"/>
                  <a:gd name="connsiteX17" fmla="*/ 95156 w 190405"/>
                  <a:gd name="connsiteY17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0405" h="114300">
                    <a:moveTo>
                      <a:pt x="95156" y="114300"/>
                    </a:moveTo>
                    <a:cubicBezTo>
                      <a:pt x="84678" y="114300"/>
                      <a:pt x="76296" y="105918"/>
                      <a:pt x="76106" y="95536"/>
                    </a:cubicBezTo>
                    <a:cubicBezTo>
                      <a:pt x="76106" y="95536"/>
                      <a:pt x="76106" y="95536"/>
                      <a:pt x="76106" y="95536"/>
                    </a:cubicBezTo>
                    <a:lnTo>
                      <a:pt x="76106" y="95536"/>
                    </a:lnTo>
                    <a:lnTo>
                      <a:pt x="76106" y="95536"/>
                    </a:lnTo>
                    <a:cubicBezTo>
                      <a:pt x="76106" y="95536"/>
                      <a:pt x="76106" y="95441"/>
                      <a:pt x="76106" y="95441"/>
                    </a:cubicBezTo>
                    <a:cubicBezTo>
                      <a:pt x="76106" y="95441"/>
                      <a:pt x="76106" y="95441"/>
                      <a:pt x="76106" y="95345"/>
                    </a:cubicBezTo>
                    <a:lnTo>
                      <a:pt x="76106" y="95345"/>
                    </a:lnTo>
                    <a:cubicBezTo>
                      <a:pt x="76106" y="95345"/>
                      <a:pt x="76106" y="95345"/>
                      <a:pt x="76106" y="95250"/>
                    </a:cubicBezTo>
                    <a:cubicBezTo>
                      <a:pt x="76106" y="41434"/>
                      <a:pt x="28385" y="38195"/>
                      <a:pt x="18860" y="38100"/>
                    </a:cubicBezTo>
                    <a:cubicBezTo>
                      <a:pt x="8383" y="38005"/>
                      <a:pt x="-94" y="29432"/>
                      <a:pt x="1" y="18955"/>
                    </a:cubicBezTo>
                    <a:cubicBezTo>
                      <a:pt x="1" y="8477"/>
                      <a:pt x="8478" y="0"/>
                      <a:pt x="18956" y="0"/>
                    </a:cubicBezTo>
                    <a:cubicBezTo>
                      <a:pt x="40482" y="0"/>
                      <a:pt x="74391" y="8477"/>
                      <a:pt x="95441" y="35243"/>
                    </a:cubicBezTo>
                    <a:cubicBezTo>
                      <a:pt x="109824" y="15621"/>
                      <a:pt x="133637" y="0"/>
                      <a:pt x="171356" y="0"/>
                    </a:cubicBezTo>
                    <a:cubicBezTo>
                      <a:pt x="181928" y="0"/>
                      <a:pt x="190406" y="8572"/>
                      <a:pt x="190406" y="19050"/>
                    </a:cubicBezTo>
                    <a:cubicBezTo>
                      <a:pt x="190406" y="29528"/>
                      <a:pt x="181928" y="38100"/>
                      <a:pt x="171356" y="38100"/>
                    </a:cubicBezTo>
                    <a:cubicBezTo>
                      <a:pt x="117635" y="38100"/>
                      <a:pt x="114301" y="85725"/>
                      <a:pt x="114206" y="95345"/>
                    </a:cubicBezTo>
                    <a:cubicBezTo>
                      <a:pt x="114110" y="105823"/>
                      <a:pt x="105633" y="114300"/>
                      <a:pt x="95156" y="114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2414D08E-690E-4619-8700-88E59380F632}"/>
                  </a:ext>
                </a:extLst>
              </p:cNvPr>
              <p:cNvSpPr/>
              <p:nvPr/>
            </p:nvSpPr>
            <p:spPr>
              <a:xfrm>
                <a:off x="8793998" y="1608842"/>
                <a:ext cx="57485" cy="34508"/>
              </a:xfrm>
              <a:custGeom>
                <a:avLst/>
                <a:gdLst>
                  <a:gd name="connsiteX0" fmla="*/ 95156 w 190405"/>
                  <a:gd name="connsiteY0" fmla="*/ 114300 h 114300"/>
                  <a:gd name="connsiteX1" fmla="*/ 76106 w 190405"/>
                  <a:gd name="connsiteY1" fmla="*/ 95536 h 114300"/>
                  <a:gd name="connsiteX2" fmla="*/ 76106 w 190405"/>
                  <a:gd name="connsiteY2" fmla="*/ 95536 h 114300"/>
                  <a:gd name="connsiteX3" fmla="*/ 76106 w 190405"/>
                  <a:gd name="connsiteY3" fmla="*/ 95536 h 114300"/>
                  <a:gd name="connsiteX4" fmla="*/ 76106 w 190405"/>
                  <a:gd name="connsiteY4" fmla="*/ 95536 h 114300"/>
                  <a:gd name="connsiteX5" fmla="*/ 76106 w 190405"/>
                  <a:gd name="connsiteY5" fmla="*/ 95441 h 114300"/>
                  <a:gd name="connsiteX6" fmla="*/ 76106 w 190405"/>
                  <a:gd name="connsiteY6" fmla="*/ 95345 h 114300"/>
                  <a:gd name="connsiteX7" fmla="*/ 76106 w 190405"/>
                  <a:gd name="connsiteY7" fmla="*/ 95345 h 114300"/>
                  <a:gd name="connsiteX8" fmla="*/ 76106 w 190405"/>
                  <a:gd name="connsiteY8" fmla="*/ 95250 h 114300"/>
                  <a:gd name="connsiteX9" fmla="*/ 18860 w 190405"/>
                  <a:gd name="connsiteY9" fmla="*/ 38100 h 114300"/>
                  <a:gd name="connsiteX10" fmla="*/ 1 w 190405"/>
                  <a:gd name="connsiteY10" fmla="*/ 18955 h 114300"/>
                  <a:gd name="connsiteX11" fmla="*/ 18956 w 190405"/>
                  <a:gd name="connsiteY11" fmla="*/ 0 h 114300"/>
                  <a:gd name="connsiteX12" fmla="*/ 95441 w 190405"/>
                  <a:gd name="connsiteY12" fmla="*/ 35243 h 114300"/>
                  <a:gd name="connsiteX13" fmla="*/ 171356 w 190405"/>
                  <a:gd name="connsiteY13" fmla="*/ 0 h 114300"/>
                  <a:gd name="connsiteX14" fmla="*/ 190406 w 190405"/>
                  <a:gd name="connsiteY14" fmla="*/ 19050 h 114300"/>
                  <a:gd name="connsiteX15" fmla="*/ 171356 w 190405"/>
                  <a:gd name="connsiteY15" fmla="*/ 38100 h 114300"/>
                  <a:gd name="connsiteX16" fmla="*/ 114206 w 190405"/>
                  <a:gd name="connsiteY16" fmla="*/ 95345 h 114300"/>
                  <a:gd name="connsiteX17" fmla="*/ 95156 w 190405"/>
                  <a:gd name="connsiteY17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0405" h="114300">
                    <a:moveTo>
                      <a:pt x="95156" y="114300"/>
                    </a:moveTo>
                    <a:cubicBezTo>
                      <a:pt x="84678" y="114300"/>
                      <a:pt x="76296" y="105918"/>
                      <a:pt x="76106" y="95536"/>
                    </a:cubicBezTo>
                    <a:cubicBezTo>
                      <a:pt x="76106" y="95536"/>
                      <a:pt x="76106" y="95536"/>
                      <a:pt x="76106" y="95536"/>
                    </a:cubicBezTo>
                    <a:lnTo>
                      <a:pt x="76106" y="95536"/>
                    </a:lnTo>
                    <a:lnTo>
                      <a:pt x="76106" y="95536"/>
                    </a:lnTo>
                    <a:cubicBezTo>
                      <a:pt x="76106" y="95536"/>
                      <a:pt x="76106" y="95441"/>
                      <a:pt x="76106" y="95441"/>
                    </a:cubicBezTo>
                    <a:cubicBezTo>
                      <a:pt x="76106" y="95441"/>
                      <a:pt x="76106" y="95441"/>
                      <a:pt x="76106" y="95345"/>
                    </a:cubicBezTo>
                    <a:lnTo>
                      <a:pt x="76106" y="95345"/>
                    </a:lnTo>
                    <a:cubicBezTo>
                      <a:pt x="76106" y="95345"/>
                      <a:pt x="76106" y="95345"/>
                      <a:pt x="76106" y="95250"/>
                    </a:cubicBezTo>
                    <a:cubicBezTo>
                      <a:pt x="76106" y="41434"/>
                      <a:pt x="28385" y="38195"/>
                      <a:pt x="18860" y="38100"/>
                    </a:cubicBezTo>
                    <a:cubicBezTo>
                      <a:pt x="8383" y="38005"/>
                      <a:pt x="-94" y="29432"/>
                      <a:pt x="1" y="18955"/>
                    </a:cubicBezTo>
                    <a:cubicBezTo>
                      <a:pt x="1" y="8477"/>
                      <a:pt x="8478" y="0"/>
                      <a:pt x="18956" y="0"/>
                    </a:cubicBezTo>
                    <a:cubicBezTo>
                      <a:pt x="40482" y="0"/>
                      <a:pt x="74391" y="8477"/>
                      <a:pt x="95441" y="35243"/>
                    </a:cubicBezTo>
                    <a:cubicBezTo>
                      <a:pt x="109824" y="15621"/>
                      <a:pt x="133637" y="0"/>
                      <a:pt x="171356" y="0"/>
                    </a:cubicBezTo>
                    <a:cubicBezTo>
                      <a:pt x="181928" y="0"/>
                      <a:pt x="190406" y="8572"/>
                      <a:pt x="190406" y="19050"/>
                    </a:cubicBezTo>
                    <a:cubicBezTo>
                      <a:pt x="190406" y="29528"/>
                      <a:pt x="181928" y="38100"/>
                      <a:pt x="171356" y="38100"/>
                    </a:cubicBezTo>
                    <a:cubicBezTo>
                      <a:pt x="117635" y="38100"/>
                      <a:pt x="114301" y="85725"/>
                      <a:pt x="114206" y="95345"/>
                    </a:cubicBezTo>
                    <a:cubicBezTo>
                      <a:pt x="114110" y="105823"/>
                      <a:pt x="105633" y="114300"/>
                      <a:pt x="95156" y="114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grpSp>
            <p:nvGrpSpPr>
              <p:cNvPr id="146" name="Graphic 112">
                <a:extLst>
                  <a:ext uri="{FF2B5EF4-FFF2-40B4-BE49-F238E27FC236}">
                    <a16:creationId xmlns:a16="http://schemas.microsoft.com/office/drawing/2014/main" id="{42D162F4-AEAF-4A47-83C1-62FE3791014A}"/>
                  </a:ext>
                </a:extLst>
              </p:cNvPr>
              <p:cNvGrpSpPr/>
              <p:nvPr/>
            </p:nvGrpSpPr>
            <p:grpSpPr>
              <a:xfrm>
                <a:off x="8721129" y="1723948"/>
                <a:ext cx="249205" cy="146665"/>
                <a:chOff x="5769006" y="3448315"/>
                <a:chExt cx="825436" cy="485795"/>
              </a:xfrm>
              <a:solidFill>
                <a:schemeClr val="accent3"/>
              </a:solidFill>
            </p:grpSpPr>
            <p:sp>
              <p:nvSpPr>
                <p:cNvPr id="147" name="Freeform: Shape 146">
                  <a:extLst>
                    <a:ext uri="{FF2B5EF4-FFF2-40B4-BE49-F238E27FC236}">
                      <a16:creationId xmlns:a16="http://schemas.microsoft.com/office/drawing/2014/main" id="{9B2DEF27-20D5-419B-B83E-6CDC335DD1F9}"/>
                    </a:ext>
                  </a:extLst>
                </p:cNvPr>
                <p:cNvSpPr/>
                <p:nvPr/>
              </p:nvSpPr>
              <p:spPr>
                <a:xfrm>
                  <a:off x="5932836" y="3448335"/>
                  <a:ext cx="133540" cy="38100"/>
                </a:xfrm>
                <a:custGeom>
                  <a:avLst/>
                  <a:gdLst>
                    <a:gd name="connsiteX0" fmla="*/ 114491 w 133540"/>
                    <a:gd name="connsiteY0" fmla="*/ 38100 h 38100"/>
                    <a:gd name="connsiteX1" fmla="*/ 19050 w 133540"/>
                    <a:gd name="connsiteY1" fmla="*/ 38100 h 38100"/>
                    <a:gd name="connsiteX2" fmla="*/ 0 w 133540"/>
                    <a:gd name="connsiteY2" fmla="*/ 19050 h 38100"/>
                    <a:gd name="connsiteX3" fmla="*/ 19050 w 133540"/>
                    <a:gd name="connsiteY3" fmla="*/ 0 h 38100"/>
                    <a:gd name="connsiteX4" fmla="*/ 114491 w 133540"/>
                    <a:gd name="connsiteY4" fmla="*/ 0 h 38100"/>
                    <a:gd name="connsiteX5" fmla="*/ 133541 w 133540"/>
                    <a:gd name="connsiteY5" fmla="*/ 19050 h 38100"/>
                    <a:gd name="connsiteX6" fmla="*/ 114491 w 133540"/>
                    <a:gd name="connsiteY6" fmla="*/ 38100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3540" h="38100">
                      <a:moveTo>
                        <a:pt x="114491" y="38100"/>
                      </a:moveTo>
                      <a:lnTo>
                        <a:pt x="19050" y="38100"/>
                      </a:lnTo>
                      <a:cubicBezTo>
                        <a:pt x="8477" y="38100"/>
                        <a:pt x="0" y="29623"/>
                        <a:pt x="0" y="19050"/>
                      </a:cubicBezTo>
                      <a:cubicBezTo>
                        <a:pt x="0" y="8477"/>
                        <a:pt x="8477" y="0"/>
                        <a:pt x="19050" y="0"/>
                      </a:cubicBezTo>
                      <a:lnTo>
                        <a:pt x="114491" y="0"/>
                      </a:lnTo>
                      <a:cubicBezTo>
                        <a:pt x="125063" y="0"/>
                        <a:pt x="133541" y="8477"/>
                        <a:pt x="133541" y="19050"/>
                      </a:cubicBezTo>
                      <a:cubicBezTo>
                        <a:pt x="133541" y="29528"/>
                        <a:pt x="125063" y="38100"/>
                        <a:pt x="114491" y="381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grpSp>
              <p:nvGrpSpPr>
                <p:cNvPr id="148" name="Graphic 112">
                  <a:extLst>
                    <a:ext uri="{FF2B5EF4-FFF2-40B4-BE49-F238E27FC236}">
                      <a16:creationId xmlns:a16="http://schemas.microsoft.com/office/drawing/2014/main" id="{C656AC37-583E-498B-A1F1-1A8E04FAE517}"/>
                    </a:ext>
                  </a:extLst>
                </p:cNvPr>
                <p:cNvGrpSpPr/>
                <p:nvPr/>
              </p:nvGrpSpPr>
              <p:grpSpPr>
                <a:xfrm>
                  <a:off x="5769006" y="3448315"/>
                  <a:ext cx="825436" cy="485795"/>
                  <a:chOff x="5769006" y="3448315"/>
                  <a:chExt cx="825436" cy="485795"/>
                </a:xfrm>
                <a:grpFill/>
              </p:grpSpPr>
              <p:sp>
                <p:nvSpPr>
                  <p:cNvPr id="149" name="Freeform: Shape 148">
                    <a:extLst>
                      <a:ext uri="{FF2B5EF4-FFF2-40B4-BE49-F238E27FC236}">
                        <a16:creationId xmlns:a16="http://schemas.microsoft.com/office/drawing/2014/main" id="{1554513C-65D8-400D-B999-92FD3BB579C5}"/>
                      </a:ext>
                    </a:extLst>
                  </p:cNvPr>
                  <p:cNvSpPr/>
                  <p:nvPr/>
                </p:nvSpPr>
                <p:spPr>
                  <a:xfrm>
                    <a:off x="5912148" y="3538061"/>
                    <a:ext cx="431762" cy="252888"/>
                  </a:xfrm>
                  <a:custGeom>
                    <a:avLst/>
                    <a:gdLst>
                      <a:gd name="connsiteX0" fmla="*/ 269576 w 431762"/>
                      <a:gd name="connsiteY0" fmla="*/ 252889 h 252888"/>
                      <a:gd name="connsiteX1" fmla="*/ 19069 w 431762"/>
                      <a:gd name="connsiteY1" fmla="*/ 252889 h 252888"/>
                      <a:gd name="connsiteX2" fmla="*/ 2876 w 431762"/>
                      <a:gd name="connsiteY2" fmla="*/ 243840 h 252888"/>
                      <a:gd name="connsiteX3" fmla="*/ 2019 w 431762"/>
                      <a:gd name="connsiteY3" fmla="*/ 225266 h 252888"/>
                      <a:gd name="connsiteX4" fmla="*/ 109366 w 431762"/>
                      <a:gd name="connsiteY4" fmla="*/ 10573 h 252888"/>
                      <a:gd name="connsiteX5" fmla="*/ 126416 w 431762"/>
                      <a:gd name="connsiteY5" fmla="*/ 0 h 252888"/>
                      <a:gd name="connsiteX6" fmla="*/ 412737 w 431762"/>
                      <a:gd name="connsiteY6" fmla="*/ 0 h 252888"/>
                      <a:gd name="connsiteX7" fmla="*/ 429501 w 431762"/>
                      <a:gd name="connsiteY7" fmla="*/ 10097 h 252888"/>
                      <a:gd name="connsiteX8" fmla="*/ 428549 w 431762"/>
                      <a:gd name="connsiteY8" fmla="*/ 29623 h 252888"/>
                      <a:gd name="connsiteX9" fmla="*/ 285388 w 431762"/>
                      <a:gd name="connsiteY9" fmla="*/ 244412 h 252888"/>
                      <a:gd name="connsiteX10" fmla="*/ 269576 w 431762"/>
                      <a:gd name="connsiteY10" fmla="*/ 252889 h 252888"/>
                      <a:gd name="connsiteX11" fmla="*/ 49835 w 431762"/>
                      <a:gd name="connsiteY11" fmla="*/ 214789 h 252888"/>
                      <a:gd name="connsiteX12" fmla="*/ 259385 w 431762"/>
                      <a:gd name="connsiteY12" fmla="*/ 214789 h 252888"/>
                      <a:gd name="connsiteX13" fmla="*/ 377114 w 431762"/>
                      <a:gd name="connsiteY13" fmla="*/ 38195 h 252888"/>
                      <a:gd name="connsiteX14" fmla="*/ 138227 w 431762"/>
                      <a:gd name="connsiteY14" fmla="*/ 38195 h 252888"/>
                      <a:gd name="connsiteX15" fmla="*/ 49835 w 431762"/>
                      <a:gd name="connsiteY15" fmla="*/ 214789 h 2528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431762" h="252888">
                        <a:moveTo>
                          <a:pt x="269576" y="252889"/>
                        </a:moveTo>
                        <a:lnTo>
                          <a:pt x="19069" y="252889"/>
                        </a:lnTo>
                        <a:cubicBezTo>
                          <a:pt x="12497" y="252889"/>
                          <a:pt x="6305" y="249460"/>
                          <a:pt x="2876" y="243840"/>
                        </a:cubicBezTo>
                        <a:cubicBezTo>
                          <a:pt x="-648" y="238220"/>
                          <a:pt x="-934" y="231172"/>
                          <a:pt x="2019" y="225266"/>
                        </a:cubicBezTo>
                        <a:lnTo>
                          <a:pt x="109366" y="10573"/>
                        </a:lnTo>
                        <a:cubicBezTo>
                          <a:pt x="112604" y="4096"/>
                          <a:pt x="119177" y="0"/>
                          <a:pt x="126416" y="0"/>
                        </a:cubicBezTo>
                        <a:lnTo>
                          <a:pt x="412737" y="0"/>
                        </a:lnTo>
                        <a:cubicBezTo>
                          <a:pt x="419786" y="0"/>
                          <a:pt x="426263" y="3905"/>
                          <a:pt x="429501" y="10097"/>
                        </a:cubicBezTo>
                        <a:cubicBezTo>
                          <a:pt x="432835" y="16288"/>
                          <a:pt x="432454" y="23813"/>
                          <a:pt x="428549" y="29623"/>
                        </a:cubicBezTo>
                        <a:lnTo>
                          <a:pt x="285388" y="244412"/>
                        </a:lnTo>
                        <a:cubicBezTo>
                          <a:pt x="281864" y="249746"/>
                          <a:pt x="275958" y="252889"/>
                          <a:pt x="269576" y="252889"/>
                        </a:cubicBezTo>
                        <a:close/>
                        <a:moveTo>
                          <a:pt x="49835" y="214789"/>
                        </a:moveTo>
                        <a:lnTo>
                          <a:pt x="259385" y="214789"/>
                        </a:lnTo>
                        <a:lnTo>
                          <a:pt x="377114" y="38195"/>
                        </a:lnTo>
                        <a:lnTo>
                          <a:pt x="138227" y="38195"/>
                        </a:lnTo>
                        <a:lnTo>
                          <a:pt x="49835" y="214789"/>
                        </a:ln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150" name="Freeform: Shape 149">
                    <a:extLst>
                      <a:ext uri="{FF2B5EF4-FFF2-40B4-BE49-F238E27FC236}">
                        <a16:creationId xmlns:a16="http://schemas.microsoft.com/office/drawing/2014/main" id="{C942B09E-3823-43FC-B7FB-E37D1E2DDEA8}"/>
                      </a:ext>
                    </a:extLst>
                  </p:cNvPr>
                  <p:cNvSpPr/>
                  <p:nvPr/>
                </p:nvSpPr>
                <p:spPr>
                  <a:xfrm>
                    <a:off x="5968630" y="3448315"/>
                    <a:ext cx="232070" cy="342634"/>
                  </a:xfrm>
                  <a:custGeom>
                    <a:avLst/>
                    <a:gdLst>
                      <a:gd name="connsiteX0" fmla="*/ 213095 w 232070"/>
                      <a:gd name="connsiteY0" fmla="*/ 342635 h 342634"/>
                      <a:gd name="connsiteX1" fmla="*/ 196998 w 232070"/>
                      <a:gd name="connsiteY1" fmla="*/ 333777 h 342634"/>
                      <a:gd name="connsiteX2" fmla="*/ 2973 w 232070"/>
                      <a:gd name="connsiteY2" fmla="*/ 29262 h 342634"/>
                      <a:gd name="connsiteX3" fmla="*/ 8784 w 232070"/>
                      <a:gd name="connsiteY3" fmla="*/ 2973 h 342634"/>
                      <a:gd name="connsiteX4" fmla="*/ 35073 w 232070"/>
                      <a:gd name="connsiteY4" fmla="*/ 8784 h 342634"/>
                      <a:gd name="connsiteX5" fmla="*/ 229097 w 232070"/>
                      <a:gd name="connsiteY5" fmla="*/ 313298 h 342634"/>
                      <a:gd name="connsiteX6" fmla="*/ 223287 w 232070"/>
                      <a:gd name="connsiteY6" fmla="*/ 339587 h 342634"/>
                      <a:gd name="connsiteX7" fmla="*/ 213095 w 232070"/>
                      <a:gd name="connsiteY7" fmla="*/ 342635 h 3426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32070" h="342634">
                        <a:moveTo>
                          <a:pt x="213095" y="342635"/>
                        </a:moveTo>
                        <a:cubicBezTo>
                          <a:pt x="206808" y="342635"/>
                          <a:pt x="200617" y="339492"/>
                          <a:pt x="196998" y="333777"/>
                        </a:cubicBezTo>
                        <a:lnTo>
                          <a:pt x="2973" y="29262"/>
                        </a:lnTo>
                        <a:cubicBezTo>
                          <a:pt x="-2646" y="20404"/>
                          <a:pt x="-75" y="8593"/>
                          <a:pt x="8784" y="2973"/>
                        </a:cubicBezTo>
                        <a:cubicBezTo>
                          <a:pt x="17642" y="-2646"/>
                          <a:pt x="29453" y="-75"/>
                          <a:pt x="35073" y="8784"/>
                        </a:cubicBezTo>
                        <a:lnTo>
                          <a:pt x="229097" y="313298"/>
                        </a:lnTo>
                        <a:cubicBezTo>
                          <a:pt x="234717" y="322156"/>
                          <a:pt x="232145" y="333967"/>
                          <a:pt x="223287" y="339587"/>
                        </a:cubicBezTo>
                        <a:cubicBezTo>
                          <a:pt x="220143" y="341682"/>
                          <a:pt x="216619" y="342635"/>
                          <a:pt x="213095" y="342635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151" name="Freeform: Shape 150">
                    <a:extLst>
                      <a:ext uri="{FF2B5EF4-FFF2-40B4-BE49-F238E27FC236}">
                        <a16:creationId xmlns:a16="http://schemas.microsoft.com/office/drawing/2014/main" id="{786F1ACD-3FF9-4943-A4A4-599B75A8F1C2}"/>
                      </a:ext>
                    </a:extLst>
                  </p:cNvPr>
                  <p:cNvSpPr/>
                  <p:nvPr/>
                </p:nvSpPr>
                <p:spPr>
                  <a:xfrm>
                    <a:off x="6198489" y="3466528"/>
                    <a:ext cx="252882" cy="324421"/>
                  </a:xfrm>
                  <a:custGeom>
                    <a:avLst/>
                    <a:gdLst>
                      <a:gd name="connsiteX0" fmla="*/ 233744 w 252882"/>
                      <a:gd name="connsiteY0" fmla="*/ 324422 h 324421"/>
                      <a:gd name="connsiteX1" fmla="*/ 216694 w 252882"/>
                      <a:gd name="connsiteY1" fmla="*/ 313849 h 324421"/>
                      <a:gd name="connsiteX2" fmla="*/ 78867 w 252882"/>
                      <a:gd name="connsiteY2" fmla="*/ 38100 h 324421"/>
                      <a:gd name="connsiteX3" fmla="*/ 19050 w 252882"/>
                      <a:gd name="connsiteY3" fmla="*/ 38100 h 324421"/>
                      <a:gd name="connsiteX4" fmla="*/ 0 w 252882"/>
                      <a:gd name="connsiteY4" fmla="*/ 19050 h 324421"/>
                      <a:gd name="connsiteX5" fmla="*/ 19050 w 252882"/>
                      <a:gd name="connsiteY5" fmla="*/ 0 h 324421"/>
                      <a:gd name="connsiteX6" fmla="*/ 90678 w 252882"/>
                      <a:gd name="connsiteY6" fmla="*/ 0 h 324421"/>
                      <a:gd name="connsiteX7" fmla="*/ 107728 w 252882"/>
                      <a:gd name="connsiteY7" fmla="*/ 10573 h 324421"/>
                      <a:gd name="connsiteX8" fmla="*/ 250888 w 252882"/>
                      <a:gd name="connsiteY8" fmla="*/ 296894 h 324421"/>
                      <a:gd name="connsiteX9" fmla="*/ 242411 w 252882"/>
                      <a:gd name="connsiteY9" fmla="*/ 322421 h 324421"/>
                      <a:gd name="connsiteX10" fmla="*/ 233744 w 252882"/>
                      <a:gd name="connsiteY10" fmla="*/ 324422 h 324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52882" h="324421">
                        <a:moveTo>
                          <a:pt x="233744" y="324422"/>
                        </a:moveTo>
                        <a:cubicBezTo>
                          <a:pt x="226790" y="324422"/>
                          <a:pt x="220027" y="320612"/>
                          <a:pt x="216694" y="313849"/>
                        </a:cubicBezTo>
                        <a:lnTo>
                          <a:pt x="78867" y="38100"/>
                        </a:lnTo>
                        <a:lnTo>
                          <a:pt x="19050" y="38100"/>
                        </a:lnTo>
                        <a:cubicBezTo>
                          <a:pt x="8477" y="38100"/>
                          <a:pt x="0" y="29623"/>
                          <a:pt x="0" y="19050"/>
                        </a:cubicBezTo>
                        <a:cubicBezTo>
                          <a:pt x="0" y="8477"/>
                          <a:pt x="8477" y="0"/>
                          <a:pt x="19050" y="0"/>
                        </a:cubicBezTo>
                        <a:lnTo>
                          <a:pt x="90678" y="0"/>
                        </a:lnTo>
                        <a:cubicBezTo>
                          <a:pt x="97917" y="0"/>
                          <a:pt x="104489" y="4096"/>
                          <a:pt x="107728" y="10573"/>
                        </a:cubicBezTo>
                        <a:lnTo>
                          <a:pt x="250888" y="296894"/>
                        </a:lnTo>
                        <a:cubicBezTo>
                          <a:pt x="255556" y="306324"/>
                          <a:pt x="251746" y="317754"/>
                          <a:pt x="242411" y="322421"/>
                        </a:cubicBezTo>
                        <a:cubicBezTo>
                          <a:pt x="239554" y="323755"/>
                          <a:pt x="236696" y="324422"/>
                          <a:pt x="233744" y="324422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152" name="Freeform: Shape 151">
                    <a:extLst>
                      <a:ext uri="{FF2B5EF4-FFF2-40B4-BE49-F238E27FC236}">
                        <a16:creationId xmlns:a16="http://schemas.microsoft.com/office/drawing/2014/main" id="{30D42F4A-C9E9-4CDA-8019-9EEA68C7F5CB}"/>
                      </a:ext>
                    </a:extLst>
                  </p:cNvPr>
                  <p:cNvSpPr/>
                  <p:nvPr/>
                </p:nvSpPr>
                <p:spPr>
                  <a:xfrm>
                    <a:off x="6377368" y="3717035"/>
                    <a:ext cx="109727" cy="109728"/>
                  </a:xfrm>
                  <a:custGeom>
                    <a:avLst/>
                    <a:gdLst>
                      <a:gd name="connsiteX0" fmla="*/ 54864 w 109727"/>
                      <a:gd name="connsiteY0" fmla="*/ 109728 h 109728"/>
                      <a:gd name="connsiteX1" fmla="*/ 0 w 109727"/>
                      <a:gd name="connsiteY1" fmla="*/ 54864 h 109728"/>
                      <a:gd name="connsiteX2" fmla="*/ 54864 w 109727"/>
                      <a:gd name="connsiteY2" fmla="*/ 0 h 109728"/>
                      <a:gd name="connsiteX3" fmla="*/ 109728 w 109727"/>
                      <a:gd name="connsiteY3" fmla="*/ 54864 h 109728"/>
                      <a:gd name="connsiteX4" fmla="*/ 54864 w 109727"/>
                      <a:gd name="connsiteY4" fmla="*/ 109728 h 109728"/>
                      <a:gd name="connsiteX5" fmla="*/ 54864 w 109727"/>
                      <a:gd name="connsiteY5" fmla="*/ 38100 h 109728"/>
                      <a:gd name="connsiteX6" fmla="*/ 38100 w 109727"/>
                      <a:gd name="connsiteY6" fmla="*/ 54864 h 109728"/>
                      <a:gd name="connsiteX7" fmla="*/ 54864 w 109727"/>
                      <a:gd name="connsiteY7" fmla="*/ 71628 h 109728"/>
                      <a:gd name="connsiteX8" fmla="*/ 71628 w 109727"/>
                      <a:gd name="connsiteY8" fmla="*/ 54864 h 109728"/>
                      <a:gd name="connsiteX9" fmla="*/ 54864 w 109727"/>
                      <a:gd name="connsiteY9" fmla="*/ 38100 h 1097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9727" h="109728">
                        <a:moveTo>
                          <a:pt x="54864" y="109728"/>
                        </a:moveTo>
                        <a:cubicBezTo>
                          <a:pt x="24670" y="109728"/>
                          <a:pt x="0" y="85154"/>
                          <a:pt x="0" y="54864"/>
                        </a:cubicBezTo>
                        <a:cubicBezTo>
                          <a:pt x="0" y="24575"/>
                          <a:pt x="24575" y="0"/>
                          <a:pt x="54864" y="0"/>
                        </a:cubicBezTo>
                        <a:cubicBezTo>
                          <a:pt x="85154" y="0"/>
                          <a:pt x="109728" y="24575"/>
                          <a:pt x="109728" y="54864"/>
                        </a:cubicBezTo>
                        <a:cubicBezTo>
                          <a:pt x="109728" y="85154"/>
                          <a:pt x="85154" y="109728"/>
                          <a:pt x="54864" y="109728"/>
                        </a:cubicBezTo>
                        <a:close/>
                        <a:moveTo>
                          <a:pt x="54864" y="38100"/>
                        </a:moveTo>
                        <a:cubicBezTo>
                          <a:pt x="45625" y="38100"/>
                          <a:pt x="38100" y="45625"/>
                          <a:pt x="38100" y="54864"/>
                        </a:cubicBezTo>
                        <a:cubicBezTo>
                          <a:pt x="38100" y="64103"/>
                          <a:pt x="45625" y="71628"/>
                          <a:pt x="54864" y="71628"/>
                        </a:cubicBezTo>
                        <a:cubicBezTo>
                          <a:pt x="64103" y="71628"/>
                          <a:pt x="71628" y="64103"/>
                          <a:pt x="71628" y="54864"/>
                        </a:cubicBezTo>
                        <a:cubicBezTo>
                          <a:pt x="71628" y="45625"/>
                          <a:pt x="64103" y="38100"/>
                          <a:pt x="54864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153" name="Freeform: Shape 152">
                    <a:extLst>
                      <a:ext uri="{FF2B5EF4-FFF2-40B4-BE49-F238E27FC236}">
                        <a16:creationId xmlns:a16="http://schemas.microsoft.com/office/drawing/2014/main" id="{191D6F55-5626-48DF-B39E-92C97EB92A2B}"/>
                      </a:ext>
                    </a:extLst>
                  </p:cNvPr>
                  <p:cNvSpPr/>
                  <p:nvPr/>
                </p:nvSpPr>
                <p:spPr>
                  <a:xfrm>
                    <a:off x="5876353" y="3717035"/>
                    <a:ext cx="109728" cy="109728"/>
                  </a:xfrm>
                  <a:custGeom>
                    <a:avLst/>
                    <a:gdLst>
                      <a:gd name="connsiteX0" fmla="*/ 54864 w 109728"/>
                      <a:gd name="connsiteY0" fmla="*/ 109728 h 109728"/>
                      <a:gd name="connsiteX1" fmla="*/ 0 w 109728"/>
                      <a:gd name="connsiteY1" fmla="*/ 54864 h 109728"/>
                      <a:gd name="connsiteX2" fmla="*/ 54864 w 109728"/>
                      <a:gd name="connsiteY2" fmla="*/ 0 h 109728"/>
                      <a:gd name="connsiteX3" fmla="*/ 109728 w 109728"/>
                      <a:gd name="connsiteY3" fmla="*/ 54864 h 109728"/>
                      <a:gd name="connsiteX4" fmla="*/ 54864 w 109728"/>
                      <a:gd name="connsiteY4" fmla="*/ 109728 h 109728"/>
                      <a:gd name="connsiteX5" fmla="*/ 54864 w 109728"/>
                      <a:gd name="connsiteY5" fmla="*/ 38100 h 109728"/>
                      <a:gd name="connsiteX6" fmla="*/ 38100 w 109728"/>
                      <a:gd name="connsiteY6" fmla="*/ 54864 h 109728"/>
                      <a:gd name="connsiteX7" fmla="*/ 54864 w 109728"/>
                      <a:gd name="connsiteY7" fmla="*/ 71628 h 109728"/>
                      <a:gd name="connsiteX8" fmla="*/ 71628 w 109728"/>
                      <a:gd name="connsiteY8" fmla="*/ 54864 h 109728"/>
                      <a:gd name="connsiteX9" fmla="*/ 54864 w 109728"/>
                      <a:gd name="connsiteY9" fmla="*/ 38100 h 1097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9728" h="109728">
                        <a:moveTo>
                          <a:pt x="54864" y="109728"/>
                        </a:moveTo>
                        <a:cubicBezTo>
                          <a:pt x="24575" y="109728"/>
                          <a:pt x="0" y="85154"/>
                          <a:pt x="0" y="54864"/>
                        </a:cubicBezTo>
                        <a:cubicBezTo>
                          <a:pt x="0" y="24575"/>
                          <a:pt x="24575" y="0"/>
                          <a:pt x="54864" y="0"/>
                        </a:cubicBezTo>
                        <a:cubicBezTo>
                          <a:pt x="85154" y="0"/>
                          <a:pt x="109728" y="24575"/>
                          <a:pt x="109728" y="54864"/>
                        </a:cubicBezTo>
                        <a:cubicBezTo>
                          <a:pt x="109728" y="85154"/>
                          <a:pt x="85058" y="109728"/>
                          <a:pt x="54864" y="109728"/>
                        </a:cubicBezTo>
                        <a:close/>
                        <a:moveTo>
                          <a:pt x="54864" y="38100"/>
                        </a:moveTo>
                        <a:cubicBezTo>
                          <a:pt x="45625" y="38100"/>
                          <a:pt x="38100" y="45625"/>
                          <a:pt x="38100" y="54864"/>
                        </a:cubicBezTo>
                        <a:cubicBezTo>
                          <a:pt x="38100" y="64103"/>
                          <a:pt x="45625" y="71628"/>
                          <a:pt x="54864" y="71628"/>
                        </a:cubicBezTo>
                        <a:cubicBezTo>
                          <a:pt x="64103" y="71628"/>
                          <a:pt x="71628" y="64103"/>
                          <a:pt x="71628" y="54864"/>
                        </a:cubicBezTo>
                        <a:cubicBezTo>
                          <a:pt x="71533" y="45625"/>
                          <a:pt x="64008" y="38100"/>
                          <a:pt x="54864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154" name="Freeform: Shape 153">
                    <a:extLst>
                      <a:ext uri="{FF2B5EF4-FFF2-40B4-BE49-F238E27FC236}">
                        <a16:creationId xmlns:a16="http://schemas.microsoft.com/office/drawing/2014/main" id="{C97DE754-FBAB-46AA-9E17-56891054ED40}"/>
                      </a:ext>
                    </a:extLst>
                  </p:cNvPr>
                  <p:cNvSpPr/>
                  <p:nvPr/>
                </p:nvSpPr>
                <p:spPr>
                  <a:xfrm>
                    <a:off x="6270021" y="3609689"/>
                    <a:ext cx="324421" cy="324421"/>
                  </a:xfrm>
                  <a:custGeom>
                    <a:avLst/>
                    <a:gdLst>
                      <a:gd name="connsiteX0" fmla="*/ 162211 w 324421"/>
                      <a:gd name="connsiteY0" fmla="*/ 324421 h 324421"/>
                      <a:gd name="connsiteX1" fmla="*/ 0 w 324421"/>
                      <a:gd name="connsiteY1" fmla="*/ 162211 h 324421"/>
                      <a:gd name="connsiteX2" fmla="*/ 162211 w 324421"/>
                      <a:gd name="connsiteY2" fmla="*/ 0 h 324421"/>
                      <a:gd name="connsiteX3" fmla="*/ 324422 w 324421"/>
                      <a:gd name="connsiteY3" fmla="*/ 162211 h 324421"/>
                      <a:gd name="connsiteX4" fmla="*/ 162211 w 324421"/>
                      <a:gd name="connsiteY4" fmla="*/ 324421 h 324421"/>
                      <a:gd name="connsiteX5" fmla="*/ 162211 w 324421"/>
                      <a:gd name="connsiteY5" fmla="*/ 38100 h 324421"/>
                      <a:gd name="connsiteX6" fmla="*/ 38100 w 324421"/>
                      <a:gd name="connsiteY6" fmla="*/ 162211 h 324421"/>
                      <a:gd name="connsiteX7" fmla="*/ 162211 w 324421"/>
                      <a:gd name="connsiteY7" fmla="*/ 286321 h 324421"/>
                      <a:gd name="connsiteX8" fmla="*/ 286322 w 324421"/>
                      <a:gd name="connsiteY8" fmla="*/ 162211 h 324421"/>
                      <a:gd name="connsiteX9" fmla="*/ 162211 w 324421"/>
                      <a:gd name="connsiteY9" fmla="*/ 38100 h 324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24421" h="324421">
                        <a:moveTo>
                          <a:pt x="162211" y="324421"/>
                        </a:moveTo>
                        <a:cubicBezTo>
                          <a:pt x="72771" y="324421"/>
                          <a:pt x="0" y="251650"/>
                          <a:pt x="0" y="162211"/>
                        </a:cubicBezTo>
                        <a:cubicBezTo>
                          <a:pt x="0" y="72771"/>
                          <a:pt x="72771" y="0"/>
                          <a:pt x="162211" y="0"/>
                        </a:cubicBezTo>
                        <a:cubicBezTo>
                          <a:pt x="251651" y="0"/>
                          <a:pt x="324422" y="72771"/>
                          <a:pt x="324422" y="162211"/>
                        </a:cubicBezTo>
                        <a:cubicBezTo>
                          <a:pt x="324422" y="251650"/>
                          <a:pt x="251651" y="324421"/>
                          <a:pt x="162211" y="324421"/>
                        </a:cubicBezTo>
                        <a:close/>
                        <a:moveTo>
                          <a:pt x="162211" y="38100"/>
                        </a:moveTo>
                        <a:cubicBezTo>
                          <a:pt x="93821" y="38100"/>
                          <a:pt x="38100" y="93821"/>
                          <a:pt x="38100" y="162211"/>
                        </a:cubicBezTo>
                        <a:cubicBezTo>
                          <a:pt x="38100" y="230696"/>
                          <a:pt x="93821" y="286321"/>
                          <a:pt x="162211" y="286321"/>
                        </a:cubicBezTo>
                        <a:cubicBezTo>
                          <a:pt x="230600" y="286321"/>
                          <a:pt x="286322" y="230600"/>
                          <a:pt x="286322" y="162211"/>
                        </a:cubicBezTo>
                        <a:cubicBezTo>
                          <a:pt x="286322" y="93726"/>
                          <a:pt x="230696" y="38100"/>
                          <a:pt x="162211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155" name="Freeform: Shape 154">
                    <a:extLst>
                      <a:ext uri="{FF2B5EF4-FFF2-40B4-BE49-F238E27FC236}">
                        <a16:creationId xmlns:a16="http://schemas.microsoft.com/office/drawing/2014/main" id="{85EA238E-0A61-47D8-A2C5-CB6F248C9599}"/>
                      </a:ext>
                    </a:extLst>
                  </p:cNvPr>
                  <p:cNvSpPr/>
                  <p:nvPr/>
                </p:nvSpPr>
                <p:spPr>
                  <a:xfrm>
                    <a:off x="5769006" y="3609689"/>
                    <a:ext cx="324421" cy="324421"/>
                  </a:xfrm>
                  <a:custGeom>
                    <a:avLst/>
                    <a:gdLst>
                      <a:gd name="connsiteX0" fmla="*/ 162211 w 324421"/>
                      <a:gd name="connsiteY0" fmla="*/ 324421 h 324421"/>
                      <a:gd name="connsiteX1" fmla="*/ 0 w 324421"/>
                      <a:gd name="connsiteY1" fmla="*/ 162211 h 324421"/>
                      <a:gd name="connsiteX2" fmla="*/ 162211 w 324421"/>
                      <a:gd name="connsiteY2" fmla="*/ 0 h 324421"/>
                      <a:gd name="connsiteX3" fmla="*/ 324422 w 324421"/>
                      <a:gd name="connsiteY3" fmla="*/ 162211 h 324421"/>
                      <a:gd name="connsiteX4" fmla="*/ 162211 w 324421"/>
                      <a:gd name="connsiteY4" fmla="*/ 324421 h 324421"/>
                      <a:gd name="connsiteX5" fmla="*/ 162211 w 324421"/>
                      <a:gd name="connsiteY5" fmla="*/ 38100 h 324421"/>
                      <a:gd name="connsiteX6" fmla="*/ 38100 w 324421"/>
                      <a:gd name="connsiteY6" fmla="*/ 162211 h 324421"/>
                      <a:gd name="connsiteX7" fmla="*/ 162211 w 324421"/>
                      <a:gd name="connsiteY7" fmla="*/ 286321 h 324421"/>
                      <a:gd name="connsiteX8" fmla="*/ 286322 w 324421"/>
                      <a:gd name="connsiteY8" fmla="*/ 162211 h 324421"/>
                      <a:gd name="connsiteX9" fmla="*/ 162211 w 324421"/>
                      <a:gd name="connsiteY9" fmla="*/ 38100 h 324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24421" h="324421">
                        <a:moveTo>
                          <a:pt x="162211" y="324421"/>
                        </a:moveTo>
                        <a:cubicBezTo>
                          <a:pt x="72771" y="324421"/>
                          <a:pt x="0" y="251650"/>
                          <a:pt x="0" y="162211"/>
                        </a:cubicBezTo>
                        <a:cubicBezTo>
                          <a:pt x="0" y="72771"/>
                          <a:pt x="72676" y="0"/>
                          <a:pt x="162211" y="0"/>
                        </a:cubicBezTo>
                        <a:cubicBezTo>
                          <a:pt x="251650" y="0"/>
                          <a:pt x="324422" y="72771"/>
                          <a:pt x="324422" y="162211"/>
                        </a:cubicBezTo>
                        <a:cubicBezTo>
                          <a:pt x="324422" y="251650"/>
                          <a:pt x="251650" y="324421"/>
                          <a:pt x="162211" y="324421"/>
                        </a:cubicBezTo>
                        <a:close/>
                        <a:moveTo>
                          <a:pt x="162211" y="38100"/>
                        </a:moveTo>
                        <a:cubicBezTo>
                          <a:pt x="93726" y="38100"/>
                          <a:pt x="38100" y="93821"/>
                          <a:pt x="38100" y="162211"/>
                        </a:cubicBezTo>
                        <a:cubicBezTo>
                          <a:pt x="38100" y="230696"/>
                          <a:pt x="93821" y="286321"/>
                          <a:pt x="162211" y="286321"/>
                        </a:cubicBezTo>
                        <a:cubicBezTo>
                          <a:pt x="230696" y="286321"/>
                          <a:pt x="286322" y="230600"/>
                          <a:pt x="286322" y="162211"/>
                        </a:cubicBezTo>
                        <a:cubicBezTo>
                          <a:pt x="286322" y="93726"/>
                          <a:pt x="230600" y="38100"/>
                          <a:pt x="162211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</p:grpSp>
          </p:grp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A1697BE5-42E4-42FA-8D52-C6DB6BEBB1C8}"/>
                </a:ext>
              </a:extLst>
            </p:cNvPr>
            <p:cNvGrpSpPr/>
            <p:nvPr/>
          </p:nvGrpSpPr>
          <p:grpSpPr>
            <a:xfrm>
              <a:off x="8502654" y="5007217"/>
              <a:ext cx="263476" cy="225927"/>
              <a:chOff x="9230360" y="2173322"/>
              <a:chExt cx="263476" cy="225927"/>
            </a:xfrm>
          </p:grpSpPr>
          <p:sp>
            <p:nvSpPr>
              <p:cNvPr id="135" name="Freeform 125">
                <a:extLst>
                  <a:ext uri="{FF2B5EF4-FFF2-40B4-BE49-F238E27FC236}">
                    <a16:creationId xmlns:a16="http://schemas.microsoft.com/office/drawing/2014/main" id="{15A1D3DC-0C1E-419E-BFA8-A53736F060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9818" y="2212780"/>
                <a:ext cx="183288" cy="186469"/>
              </a:xfrm>
              <a:custGeom>
                <a:avLst/>
                <a:gdLst>
                  <a:gd name="T0" fmla="*/ 288 w 288"/>
                  <a:gd name="T1" fmla="*/ 129 h 293"/>
                  <a:gd name="T2" fmla="*/ 145 w 288"/>
                  <a:gd name="T3" fmla="*/ 0 h 293"/>
                  <a:gd name="T4" fmla="*/ 145 w 288"/>
                  <a:gd name="T5" fmla="*/ 0 h 293"/>
                  <a:gd name="T6" fmla="*/ 145 w 288"/>
                  <a:gd name="T7" fmla="*/ 0 h 293"/>
                  <a:gd name="T8" fmla="*/ 145 w 288"/>
                  <a:gd name="T9" fmla="*/ 0 h 293"/>
                  <a:gd name="T10" fmla="*/ 0 w 288"/>
                  <a:gd name="T11" fmla="*/ 129 h 293"/>
                  <a:gd name="T12" fmla="*/ 0 w 288"/>
                  <a:gd name="T13" fmla="*/ 293 h 293"/>
                  <a:gd name="T14" fmla="*/ 107 w 288"/>
                  <a:gd name="T15" fmla="*/ 293 h 293"/>
                  <a:gd name="T16" fmla="*/ 107 w 288"/>
                  <a:gd name="T17" fmla="*/ 198 h 293"/>
                  <a:gd name="T18" fmla="*/ 180 w 288"/>
                  <a:gd name="T19" fmla="*/ 198 h 293"/>
                  <a:gd name="T20" fmla="*/ 180 w 288"/>
                  <a:gd name="T21" fmla="*/ 293 h 293"/>
                  <a:gd name="T22" fmla="*/ 288 w 288"/>
                  <a:gd name="T23" fmla="*/ 293 h 293"/>
                  <a:gd name="T24" fmla="*/ 288 w 288"/>
                  <a:gd name="T25" fmla="*/ 129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8" h="293">
                    <a:moveTo>
                      <a:pt x="288" y="129"/>
                    </a:move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0" y="129"/>
                    </a:lnTo>
                    <a:lnTo>
                      <a:pt x="0" y="293"/>
                    </a:lnTo>
                    <a:lnTo>
                      <a:pt x="107" y="293"/>
                    </a:lnTo>
                    <a:lnTo>
                      <a:pt x="107" y="198"/>
                    </a:lnTo>
                    <a:lnTo>
                      <a:pt x="180" y="198"/>
                    </a:lnTo>
                    <a:lnTo>
                      <a:pt x="180" y="293"/>
                    </a:lnTo>
                    <a:lnTo>
                      <a:pt x="288" y="293"/>
                    </a:lnTo>
                    <a:lnTo>
                      <a:pt x="288" y="129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138" name="Freeform 126">
                <a:extLst>
                  <a:ext uri="{FF2B5EF4-FFF2-40B4-BE49-F238E27FC236}">
                    <a16:creationId xmlns:a16="http://schemas.microsoft.com/office/drawing/2014/main" id="{2149ED05-2EDA-4F30-B19B-FFA0499BED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0360" y="2173322"/>
                <a:ext cx="263476" cy="114554"/>
              </a:xfrm>
              <a:custGeom>
                <a:avLst/>
                <a:gdLst>
                  <a:gd name="T0" fmla="*/ 414 w 414"/>
                  <a:gd name="T1" fmla="*/ 180 h 180"/>
                  <a:gd name="T2" fmla="*/ 207 w 414"/>
                  <a:gd name="T3" fmla="*/ 0 h 180"/>
                  <a:gd name="T4" fmla="*/ 109 w 414"/>
                  <a:gd name="T5" fmla="*/ 84 h 180"/>
                  <a:gd name="T6" fmla="*/ 109 w 414"/>
                  <a:gd name="T7" fmla="*/ 30 h 180"/>
                  <a:gd name="T8" fmla="*/ 64 w 414"/>
                  <a:gd name="T9" fmla="*/ 30 h 180"/>
                  <a:gd name="T10" fmla="*/ 64 w 414"/>
                  <a:gd name="T11" fmla="*/ 123 h 180"/>
                  <a:gd name="T12" fmla="*/ 0 w 414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4" h="180">
                    <a:moveTo>
                      <a:pt x="414" y="180"/>
                    </a:moveTo>
                    <a:lnTo>
                      <a:pt x="207" y="0"/>
                    </a:lnTo>
                    <a:lnTo>
                      <a:pt x="109" y="84"/>
                    </a:lnTo>
                    <a:lnTo>
                      <a:pt x="109" y="30"/>
                    </a:lnTo>
                    <a:lnTo>
                      <a:pt x="64" y="30"/>
                    </a:lnTo>
                    <a:lnTo>
                      <a:pt x="64" y="123"/>
                    </a:lnTo>
                    <a:lnTo>
                      <a:pt x="0" y="180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</p:grp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6DD35BDE-A760-4F48-83FA-1237675477C6}"/>
              </a:ext>
            </a:extLst>
          </p:cNvPr>
          <p:cNvGrpSpPr/>
          <p:nvPr/>
        </p:nvGrpSpPr>
        <p:grpSpPr>
          <a:xfrm>
            <a:off x="3351682" y="900941"/>
            <a:ext cx="8166619" cy="323122"/>
            <a:chOff x="2705120" y="920458"/>
            <a:chExt cx="8166619" cy="323122"/>
          </a:xfrm>
        </p:grpSpPr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EAC72356-3DA3-41DB-A17F-66C137A22562}"/>
                </a:ext>
              </a:extLst>
            </p:cNvPr>
            <p:cNvGrpSpPr/>
            <p:nvPr/>
          </p:nvGrpSpPr>
          <p:grpSpPr>
            <a:xfrm>
              <a:off x="2705120" y="920458"/>
              <a:ext cx="3153057" cy="278052"/>
              <a:chOff x="5625268" y="920102"/>
              <a:chExt cx="3153057" cy="278052"/>
            </a:xfrm>
          </p:grpSpPr>
          <p:grpSp>
            <p:nvGrpSpPr>
              <p:cNvPr id="179" name="Group 178">
                <a:extLst>
                  <a:ext uri="{FF2B5EF4-FFF2-40B4-BE49-F238E27FC236}">
                    <a16:creationId xmlns:a16="http://schemas.microsoft.com/office/drawing/2014/main" id="{A1556C98-772E-4467-A6BE-8AEC750F7EB4}"/>
                  </a:ext>
                </a:extLst>
              </p:cNvPr>
              <p:cNvGrpSpPr/>
              <p:nvPr/>
            </p:nvGrpSpPr>
            <p:grpSpPr>
              <a:xfrm>
                <a:off x="7425864" y="1016505"/>
                <a:ext cx="486181" cy="181649"/>
                <a:chOff x="7181501" y="986025"/>
                <a:chExt cx="486181" cy="181649"/>
              </a:xfrm>
            </p:grpSpPr>
            <p:sp>
              <p:nvSpPr>
                <p:cNvPr id="220" name="TextBox 219">
                  <a:extLst>
                    <a:ext uri="{FF2B5EF4-FFF2-40B4-BE49-F238E27FC236}">
                      <a16:creationId xmlns:a16="http://schemas.microsoft.com/office/drawing/2014/main" id="{F223F5D5-BDF3-46E1-9394-2F704B29C003}"/>
                    </a:ext>
                  </a:extLst>
                </p:cNvPr>
                <p:cNvSpPr txBox="1"/>
                <p:nvPr/>
              </p:nvSpPr>
              <p:spPr>
                <a:xfrm>
                  <a:off x="7419730" y="1044563"/>
                  <a:ext cx="247952" cy="123111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lang="en-US" sz="1400" dirty="0">
                      <a:sym typeface="+mn-lt"/>
                    </a:defRPr>
                  </a:lvl1pPr>
                  <a:lvl2pPr marL="230396" lvl="1" indent="-226796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10000"/>
                    <a:buFont typeface="Wingdings" panose="05000000000000000000" pitchFamily="2" charset="2"/>
                    <a:buChar char=""/>
                    <a:defRPr lang="en-US" sz="1400" dirty="0">
                      <a:sym typeface="+mn-lt"/>
                    </a:defRPr>
                  </a:lvl2pPr>
                  <a:lvl3pPr marL="442793" lvl="2" indent="-215997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10000"/>
                    <a:buFont typeface="Arial" panose="020B0604020202020204" pitchFamily="34" charset="0"/>
                    <a:buChar char="‒"/>
                    <a:defRPr lang="en-US" sz="1400" dirty="0">
                      <a:sym typeface="+mn-lt"/>
                    </a:defRPr>
                  </a:lvl3pPr>
                  <a:lvl4pPr marL="597590" lvl="3" indent="-15119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00000"/>
                    <a:buFont typeface="Arial" panose="020B0604020202020204" pitchFamily="34" charset="0"/>
                    <a:buChar char="•"/>
                    <a:defRPr lang="en-US" sz="1400" dirty="0">
                      <a:sym typeface="+mn-lt"/>
                    </a:defRPr>
                  </a:lvl4pPr>
                  <a:lvl5pPr marL="817187" lvl="4" indent="-14759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00000"/>
                    <a:buFont typeface="Arial" panose="020B0604020202020204" pitchFamily="34" charset="0"/>
                    <a:buChar char="̶"/>
                    <a:defRPr lang="en-US" sz="1400" dirty="0">
                      <a:sym typeface="+mn-lt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ru-RU" sz="800" dirty="0">
                      <a:solidFill>
                        <a:schemeClr val="accent5"/>
                      </a:solidFill>
                    </a:rPr>
                    <a:t>Дом</a:t>
                  </a:r>
                  <a:endParaRPr lang="en-US" sz="800" dirty="0">
                    <a:solidFill>
                      <a:schemeClr val="accent5"/>
                    </a:solidFill>
                  </a:endParaRPr>
                </a:p>
              </p:txBody>
            </p:sp>
            <p:grpSp>
              <p:nvGrpSpPr>
                <p:cNvPr id="221" name="Group 220">
                  <a:extLst>
                    <a:ext uri="{FF2B5EF4-FFF2-40B4-BE49-F238E27FC236}">
                      <a16:creationId xmlns:a16="http://schemas.microsoft.com/office/drawing/2014/main" id="{ADE97E2E-7697-424A-97B9-C553621C3F11}"/>
                    </a:ext>
                  </a:extLst>
                </p:cNvPr>
                <p:cNvGrpSpPr/>
                <p:nvPr/>
              </p:nvGrpSpPr>
              <p:grpSpPr>
                <a:xfrm>
                  <a:off x="7181501" y="986025"/>
                  <a:ext cx="195755" cy="167857"/>
                  <a:chOff x="3885239" y="5650072"/>
                  <a:chExt cx="657225" cy="563563"/>
                </a:xfrm>
              </p:grpSpPr>
              <p:sp>
                <p:nvSpPr>
                  <p:cNvPr id="222" name="Freeform 125">
                    <a:extLst>
                      <a:ext uri="{FF2B5EF4-FFF2-40B4-BE49-F238E27FC236}">
                        <a16:creationId xmlns:a16="http://schemas.microsoft.com/office/drawing/2014/main" id="{4AB26372-B8E1-4649-B896-F986FD61437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983664" y="5748497"/>
                    <a:ext cx="457200" cy="465138"/>
                  </a:xfrm>
                  <a:custGeom>
                    <a:avLst/>
                    <a:gdLst>
                      <a:gd name="T0" fmla="*/ 288 w 288"/>
                      <a:gd name="T1" fmla="*/ 129 h 293"/>
                      <a:gd name="T2" fmla="*/ 145 w 288"/>
                      <a:gd name="T3" fmla="*/ 0 h 293"/>
                      <a:gd name="T4" fmla="*/ 145 w 288"/>
                      <a:gd name="T5" fmla="*/ 0 h 293"/>
                      <a:gd name="T6" fmla="*/ 145 w 288"/>
                      <a:gd name="T7" fmla="*/ 0 h 293"/>
                      <a:gd name="T8" fmla="*/ 145 w 288"/>
                      <a:gd name="T9" fmla="*/ 0 h 293"/>
                      <a:gd name="T10" fmla="*/ 0 w 288"/>
                      <a:gd name="T11" fmla="*/ 129 h 293"/>
                      <a:gd name="T12" fmla="*/ 0 w 288"/>
                      <a:gd name="T13" fmla="*/ 293 h 293"/>
                      <a:gd name="T14" fmla="*/ 107 w 288"/>
                      <a:gd name="T15" fmla="*/ 293 h 293"/>
                      <a:gd name="T16" fmla="*/ 107 w 288"/>
                      <a:gd name="T17" fmla="*/ 198 h 293"/>
                      <a:gd name="T18" fmla="*/ 180 w 288"/>
                      <a:gd name="T19" fmla="*/ 198 h 293"/>
                      <a:gd name="T20" fmla="*/ 180 w 288"/>
                      <a:gd name="T21" fmla="*/ 293 h 293"/>
                      <a:gd name="T22" fmla="*/ 288 w 288"/>
                      <a:gd name="T23" fmla="*/ 293 h 293"/>
                      <a:gd name="T24" fmla="*/ 288 w 288"/>
                      <a:gd name="T25" fmla="*/ 129 h 29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288" h="293">
                        <a:moveTo>
                          <a:pt x="288" y="129"/>
                        </a:moveTo>
                        <a:lnTo>
                          <a:pt x="145" y="0"/>
                        </a:lnTo>
                        <a:lnTo>
                          <a:pt x="145" y="0"/>
                        </a:lnTo>
                        <a:lnTo>
                          <a:pt x="145" y="0"/>
                        </a:lnTo>
                        <a:lnTo>
                          <a:pt x="145" y="0"/>
                        </a:lnTo>
                        <a:lnTo>
                          <a:pt x="0" y="129"/>
                        </a:lnTo>
                        <a:lnTo>
                          <a:pt x="0" y="293"/>
                        </a:lnTo>
                        <a:lnTo>
                          <a:pt x="107" y="293"/>
                        </a:lnTo>
                        <a:lnTo>
                          <a:pt x="107" y="198"/>
                        </a:lnTo>
                        <a:lnTo>
                          <a:pt x="180" y="198"/>
                        </a:lnTo>
                        <a:lnTo>
                          <a:pt x="180" y="293"/>
                        </a:lnTo>
                        <a:lnTo>
                          <a:pt x="288" y="293"/>
                        </a:lnTo>
                        <a:lnTo>
                          <a:pt x="288" y="129"/>
                        </a:lnTo>
                        <a:close/>
                      </a:path>
                    </a:pathLst>
                  </a:custGeom>
                  <a:noFill/>
                  <a:ln w="9525" cap="flat">
                    <a:solidFill>
                      <a:schemeClr val="tx2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/>
                  </a:p>
                </p:txBody>
              </p:sp>
              <p:sp>
                <p:nvSpPr>
                  <p:cNvPr id="264" name="Freeform 126">
                    <a:extLst>
                      <a:ext uri="{FF2B5EF4-FFF2-40B4-BE49-F238E27FC236}">
                        <a16:creationId xmlns:a16="http://schemas.microsoft.com/office/drawing/2014/main" id="{6F4EDC26-53D0-4501-A292-B91E7AFC7EF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885239" y="5650072"/>
                    <a:ext cx="657225" cy="285750"/>
                  </a:xfrm>
                  <a:custGeom>
                    <a:avLst/>
                    <a:gdLst>
                      <a:gd name="T0" fmla="*/ 414 w 414"/>
                      <a:gd name="T1" fmla="*/ 180 h 180"/>
                      <a:gd name="T2" fmla="*/ 207 w 414"/>
                      <a:gd name="T3" fmla="*/ 0 h 180"/>
                      <a:gd name="T4" fmla="*/ 109 w 414"/>
                      <a:gd name="T5" fmla="*/ 84 h 180"/>
                      <a:gd name="T6" fmla="*/ 109 w 414"/>
                      <a:gd name="T7" fmla="*/ 30 h 180"/>
                      <a:gd name="T8" fmla="*/ 64 w 414"/>
                      <a:gd name="T9" fmla="*/ 30 h 180"/>
                      <a:gd name="T10" fmla="*/ 64 w 414"/>
                      <a:gd name="T11" fmla="*/ 123 h 180"/>
                      <a:gd name="T12" fmla="*/ 0 w 414"/>
                      <a:gd name="T13" fmla="*/ 180 h 18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414" h="180">
                        <a:moveTo>
                          <a:pt x="414" y="180"/>
                        </a:moveTo>
                        <a:lnTo>
                          <a:pt x="207" y="0"/>
                        </a:lnTo>
                        <a:lnTo>
                          <a:pt x="109" y="84"/>
                        </a:lnTo>
                        <a:lnTo>
                          <a:pt x="109" y="30"/>
                        </a:lnTo>
                        <a:lnTo>
                          <a:pt x="64" y="30"/>
                        </a:lnTo>
                        <a:lnTo>
                          <a:pt x="64" y="123"/>
                        </a:lnTo>
                        <a:lnTo>
                          <a:pt x="0" y="180"/>
                        </a:lnTo>
                      </a:path>
                    </a:pathLst>
                  </a:custGeom>
                  <a:noFill/>
                  <a:ln w="9525" cap="flat">
                    <a:solidFill>
                      <a:schemeClr val="tx2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/>
                  </a:p>
                </p:txBody>
              </p:sp>
            </p:grpSp>
          </p:grpSp>
          <p:grpSp>
            <p:nvGrpSpPr>
              <p:cNvPr id="180" name="Group 179">
                <a:extLst>
                  <a:ext uri="{FF2B5EF4-FFF2-40B4-BE49-F238E27FC236}">
                    <a16:creationId xmlns:a16="http://schemas.microsoft.com/office/drawing/2014/main" id="{5EC6EC16-56C4-4632-9282-7A17D9440478}"/>
                  </a:ext>
                </a:extLst>
              </p:cNvPr>
              <p:cNvGrpSpPr/>
              <p:nvPr/>
            </p:nvGrpSpPr>
            <p:grpSpPr>
              <a:xfrm>
                <a:off x="5625268" y="920102"/>
                <a:ext cx="1719850" cy="278052"/>
                <a:chOff x="5138150" y="889622"/>
                <a:chExt cx="1719850" cy="278052"/>
              </a:xfrm>
            </p:grpSpPr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149A9C04-9F03-41D0-8D6B-8D60DCD45FF7}"/>
                    </a:ext>
                  </a:extLst>
                </p:cNvPr>
                <p:cNvSpPr txBox="1"/>
                <p:nvPr/>
              </p:nvSpPr>
              <p:spPr>
                <a:xfrm>
                  <a:off x="5561582" y="1044563"/>
                  <a:ext cx="1296418" cy="123111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lang="en-US" sz="1400" dirty="0">
                      <a:sym typeface="+mn-lt"/>
                    </a:defRPr>
                  </a:lvl1pPr>
                  <a:lvl2pPr marL="230396" lvl="1" indent="-226796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10000"/>
                    <a:buFont typeface="Wingdings" panose="05000000000000000000" pitchFamily="2" charset="2"/>
                    <a:buChar char=""/>
                    <a:defRPr lang="en-US" sz="1400" dirty="0">
                      <a:sym typeface="+mn-lt"/>
                    </a:defRPr>
                  </a:lvl2pPr>
                  <a:lvl3pPr marL="442793" lvl="2" indent="-215997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10000"/>
                    <a:buFont typeface="Arial" panose="020B0604020202020204" pitchFamily="34" charset="0"/>
                    <a:buChar char="‒"/>
                    <a:defRPr lang="en-US" sz="1400" dirty="0">
                      <a:sym typeface="+mn-lt"/>
                    </a:defRPr>
                  </a:lvl3pPr>
                  <a:lvl4pPr marL="597590" lvl="3" indent="-15119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00000"/>
                    <a:buFont typeface="Arial" panose="020B0604020202020204" pitchFamily="34" charset="0"/>
                    <a:buChar char="•"/>
                    <a:defRPr lang="en-US" sz="1400" dirty="0">
                      <a:sym typeface="+mn-lt"/>
                    </a:defRPr>
                  </a:lvl4pPr>
                  <a:lvl5pPr marL="817187" lvl="4" indent="-14759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00000"/>
                    <a:buFont typeface="Arial" panose="020B0604020202020204" pitchFamily="34" charset="0"/>
                    <a:buChar char="̶"/>
                    <a:defRPr lang="en-US" sz="1400" dirty="0">
                      <a:sym typeface="+mn-lt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ru-RU" sz="800" dirty="0">
                      <a:solidFill>
                        <a:schemeClr val="accent5"/>
                      </a:solidFill>
                    </a:rPr>
                    <a:t>Придомовая территория</a:t>
                  </a:r>
                  <a:endParaRPr lang="en-US" sz="800" dirty="0">
                    <a:solidFill>
                      <a:schemeClr val="accent5"/>
                    </a:solidFill>
                  </a:endParaRPr>
                </a:p>
              </p:txBody>
            </p:sp>
            <p:grpSp>
              <p:nvGrpSpPr>
                <p:cNvPr id="191" name="Group 190">
                  <a:extLst>
                    <a:ext uri="{FF2B5EF4-FFF2-40B4-BE49-F238E27FC236}">
                      <a16:creationId xmlns:a16="http://schemas.microsoft.com/office/drawing/2014/main" id="{0A595662-5537-4BBB-9FEE-D53D48078D24}"/>
                    </a:ext>
                  </a:extLst>
                </p:cNvPr>
                <p:cNvGrpSpPr/>
                <p:nvPr/>
              </p:nvGrpSpPr>
              <p:grpSpPr>
                <a:xfrm>
                  <a:off x="5138150" y="889622"/>
                  <a:ext cx="345642" cy="255680"/>
                  <a:chOff x="6741602" y="3075312"/>
                  <a:chExt cx="1390650" cy="1028700"/>
                </a:xfrm>
                <a:solidFill>
                  <a:schemeClr val="accent3"/>
                </a:solidFill>
              </p:grpSpPr>
              <p:sp>
                <p:nvSpPr>
                  <p:cNvPr id="192" name="Freeform: Shape 191">
                    <a:extLst>
                      <a:ext uri="{FF2B5EF4-FFF2-40B4-BE49-F238E27FC236}">
                        <a16:creationId xmlns:a16="http://schemas.microsoft.com/office/drawing/2014/main" id="{AAB0883A-8DA0-4185-A6A5-B1EBB3DD91F2}"/>
                      </a:ext>
                    </a:extLst>
                  </p:cNvPr>
                  <p:cNvSpPr/>
                  <p:nvPr/>
                </p:nvSpPr>
                <p:spPr>
                  <a:xfrm>
                    <a:off x="6741602" y="3151512"/>
                    <a:ext cx="495300" cy="495300"/>
                  </a:xfrm>
                  <a:custGeom>
                    <a:avLst/>
                    <a:gdLst>
                      <a:gd name="connsiteX0" fmla="*/ 247650 w 495300"/>
                      <a:gd name="connsiteY0" fmla="*/ 495300 h 495300"/>
                      <a:gd name="connsiteX1" fmla="*/ 0 w 495300"/>
                      <a:gd name="connsiteY1" fmla="*/ 247650 h 495300"/>
                      <a:gd name="connsiteX2" fmla="*/ 247650 w 495300"/>
                      <a:gd name="connsiteY2" fmla="*/ 0 h 495300"/>
                      <a:gd name="connsiteX3" fmla="*/ 495300 w 495300"/>
                      <a:gd name="connsiteY3" fmla="*/ 247650 h 495300"/>
                      <a:gd name="connsiteX4" fmla="*/ 247650 w 495300"/>
                      <a:gd name="connsiteY4" fmla="*/ 495300 h 495300"/>
                      <a:gd name="connsiteX5" fmla="*/ 247650 w 495300"/>
                      <a:gd name="connsiteY5" fmla="*/ 38100 h 495300"/>
                      <a:gd name="connsiteX6" fmla="*/ 38100 w 495300"/>
                      <a:gd name="connsiteY6" fmla="*/ 247650 h 495300"/>
                      <a:gd name="connsiteX7" fmla="*/ 247650 w 495300"/>
                      <a:gd name="connsiteY7" fmla="*/ 457200 h 495300"/>
                      <a:gd name="connsiteX8" fmla="*/ 457200 w 495300"/>
                      <a:gd name="connsiteY8" fmla="*/ 247650 h 495300"/>
                      <a:gd name="connsiteX9" fmla="*/ 247650 w 495300"/>
                      <a:gd name="connsiteY9" fmla="*/ 38100 h 495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95300" h="495300">
                        <a:moveTo>
                          <a:pt x="247650" y="495300"/>
                        </a:moveTo>
                        <a:cubicBezTo>
                          <a:pt x="111062" y="495300"/>
                          <a:pt x="0" y="384239"/>
                          <a:pt x="0" y="247650"/>
                        </a:cubicBezTo>
                        <a:cubicBezTo>
                          <a:pt x="0" y="111062"/>
                          <a:pt x="111062" y="0"/>
                          <a:pt x="247650" y="0"/>
                        </a:cubicBezTo>
                        <a:cubicBezTo>
                          <a:pt x="384239" y="0"/>
                          <a:pt x="495300" y="111062"/>
                          <a:pt x="495300" y="247650"/>
                        </a:cubicBezTo>
                        <a:cubicBezTo>
                          <a:pt x="495300" y="384239"/>
                          <a:pt x="384239" y="495300"/>
                          <a:pt x="247650" y="495300"/>
                        </a:cubicBezTo>
                        <a:close/>
                        <a:moveTo>
                          <a:pt x="247650" y="38100"/>
                        </a:moveTo>
                        <a:cubicBezTo>
                          <a:pt x="132112" y="38100"/>
                          <a:pt x="38100" y="132112"/>
                          <a:pt x="38100" y="247650"/>
                        </a:cubicBezTo>
                        <a:cubicBezTo>
                          <a:pt x="38100" y="363188"/>
                          <a:pt x="132112" y="457200"/>
                          <a:pt x="247650" y="457200"/>
                        </a:cubicBezTo>
                        <a:cubicBezTo>
                          <a:pt x="363188" y="457200"/>
                          <a:pt x="457200" y="363188"/>
                          <a:pt x="457200" y="247650"/>
                        </a:cubicBezTo>
                        <a:cubicBezTo>
                          <a:pt x="457200" y="132112"/>
                          <a:pt x="363188" y="38100"/>
                          <a:pt x="247650" y="381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3" name="Freeform: Shape 192">
                    <a:extLst>
                      <a:ext uri="{FF2B5EF4-FFF2-40B4-BE49-F238E27FC236}">
                        <a16:creationId xmlns:a16="http://schemas.microsoft.com/office/drawing/2014/main" id="{0D3616AD-7BA5-40EA-95B1-9E012CAB3849}"/>
                      </a:ext>
                    </a:extLst>
                  </p:cNvPr>
                  <p:cNvSpPr/>
                  <p:nvPr/>
                </p:nvSpPr>
                <p:spPr>
                  <a:xfrm>
                    <a:off x="6970202" y="3532512"/>
                    <a:ext cx="38100" cy="571500"/>
                  </a:xfrm>
                  <a:custGeom>
                    <a:avLst/>
                    <a:gdLst>
                      <a:gd name="connsiteX0" fmla="*/ 19050 w 38100"/>
                      <a:gd name="connsiteY0" fmla="*/ 571500 h 571500"/>
                      <a:gd name="connsiteX1" fmla="*/ 0 w 38100"/>
                      <a:gd name="connsiteY1" fmla="*/ 552450 h 571500"/>
                      <a:gd name="connsiteX2" fmla="*/ 0 w 38100"/>
                      <a:gd name="connsiteY2" fmla="*/ 19050 h 571500"/>
                      <a:gd name="connsiteX3" fmla="*/ 19050 w 38100"/>
                      <a:gd name="connsiteY3" fmla="*/ 0 h 571500"/>
                      <a:gd name="connsiteX4" fmla="*/ 38100 w 38100"/>
                      <a:gd name="connsiteY4" fmla="*/ 19050 h 571500"/>
                      <a:gd name="connsiteX5" fmla="*/ 38100 w 38100"/>
                      <a:gd name="connsiteY5" fmla="*/ 552450 h 571500"/>
                      <a:gd name="connsiteX6" fmla="*/ 19050 w 38100"/>
                      <a:gd name="connsiteY6" fmla="*/ 571500 h 5715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8100" h="571500">
                        <a:moveTo>
                          <a:pt x="19050" y="571500"/>
                        </a:moveTo>
                        <a:cubicBezTo>
                          <a:pt x="8477" y="571500"/>
                          <a:pt x="0" y="563023"/>
                          <a:pt x="0" y="552450"/>
                        </a:cubicBezTo>
                        <a:lnTo>
                          <a:pt x="0" y="19050"/>
                        </a:lnTo>
                        <a:cubicBezTo>
                          <a:pt x="0" y="8477"/>
                          <a:pt x="8477" y="0"/>
                          <a:pt x="19050" y="0"/>
                        </a:cubicBezTo>
                        <a:cubicBezTo>
                          <a:pt x="29623" y="0"/>
                          <a:pt x="38100" y="8477"/>
                          <a:pt x="38100" y="19050"/>
                        </a:cubicBezTo>
                        <a:lnTo>
                          <a:pt x="38100" y="552450"/>
                        </a:lnTo>
                        <a:cubicBezTo>
                          <a:pt x="38100" y="563023"/>
                          <a:pt x="29623" y="571500"/>
                          <a:pt x="19050" y="5715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4" name="Freeform: Shape 193">
                    <a:extLst>
                      <a:ext uri="{FF2B5EF4-FFF2-40B4-BE49-F238E27FC236}">
                        <a16:creationId xmlns:a16="http://schemas.microsoft.com/office/drawing/2014/main" id="{EE439DB5-2523-4216-8B4A-F29535BBD286}"/>
                      </a:ext>
                    </a:extLst>
                  </p:cNvPr>
                  <p:cNvSpPr/>
                  <p:nvPr/>
                </p:nvSpPr>
                <p:spPr>
                  <a:xfrm>
                    <a:off x="6894049" y="3456264"/>
                    <a:ext cx="190499" cy="114347"/>
                  </a:xfrm>
                  <a:custGeom>
                    <a:avLst/>
                    <a:gdLst>
                      <a:gd name="connsiteX0" fmla="*/ 95202 w 190499"/>
                      <a:gd name="connsiteY0" fmla="*/ 114348 h 114347"/>
                      <a:gd name="connsiteX1" fmla="*/ 81772 w 190499"/>
                      <a:gd name="connsiteY1" fmla="*/ 108728 h 114347"/>
                      <a:gd name="connsiteX2" fmla="*/ 5572 w 190499"/>
                      <a:gd name="connsiteY2" fmla="*/ 32528 h 114347"/>
                      <a:gd name="connsiteX3" fmla="*/ 5572 w 190499"/>
                      <a:gd name="connsiteY3" fmla="*/ 5572 h 114347"/>
                      <a:gd name="connsiteX4" fmla="*/ 32528 w 190499"/>
                      <a:gd name="connsiteY4" fmla="*/ 5572 h 114347"/>
                      <a:gd name="connsiteX5" fmla="*/ 95202 w 190499"/>
                      <a:gd name="connsiteY5" fmla="*/ 68342 h 114347"/>
                      <a:gd name="connsiteX6" fmla="*/ 157972 w 190499"/>
                      <a:gd name="connsiteY6" fmla="*/ 5572 h 114347"/>
                      <a:gd name="connsiteX7" fmla="*/ 184928 w 190499"/>
                      <a:gd name="connsiteY7" fmla="*/ 5572 h 114347"/>
                      <a:gd name="connsiteX8" fmla="*/ 184928 w 190499"/>
                      <a:gd name="connsiteY8" fmla="*/ 32528 h 114347"/>
                      <a:gd name="connsiteX9" fmla="*/ 108728 w 190499"/>
                      <a:gd name="connsiteY9" fmla="*/ 108728 h 114347"/>
                      <a:gd name="connsiteX10" fmla="*/ 95202 w 190499"/>
                      <a:gd name="connsiteY10" fmla="*/ 114348 h 1143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90499" h="114347">
                        <a:moveTo>
                          <a:pt x="95202" y="114348"/>
                        </a:moveTo>
                        <a:cubicBezTo>
                          <a:pt x="90345" y="114348"/>
                          <a:pt x="85487" y="112443"/>
                          <a:pt x="81772" y="108728"/>
                        </a:cubicBezTo>
                        <a:lnTo>
                          <a:pt x="5572" y="32528"/>
                        </a:lnTo>
                        <a:cubicBezTo>
                          <a:pt x="-1857" y="25098"/>
                          <a:pt x="-1857" y="13002"/>
                          <a:pt x="5572" y="5572"/>
                        </a:cubicBezTo>
                        <a:cubicBezTo>
                          <a:pt x="13002" y="-1857"/>
                          <a:pt x="25098" y="-1857"/>
                          <a:pt x="32528" y="5572"/>
                        </a:cubicBezTo>
                        <a:lnTo>
                          <a:pt x="95202" y="68342"/>
                        </a:lnTo>
                        <a:lnTo>
                          <a:pt x="157972" y="5572"/>
                        </a:lnTo>
                        <a:cubicBezTo>
                          <a:pt x="165402" y="-1857"/>
                          <a:pt x="177498" y="-1857"/>
                          <a:pt x="184928" y="5572"/>
                        </a:cubicBezTo>
                        <a:cubicBezTo>
                          <a:pt x="192357" y="13002"/>
                          <a:pt x="192357" y="25098"/>
                          <a:pt x="184928" y="32528"/>
                        </a:cubicBezTo>
                        <a:lnTo>
                          <a:pt x="108728" y="108728"/>
                        </a:lnTo>
                        <a:cubicBezTo>
                          <a:pt x="104918" y="112443"/>
                          <a:pt x="100060" y="114348"/>
                          <a:pt x="95202" y="114348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5" name="Freeform: Shape 194">
                    <a:extLst>
                      <a:ext uri="{FF2B5EF4-FFF2-40B4-BE49-F238E27FC236}">
                        <a16:creationId xmlns:a16="http://schemas.microsoft.com/office/drawing/2014/main" id="{57635A28-C511-4251-8C94-DCAE5DBBCBBA}"/>
                      </a:ext>
                    </a:extLst>
                  </p:cNvPr>
                  <p:cNvSpPr/>
                  <p:nvPr/>
                </p:nvSpPr>
                <p:spPr>
                  <a:xfrm>
                    <a:off x="6913052" y="4065912"/>
                    <a:ext cx="1219200" cy="38100"/>
                  </a:xfrm>
                  <a:custGeom>
                    <a:avLst/>
                    <a:gdLst>
                      <a:gd name="connsiteX0" fmla="*/ 0 w 1219200"/>
                      <a:gd name="connsiteY0" fmla="*/ 0 h 38100"/>
                      <a:gd name="connsiteX1" fmla="*/ 1219200 w 1219200"/>
                      <a:gd name="connsiteY1" fmla="*/ 0 h 38100"/>
                      <a:gd name="connsiteX2" fmla="*/ 1219200 w 1219200"/>
                      <a:gd name="connsiteY2" fmla="*/ 38100 h 38100"/>
                      <a:gd name="connsiteX3" fmla="*/ 0 w 12192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19200" h="38100">
                        <a:moveTo>
                          <a:pt x="0" y="0"/>
                        </a:moveTo>
                        <a:lnTo>
                          <a:pt x="1219200" y="0"/>
                        </a:lnTo>
                        <a:lnTo>
                          <a:pt x="12192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8" name="Freeform: Shape 197">
                    <a:extLst>
                      <a:ext uri="{FF2B5EF4-FFF2-40B4-BE49-F238E27FC236}">
                        <a16:creationId xmlns:a16="http://schemas.microsoft.com/office/drawing/2014/main" id="{04FA95A4-3CC1-4AF0-AA36-4DB10672BAE7}"/>
                      </a:ext>
                    </a:extLst>
                  </p:cNvPr>
                  <p:cNvSpPr/>
                  <p:nvPr/>
                </p:nvSpPr>
                <p:spPr>
                  <a:xfrm>
                    <a:off x="7427496" y="3075312"/>
                    <a:ext cx="190405" cy="114300"/>
                  </a:xfrm>
                  <a:custGeom>
                    <a:avLst/>
                    <a:gdLst>
                      <a:gd name="connsiteX0" fmla="*/ 95156 w 190405"/>
                      <a:gd name="connsiteY0" fmla="*/ 114300 h 114300"/>
                      <a:gd name="connsiteX1" fmla="*/ 76106 w 190405"/>
                      <a:gd name="connsiteY1" fmla="*/ 95536 h 114300"/>
                      <a:gd name="connsiteX2" fmla="*/ 76106 w 190405"/>
                      <a:gd name="connsiteY2" fmla="*/ 95536 h 114300"/>
                      <a:gd name="connsiteX3" fmla="*/ 76106 w 190405"/>
                      <a:gd name="connsiteY3" fmla="*/ 95536 h 114300"/>
                      <a:gd name="connsiteX4" fmla="*/ 76106 w 190405"/>
                      <a:gd name="connsiteY4" fmla="*/ 95536 h 114300"/>
                      <a:gd name="connsiteX5" fmla="*/ 76106 w 190405"/>
                      <a:gd name="connsiteY5" fmla="*/ 95441 h 114300"/>
                      <a:gd name="connsiteX6" fmla="*/ 76106 w 190405"/>
                      <a:gd name="connsiteY6" fmla="*/ 95345 h 114300"/>
                      <a:gd name="connsiteX7" fmla="*/ 76106 w 190405"/>
                      <a:gd name="connsiteY7" fmla="*/ 95345 h 114300"/>
                      <a:gd name="connsiteX8" fmla="*/ 76106 w 190405"/>
                      <a:gd name="connsiteY8" fmla="*/ 95250 h 114300"/>
                      <a:gd name="connsiteX9" fmla="*/ 18860 w 190405"/>
                      <a:gd name="connsiteY9" fmla="*/ 38100 h 114300"/>
                      <a:gd name="connsiteX10" fmla="*/ 1 w 190405"/>
                      <a:gd name="connsiteY10" fmla="*/ 18955 h 114300"/>
                      <a:gd name="connsiteX11" fmla="*/ 18956 w 190405"/>
                      <a:gd name="connsiteY11" fmla="*/ 0 h 114300"/>
                      <a:gd name="connsiteX12" fmla="*/ 95441 w 190405"/>
                      <a:gd name="connsiteY12" fmla="*/ 35243 h 114300"/>
                      <a:gd name="connsiteX13" fmla="*/ 171356 w 190405"/>
                      <a:gd name="connsiteY13" fmla="*/ 0 h 114300"/>
                      <a:gd name="connsiteX14" fmla="*/ 190406 w 190405"/>
                      <a:gd name="connsiteY14" fmla="*/ 19050 h 114300"/>
                      <a:gd name="connsiteX15" fmla="*/ 171356 w 190405"/>
                      <a:gd name="connsiteY15" fmla="*/ 38100 h 114300"/>
                      <a:gd name="connsiteX16" fmla="*/ 114206 w 190405"/>
                      <a:gd name="connsiteY16" fmla="*/ 95345 h 114300"/>
                      <a:gd name="connsiteX17" fmla="*/ 95156 w 190405"/>
                      <a:gd name="connsiteY17" fmla="*/ 114300 h 114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90405" h="114300">
                        <a:moveTo>
                          <a:pt x="95156" y="114300"/>
                        </a:moveTo>
                        <a:cubicBezTo>
                          <a:pt x="84678" y="114300"/>
                          <a:pt x="76296" y="105918"/>
                          <a:pt x="76106" y="95536"/>
                        </a:cubicBezTo>
                        <a:cubicBezTo>
                          <a:pt x="76106" y="95536"/>
                          <a:pt x="76106" y="95536"/>
                          <a:pt x="76106" y="95536"/>
                        </a:cubicBezTo>
                        <a:lnTo>
                          <a:pt x="76106" y="95536"/>
                        </a:lnTo>
                        <a:lnTo>
                          <a:pt x="76106" y="95536"/>
                        </a:lnTo>
                        <a:cubicBezTo>
                          <a:pt x="76106" y="95536"/>
                          <a:pt x="76106" y="95441"/>
                          <a:pt x="76106" y="95441"/>
                        </a:cubicBezTo>
                        <a:cubicBezTo>
                          <a:pt x="76106" y="95441"/>
                          <a:pt x="76106" y="95441"/>
                          <a:pt x="76106" y="95345"/>
                        </a:cubicBezTo>
                        <a:lnTo>
                          <a:pt x="76106" y="95345"/>
                        </a:lnTo>
                        <a:cubicBezTo>
                          <a:pt x="76106" y="95345"/>
                          <a:pt x="76106" y="95345"/>
                          <a:pt x="76106" y="95250"/>
                        </a:cubicBezTo>
                        <a:cubicBezTo>
                          <a:pt x="76106" y="41434"/>
                          <a:pt x="28385" y="38195"/>
                          <a:pt x="18860" y="38100"/>
                        </a:cubicBezTo>
                        <a:cubicBezTo>
                          <a:pt x="8383" y="38005"/>
                          <a:pt x="-94" y="29432"/>
                          <a:pt x="1" y="18955"/>
                        </a:cubicBezTo>
                        <a:cubicBezTo>
                          <a:pt x="1" y="8477"/>
                          <a:pt x="8478" y="0"/>
                          <a:pt x="18956" y="0"/>
                        </a:cubicBezTo>
                        <a:cubicBezTo>
                          <a:pt x="40482" y="0"/>
                          <a:pt x="74391" y="8477"/>
                          <a:pt x="95441" y="35243"/>
                        </a:cubicBezTo>
                        <a:cubicBezTo>
                          <a:pt x="109824" y="15621"/>
                          <a:pt x="133637" y="0"/>
                          <a:pt x="171356" y="0"/>
                        </a:cubicBezTo>
                        <a:cubicBezTo>
                          <a:pt x="181928" y="0"/>
                          <a:pt x="190406" y="8573"/>
                          <a:pt x="190406" y="19050"/>
                        </a:cubicBezTo>
                        <a:cubicBezTo>
                          <a:pt x="190406" y="29528"/>
                          <a:pt x="181928" y="38100"/>
                          <a:pt x="171356" y="38100"/>
                        </a:cubicBezTo>
                        <a:cubicBezTo>
                          <a:pt x="117635" y="38100"/>
                          <a:pt x="114301" y="85725"/>
                          <a:pt x="114206" y="95345"/>
                        </a:cubicBezTo>
                        <a:cubicBezTo>
                          <a:pt x="114110" y="105823"/>
                          <a:pt x="105633" y="114300"/>
                          <a:pt x="95156" y="1143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0" name="Freeform: Shape 199">
                    <a:extLst>
                      <a:ext uri="{FF2B5EF4-FFF2-40B4-BE49-F238E27FC236}">
                        <a16:creationId xmlns:a16="http://schemas.microsoft.com/office/drawing/2014/main" id="{B531C208-59CB-40AD-8590-A02F184CEE8B}"/>
                      </a:ext>
                    </a:extLst>
                  </p:cNvPr>
                  <p:cNvSpPr/>
                  <p:nvPr/>
                </p:nvSpPr>
                <p:spPr>
                  <a:xfrm>
                    <a:off x="7579896" y="3151512"/>
                    <a:ext cx="190405" cy="114300"/>
                  </a:xfrm>
                  <a:custGeom>
                    <a:avLst/>
                    <a:gdLst>
                      <a:gd name="connsiteX0" fmla="*/ 95156 w 190405"/>
                      <a:gd name="connsiteY0" fmla="*/ 114300 h 114300"/>
                      <a:gd name="connsiteX1" fmla="*/ 76106 w 190405"/>
                      <a:gd name="connsiteY1" fmla="*/ 95536 h 114300"/>
                      <a:gd name="connsiteX2" fmla="*/ 76106 w 190405"/>
                      <a:gd name="connsiteY2" fmla="*/ 95536 h 114300"/>
                      <a:gd name="connsiteX3" fmla="*/ 76106 w 190405"/>
                      <a:gd name="connsiteY3" fmla="*/ 95536 h 114300"/>
                      <a:gd name="connsiteX4" fmla="*/ 76106 w 190405"/>
                      <a:gd name="connsiteY4" fmla="*/ 95536 h 114300"/>
                      <a:gd name="connsiteX5" fmla="*/ 76106 w 190405"/>
                      <a:gd name="connsiteY5" fmla="*/ 95441 h 114300"/>
                      <a:gd name="connsiteX6" fmla="*/ 76106 w 190405"/>
                      <a:gd name="connsiteY6" fmla="*/ 95345 h 114300"/>
                      <a:gd name="connsiteX7" fmla="*/ 76106 w 190405"/>
                      <a:gd name="connsiteY7" fmla="*/ 95345 h 114300"/>
                      <a:gd name="connsiteX8" fmla="*/ 76106 w 190405"/>
                      <a:gd name="connsiteY8" fmla="*/ 95250 h 114300"/>
                      <a:gd name="connsiteX9" fmla="*/ 18860 w 190405"/>
                      <a:gd name="connsiteY9" fmla="*/ 38100 h 114300"/>
                      <a:gd name="connsiteX10" fmla="*/ 1 w 190405"/>
                      <a:gd name="connsiteY10" fmla="*/ 18955 h 114300"/>
                      <a:gd name="connsiteX11" fmla="*/ 18956 w 190405"/>
                      <a:gd name="connsiteY11" fmla="*/ 0 h 114300"/>
                      <a:gd name="connsiteX12" fmla="*/ 95441 w 190405"/>
                      <a:gd name="connsiteY12" fmla="*/ 35243 h 114300"/>
                      <a:gd name="connsiteX13" fmla="*/ 171356 w 190405"/>
                      <a:gd name="connsiteY13" fmla="*/ 0 h 114300"/>
                      <a:gd name="connsiteX14" fmla="*/ 190406 w 190405"/>
                      <a:gd name="connsiteY14" fmla="*/ 19050 h 114300"/>
                      <a:gd name="connsiteX15" fmla="*/ 171356 w 190405"/>
                      <a:gd name="connsiteY15" fmla="*/ 38100 h 114300"/>
                      <a:gd name="connsiteX16" fmla="*/ 114206 w 190405"/>
                      <a:gd name="connsiteY16" fmla="*/ 95345 h 114300"/>
                      <a:gd name="connsiteX17" fmla="*/ 95156 w 190405"/>
                      <a:gd name="connsiteY17" fmla="*/ 114300 h 114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90405" h="114300">
                        <a:moveTo>
                          <a:pt x="95156" y="114300"/>
                        </a:moveTo>
                        <a:cubicBezTo>
                          <a:pt x="84678" y="114300"/>
                          <a:pt x="76296" y="105918"/>
                          <a:pt x="76106" y="95536"/>
                        </a:cubicBezTo>
                        <a:cubicBezTo>
                          <a:pt x="76106" y="95536"/>
                          <a:pt x="76106" y="95536"/>
                          <a:pt x="76106" y="95536"/>
                        </a:cubicBezTo>
                        <a:lnTo>
                          <a:pt x="76106" y="95536"/>
                        </a:lnTo>
                        <a:lnTo>
                          <a:pt x="76106" y="95536"/>
                        </a:lnTo>
                        <a:cubicBezTo>
                          <a:pt x="76106" y="95536"/>
                          <a:pt x="76106" y="95441"/>
                          <a:pt x="76106" y="95441"/>
                        </a:cubicBezTo>
                        <a:cubicBezTo>
                          <a:pt x="76106" y="95441"/>
                          <a:pt x="76106" y="95441"/>
                          <a:pt x="76106" y="95345"/>
                        </a:cubicBezTo>
                        <a:lnTo>
                          <a:pt x="76106" y="95345"/>
                        </a:lnTo>
                        <a:cubicBezTo>
                          <a:pt x="76106" y="95345"/>
                          <a:pt x="76106" y="95345"/>
                          <a:pt x="76106" y="95250"/>
                        </a:cubicBezTo>
                        <a:cubicBezTo>
                          <a:pt x="76106" y="41434"/>
                          <a:pt x="28385" y="38195"/>
                          <a:pt x="18860" y="38100"/>
                        </a:cubicBezTo>
                        <a:cubicBezTo>
                          <a:pt x="8383" y="38005"/>
                          <a:pt x="-94" y="29432"/>
                          <a:pt x="1" y="18955"/>
                        </a:cubicBezTo>
                        <a:cubicBezTo>
                          <a:pt x="1" y="8477"/>
                          <a:pt x="8478" y="0"/>
                          <a:pt x="18956" y="0"/>
                        </a:cubicBezTo>
                        <a:cubicBezTo>
                          <a:pt x="40482" y="0"/>
                          <a:pt x="74391" y="8477"/>
                          <a:pt x="95441" y="35243"/>
                        </a:cubicBezTo>
                        <a:cubicBezTo>
                          <a:pt x="109824" y="15621"/>
                          <a:pt x="133637" y="0"/>
                          <a:pt x="171356" y="0"/>
                        </a:cubicBezTo>
                        <a:cubicBezTo>
                          <a:pt x="181928" y="0"/>
                          <a:pt x="190406" y="8572"/>
                          <a:pt x="190406" y="19050"/>
                        </a:cubicBezTo>
                        <a:cubicBezTo>
                          <a:pt x="190406" y="29528"/>
                          <a:pt x="181928" y="38100"/>
                          <a:pt x="171356" y="38100"/>
                        </a:cubicBezTo>
                        <a:cubicBezTo>
                          <a:pt x="117635" y="38100"/>
                          <a:pt x="114301" y="85725"/>
                          <a:pt x="114206" y="95345"/>
                        </a:cubicBezTo>
                        <a:cubicBezTo>
                          <a:pt x="114110" y="105823"/>
                          <a:pt x="105633" y="114300"/>
                          <a:pt x="95156" y="1143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1" name="Freeform: Shape 200">
                    <a:extLst>
                      <a:ext uri="{FF2B5EF4-FFF2-40B4-BE49-F238E27FC236}">
                        <a16:creationId xmlns:a16="http://schemas.microsoft.com/office/drawing/2014/main" id="{A600CF29-D39F-4D69-BB7F-B21C3E853AEB}"/>
                      </a:ext>
                    </a:extLst>
                  </p:cNvPr>
                  <p:cNvSpPr/>
                  <p:nvPr/>
                </p:nvSpPr>
                <p:spPr>
                  <a:xfrm>
                    <a:off x="7351296" y="3227712"/>
                    <a:ext cx="190405" cy="114300"/>
                  </a:xfrm>
                  <a:custGeom>
                    <a:avLst/>
                    <a:gdLst>
                      <a:gd name="connsiteX0" fmla="*/ 95156 w 190405"/>
                      <a:gd name="connsiteY0" fmla="*/ 114300 h 114300"/>
                      <a:gd name="connsiteX1" fmla="*/ 76106 w 190405"/>
                      <a:gd name="connsiteY1" fmla="*/ 95536 h 114300"/>
                      <a:gd name="connsiteX2" fmla="*/ 76106 w 190405"/>
                      <a:gd name="connsiteY2" fmla="*/ 95536 h 114300"/>
                      <a:gd name="connsiteX3" fmla="*/ 76106 w 190405"/>
                      <a:gd name="connsiteY3" fmla="*/ 95536 h 114300"/>
                      <a:gd name="connsiteX4" fmla="*/ 76106 w 190405"/>
                      <a:gd name="connsiteY4" fmla="*/ 95536 h 114300"/>
                      <a:gd name="connsiteX5" fmla="*/ 76106 w 190405"/>
                      <a:gd name="connsiteY5" fmla="*/ 95441 h 114300"/>
                      <a:gd name="connsiteX6" fmla="*/ 76106 w 190405"/>
                      <a:gd name="connsiteY6" fmla="*/ 95345 h 114300"/>
                      <a:gd name="connsiteX7" fmla="*/ 76106 w 190405"/>
                      <a:gd name="connsiteY7" fmla="*/ 95345 h 114300"/>
                      <a:gd name="connsiteX8" fmla="*/ 76106 w 190405"/>
                      <a:gd name="connsiteY8" fmla="*/ 95250 h 114300"/>
                      <a:gd name="connsiteX9" fmla="*/ 18860 w 190405"/>
                      <a:gd name="connsiteY9" fmla="*/ 38100 h 114300"/>
                      <a:gd name="connsiteX10" fmla="*/ 1 w 190405"/>
                      <a:gd name="connsiteY10" fmla="*/ 18955 h 114300"/>
                      <a:gd name="connsiteX11" fmla="*/ 18956 w 190405"/>
                      <a:gd name="connsiteY11" fmla="*/ 0 h 114300"/>
                      <a:gd name="connsiteX12" fmla="*/ 95441 w 190405"/>
                      <a:gd name="connsiteY12" fmla="*/ 35243 h 114300"/>
                      <a:gd name="connsiteX13" fmla="*/ 171356 w 190405"/>
                      <a:gd name="connsiteY13" fmla="*/ 0 h 114300"/>
                      <a:gd name="connsiteX14" fmla="*/ 190406 w 190405"/>
                      <a:gd name="connsiteY14" fmla="*/ 19050 h 114300"/>
                      <a:gd name="connsiteX15" fmla="*/ 171356 w 190405"/>
                      <a:gd name="connsiteY15" fmla="*/ 38100 h 114300"/>
                      <a:gd name="connsiteX16" fmla="*/ 114206 w 190405"/>
                      <a:gd name="connsiteY16" fmla="*/ 95345 h 114300"/>
                      <a:gd name="connsiteX17" fmla="*/ 95156 w 190405"/>
                      <a:gd name="connsiteY17" fmla="*/ 114300 h 114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90405" h="114300">
                        <a:moveTo>
                          <a:pt x="95156" y="114300"/>
                        </a:moveTo>
                        <a:cubicBezTo>
                          <a:pt x="84678" y="114300"/>
                          <a:pt x="76296" y="105918"/>
                          <a:pt x="76106" y="95536"/>
                        </a:cubicBezTo>
                        <a:cubicBezTo>
                          <a:pt x="76106" y="95536"/>
                          <a:pt x="76106" y="95536"/>
                          <a:pt x="76106" y="95536"/>
                        </a:cubicBezTo>
                        <a:lnTo>
                          <a:pt x="76106" y="95536"/>
                        </a:lnTo>
                        <a:lnTo>
                          <a:pt x="76106" y="95536"/>
                        </a:lnTo>
                        <a:cubicBezTo>
                          <a:pt x="76106" y="95536"/>
                          <a:pt x="76106" y="95441"/>
                          <a:pt x="76106" y="95441"/>
                        </a:cubicBezTo>
                        <a:cubicBezTo>
                          <a:pt x="76106" y="95441"/>
                          <a:pt x="76106" y="95441"/>
                          <a:pt x="76106" y="95345"/>
                        </a:cubicBezTo>
                        <a:lnTo>
                          <a:pt x="76106" y="95345"/>
                        </a:lnTo>
                        <a:cubicBezTo>
                          <a:pt x="76106" y="95345"/>
                          <a:pt x="76106" y="95345"/>
                          <a:pt x="76106" y="95250"/>
                        </a:cubicBezTo>
                        <a:cubicBezTo>
                          <a:pt x="76106" y="41434"/>
                          <a:pt x="28385" y="38195"/>
                          <a:pt x="18860" y="38100"/>
                        </a:cubicBezTo>
                        <a:cubicBezTo>
                          <a:pt x="8383" y="38005"/>
                          <a:pt x="-94" y="29432"/>
                          <a:pt x="1" y="18955"/>
                        </a:cubicBezTo>
                        <a:cubicBezTo>
                          <a:pt x="1" y="8477"/>
                          <a:pt x="8478" y="0"/>
                          <a:pt x="18956" y="0"/>
                        </a:cubicBezTo>
                        <a:cubicBezTo>
                          <a:pt x="40482" y="0"/>
                          <a:pt x="74391" y="8477"/>
                          <a:pt x="95441" y="35243"/>
                        </a:cubicBezTo>
                        <a:cubicBezTo>
                          <a:pt x="109824" y="15621"/>
                          <a:pt x="133637" y="0"/>
                          <a:pt x="171356" y="0"/>
                        </a:cubicBezTo>
                        <a:cubicBezTo>
                          <a:pt x="181928" y="0"/>
                          <a:pt x="190406" y="8572"/>
                          <a:pt x="190406" y="19050"/>
                        </a:cubicBezTo>
                        <a:cubicBezTo>
                          <a:pt x="190406" y="29528"/>
                          <a:pt x="181928" y="38100"/>
                          <a:pt x="171356" y="38100"/>
                        </a:cubicBezTo>
                        <a:cubicBezTo>
                          <a:pt x="117635" y="38100"/>
                          <a:pt x="114301" y="85725"/>
                          <a:pt x="114206" y="95345"/>
                        </a:cubicBezTo>
                        <a:cubicBezTo>
                          <a:pt x="114110" y="105823"/>
                          <a:pt x="105633" y="114300"/>
                          <a:pt x="95156" y="1143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202" name="Graphic 112">
                    <a:extLst>
                      <a:ext uri="{FF2B5EF4-FFF2-40B4-BE49-F238E27FC236}">
                        <a16:creationId xmlns:a16="http://schemas.microsoft.com/office/drawing/2014/main" id="{21117107-D9AC-4743-9B98-1C555AC4E7A6}"/>
                      </a:ext>
                    </a:extLst>
                  </p:cNvPr>
                  <p:cNvGrpSpPr/>
                  <p:nvPr/>
                </p:nvGrpSpPr>
                <p:grpSpPr>
                  <a:xfrm>
                    <a:off x="7109933" y="3608977"/>
                    <a:ext cx="825436" cy="485795"/>
                    <a:chOff x="5769006" y="3448315"/>
                    <a:chExt cx="825436" cy="485795"/>
                  </a:xfrm>
                  <a:grpFill/>
                </p:grpSpPr>
                <p:sp>
                  <p:nvSpPr>
                    <p:cNvPr id="203" name="Freeform: Shape 202">
                      <a:extLst>
                        <a:ext uri="{FF2B5EF4-FFF2-40B4-BE49-F238E27FC236}">
                          <a16:creationId xmlns:a16="http://schemas.microsoft.com/office/drawing/2014/main" id="{2ECE0A3A-89BD-4CEF-986C-9504C647D6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32836" y="3448335"/>
                      <a:ext cx="133540" cy="38100"/>
                    </a:xfrm>
                    <a:custGeom>
                      <a:avLst/>
                      <a:gdLst>
                        <a:gd name="connsiteX0" fmla="*/ 114491 w 133540"/>
                        <a:gd name="connsiteY0" fmla="*/ 38100 h 38100"/>
                        <a:gd name="connsiteX1" fmla="*/ 19050 w 133540"/>
                        <a:gd name="connsiteY1" fmla="*/ 38100 h 38100"/>
                        <a:gd name="connsiteX2" fmla="*/ 0 w 133540"/>
                        <a:gd name="connsiteY2" fmla="*/ 19050 h 38100"/>
                        <a:gd name="connsiteX3" fmla="*/ 19050 w 133540"/>
                        <a:gd name="connsiteY3" fmla="*/ 0 h 38100"/>
                        <a:gd name="connsiteX4" fmla="*/ 114491 w 133540"/>
                        <a:gd name="connsiteY4" fmla="*/ 0 h 38100"/>
                        <a:gd name="connsiteX5" fmla="*/ 133541 w 133540"/>
                        <a:gd name="connsiteY5" fmla="*/ 19050 h 38100"/>
                        <a:gd name="connsiteX6" fmla="*/ 114491 w 133540"/>
                        <a:gd name="connsiteY6" fmla="*/ 38100 h 38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33540" h="38100">
                          <a:moveTo>
                            <a:pt x="114491" y="38100"/>
                          </a:moveTo>
                          <a:lnTo>
                            <a:pt x="19050" y="38100"/>
                          </a:lnTo>
                          <a:cubicBezTo>
                            <a:pt x="8477" y="38100"/>
                            <a:pt x="0" y="29623"/>
                            <a:pt x="0" y="19050"/>
                          </a:cubicBezTo>
                          <a:cubicBezTo>
                            <a:pt x="0" y="8477"/>
                            <a:pt x="8477" y="0"/>
                            <a:pt x="19050" y="0"/>
                          </a:cubicBezTo>
                          <a:lnTo>
                            <a:pt x="114491" y="0"/>
                          </a:lnTo>
                          <a:cubicBezTo>
                            <a:pt x="125063" y="0"/>
                            <a:pt x="133541" y="8477"/>
                            <a:pt x="133541" y="19050"/>
                          </a:cubicBezTo>
                          <a:cubicBezTo>
                            <a:pt x="133541" y="29528"/>
                            <a:pt x="125063" y="38100"/>
                            <a:pt x="114491" y="38100"/>
                          </a:cubicBez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204" name="Graphic 112">
                      <a:extLst>
                        <a:ext uri="{FF2B5EF4-FFF2-40B4-BE49-F238E27FC236}">
                          <a16:creationId xmlns:a16="http://schemas.microsoft.com/office/drawing/2014/main" id="{297CE387-E59A-4D57-858F-A4CCE4FE64B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69006" y="3448315"/>
                      <a:ext cx="825436" cy="485795"/>
                      <a:chOff x="5769006" y="3448315"/>
                      <a:chExt cx="825436" cy="485795"/>
                    </a:xfrm>
                    <a:grpFill/>
                  </p:grpSpPr>
                  <p:sp>
                    <p:nvSpPr>
                      <p:cNvPr id="205" name="Freeform: Shape 204">
                        <a:extLst>
                          <a:ext uri="{FF2B5EF4-FFF2-40B4-BE49-F238E27FC236}">
                            <a16:creationId xmlns:a16="http://schemas.microsoft.com/office/drawing/2014/main" id="{80C569D5-C334-4027-BC9B-70D8344181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2148" y="3538061"/>
                        <a:ext cx="431762" cy="252888"/>
                      </a:xfrm>
                      <a:custGeom>
                        <a:avLst/>
                        <a:gdLst>
                          <a:gd name="connsiteX0" fmla="*/ 269576 w 431762"/>
                          <a:gd name="connsiteY0" fmla="*/ 252889 h 252888"/>
                          <a:gd name="connsiteX1" fmla="*/ 19069 w 431762"/>
                          <a:gd name="connsiteY1" fmla="*/ 252889 h 252888"/>
                          <a:gd name="connsiteX2" fmla="*/ 2876 w 431762"/>
                          <a:gd name="connsiteY2" fmla="*/ 243840 h 252888"/>
                          <a:gd name="connsiteX3" fmla="*/ 2019 w 431762"/>
                          <a:gd name="connsiteY3" fmla="*/ 225266 h 252888"/>
                          <a:gd name="connsiteX4" fmla="*/ 109366 w 431762"/>
                          <a:gd name="connsiteY4" fmla="*/ 10573 h 252888"/>
                          <a:gd name="connsiteX5" fmla="*/ 126416 w 431762"/>
                          <a:gd name="connsiteY5" fmla="*/ 0 h 252888"/>
                          <a:gd name="connsiteX6" fmla="*/ 412737 w 431762"/>
                          <a:gd name="connsiteY6" fmla="*/ 0 h 252888"/>
                          <a:gd name="connsiteX7" fmla="*/ 429501 w 431762"/>
                          <a:gd name="connsiteY7" fmla="*/ 10097 h 252888"/>
                          <a:gd name="connsiteX8" fmla="*/ 428549 w 431762"/>
                          <a:gd name="connsiteY8" fmla="*/ 29623 h 252888"/>
                          <a:gd name="connsiteX9" fmla="*/ 285388 w 431762"/>
                          <a:gd name="connsiteY9" fmla="*/ 244412 h 252888"/>
                          <a:gd name="connsiteX10" fmla="*/ 269576 w 431762"/>
                          <a:gd name="connsiteY10" fmla="*/ 252889 h 252888"/>
                          <a:gd name="connsiteX11" fmla="*/ 49835 w 431762"/>
                          <a:gd name="connsiteY11" fmla="*/ 214789 h 252888"/>
                          <a:gd name="connsiteX12" fmla="*/ 259385 w 431762"/>
                          <a:gd name="connsiteY12" fmla="*/ 214789 h 252888"/>
                          <a:gd name="connsiteX13" fmla="*/ 377114 w 431762"/>
                          <a:gd name="connsiteY13" fmla="*/ 38195 h 252888"/>
                          <a:gd name="connsiteX14" fmla="*/ 138227 w 431762"/>
                          <a:gd name="connsiteY14" fmla="*/ 38195 h 252888"/>
                          <a:gd name="connsiteX15" fmla="*/ 49835 w 431762"/>
                          <a:gd name="connsiteY15" fmla="*/ 214789 h 2528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431762" h="252888">
                            <a:moveTo>
                              <a:pt x="269576" y="252889"/>
                            </a:moveTo>
                            <a:lnTo>
                              <a:pt x="19069" y="252889"/>
                            </a:lnTo>
                            <a:cubicBezTo>
                              <a:pt x="12497" y="252889"/>
                              <a:pt x="6305" y="249460"/>
                              <a:pt x="2876" y="243840"/>
                            </a:cubicBezTo>
                            <a:cubicBezTo>
                              <a:pt x="-648" y="238220"/>
                              <a:pt x="-934" y="231172"/>
                              <a:pt x="2019" y="225266"/>
                            </a:cubicBezTo>
                            <a:lnTo>
                              <a:pt x="109366" y="10573"/>
                            </a:lnTo>
                            <a:cubicBezTo>
                              <a:pt x="112604" y="4096"/>
                              <a:pt x="119177" y="0"/>
                              <a:pt x="126416" y="0"/>
                            </a:cubicBezTo>
                            <a:lnTo>
                              <a:pt x="412737" y="0"/>
                            </a:lnTo>
                            <a:cubicBezTo>
                              <a:pt x="419786" y="0"/>
                              <a:pt x="426263" y="3905"/>
                              <a:pt x="429501" y="10097"/>
                            </a:cubicBezTo>
                            <a:cubicBezTo>
                              <a:pt x="432835" y="16288"/>
                              <a:pt x="432454" y="23813"/>
                              <a:pt x="428549" y="29623"/>
                            </a:cubicBezTo>
                            <a:lnTo>
                              <a:pt x="285388" y="244412"/>
                            </a:lnTo>
                            <a:cubicBezTo>
                              <a:pt x="281864" y="249746"/>
                              <a:pt x="275958" y="252889"/>
                              <a:pt x="269576" y="252889"/>
                            </a:cubicBezTo>
                            <a:close/>
                            <a:moveTo>
                              <a:pt x="49835" y="214789"/>
                            </a:moveTo>
                            <a:lnTo>
                              <a:pt x="259385" y="214789"/>
                            </a:lnTo>
                            <a:lnTo>
                              <a:pt x="377114" y="38195"/>
                            </a:lnTo>
                            <a:lnTo>
                              <a:pt x="138227" y="38195"/>
                            </a:lnTo>
                            <a:lnTo>
                              <a:pt x="49835" y="214789"/>
                            </a:ln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06" name="Freeform: Shape 205">
                        <a:extLst>
                          <a:ext uri="{FF2B5EF4-FFF2-40B4-BE49-F238E27FC236}">
                            <a16:creationId xmlns:a16="http://schemas.microsoft.com/office/drawing/2014/main" id="{9C4E671D-306E-4241-A485-A0CB475188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68630" y="3448315"/>
                        <a:ext cx="232070" cy="342634"/>
                      </a:xfrm>
                      <a:custGeom>
                        <a:avLst/>
                        <a:gdLst>
                          <a:gd name="connsiteX0" fmla="*/ 213095 w 232070"/>
                          <a:gd name="connsiteY0" fmla="*/ 342635 h 342634"/>
                          <a:gd name="connsiteX1" fmla="*/ 196998 w 232070"/>
                          <a:gd name="connsiteY1" fmla="*/ 333777 h 342634"/>
                          <a:gd name="connsiteX2" fmla="*/ 2973 w 232070"/>
                          <a:gd name="connsiteY2" fmla="*/ 29262 h 342634"/>
                          <a:gd name="connsiteX3" fmla="*/ 8784 w 232070"/>
                          <a:gd name="connsiteY3" fmla="*/ 2973 h 342634"/>
                          <a:gd name="connsiteX4" fmla="*/ 35073 w 232070"/>
                          <a:gd name="connsiteY4" fmla="*/ 8784 h 342634"/>
                          <a:gd name="connsiteX5" fmla="*/ 229097 w 232070"/>
                          <a:gd name="connsiteY5" fmla="*/ 313298 h 342634"/>
                          <a:gd name="connsiteX6" fmla="*/ 223287 w 232070"/>
                          <a:gd name="connsiteY6" fmla="*/ 339587 h 342634"/>
                          <a:gd name="connsiteX7" fmla="*/ 213095 w 232070"/>
                          <a:gd name="connsiteY7" fmla="*/ 342635 h 34263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232070" h="342634">
                            <a:moveTo>
                              <a:pt x="213095" y="342635"/>
                            </a:moveTo>
                            <a:cubicBezTo>
                              <a:pt x="206808" y="342635"/>
                              <a:pt x="200617" y="339492"/>
                              <a:pt x="196998" y="333777"/>
                            </a:cubicBezTo>
                            <a:lnTo>
                              <a:pt x="2973" y="29262"/>
                            </a:lnTo>
                            <a:cubicBezTo>
                              <a:pt x="-2646" y="20404"/>
                              <a:pt x="-75" y="8593"/>
                              <a:pt x="8784" y="2973"/>
                            </a:cubicBezTo>
                            <a:cubicBezTo>
                              <a:pt x="17642" y="-2646"/>
                              <a:pt x="29453" y="-75"/>
                              <a:pt x="35073" y="8784"/>
                            </a:cubicBezTo>
                            <a:lnTo>
                              <a:pt x="229097" y="313298"/>
                            </a:lnTo>
                            <a:cubicBezTo>
                              <a:pt x="234717" y="322156"/>
                              <a:pt x="232145" y="333967"/>
                              <a:pt x="223287" y="339587"/>
                            </a:cubicBezTo>
                            <a:cubicBezTo>
                              <a:pt x="220143" y="341682"/>
                              <a:pt x="216619" y="342635"/>
                              <a:pt x="213095" y="342635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07" name="Freeform: Shape 206">
                        <a:extLst>
                          <a:ext uri="{FF2B5EF4-FFF2-40B4-BE49-F238E27FC236}">
                            <a16:creationId xmlns:a16="http://schemas.microsoft.com/office/drawing/2014/main" id="{846D7F4F-D299-49CE-8B53-9F8A18EC82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198489" y="3466528"/>
                        <a:ext cx="252882" cy="324421"/>
                      </a:xfrm>
                      <a:custGeom>
                        <a:avLst/>
                        <a:gdLst>
                          <a:gd name="connsiteX0" fmla="*/ 233744 w 252882"/>
                          <a:gd name="connsiteY0" fmla="*/ 324422 h 324421"/>
                          <a:gd name="connsiteX1" fmla="*/ 216694 w 252882"/>
                          <a:gd name="connsiteY1" fmla="*/ 313849 h 324421"/>
                          <a:gd name="connsiteX2" fmla="*/ 78867 w 252882"/>
                          <a:gd name="connsiteY2" fmla="*/ 38100 h 324421"/>
                          <a:gd name="connsiteX3" fmla="*/ 19050 w 252882"/>
                          <a:gd name="connsiteY3" fmla="*/ 38100 h 324421"/>
                          <a:gd name="connsiteX4" fmla="*/ 0 w 252882"/>
                          <a:gd name="connsiteY4" fmla="*/ 19050 h 324421"/>
                          <a:gd name="connsiteX5" fmla="*/ 19050 w 252882"/>
                          <a:gd name="connsiteY5" fmla="*/ 0 h 324421"/>
                          <a:gd name="connsiteX6" fmla="*/ 90678 w 252882"/>
                          <a:gd name="connsiteY6" fmla="*/ 0 h 324421"/>
                          <a:gd name="connsiteX7" fmla="*/ 107728 w 252882"/>
                          <a:gd name="connsiteY7" fmla="*/ 10573 h 324421"/>
                          <a:gd name="connsiteX8" fmla="*/ 250888 w 252882"/>
                          <a:gd name="connsiteY8" fmla="*/ 296894 h 324421"/>
                          <a:gd name="connsiteX9" fmla="*/ 242411 w 252882"/>
                          <a:gd name="connsiteY9" fmla="*/ 322421 h 324421"/>
                          <a:gd name="connsiteX10" fmla="*/ 233744 w 252882"/>
                          <a:gd name="connsiteY10" fmla="*/ 324422 h 32442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52882" h="324421">
                            <a:moveTo>
                              <a:pt x="233744" y="324422"/>
                            </a:moveTo>
                            <a:cubicBezTo>
                              <a:pt x="226790" y="324422"/>
                              <a:pt x="220027" y="320612"/>
                              <a:pt x="216694" y="313849"/>
                            </a:cubicBezTo>
                            <a:lnTo>
                              <a:pt x="78867" y="38100"/>
                            </a:lnTo>
                            <a:lnTo>
                              <a:pt x="19050" y="38100"/>
                            </a:lnTo>
                            <a:cubicBezTo>
                              <a:pt x="8477" y="38100"/>
                              <a:pt x="0" y="29623"/>
                              <a:pt x="0" y="19050"/>
                            </a:cubicBezTo>
                            <a:cubicBezTo>
                              <a:pt x="0" y="8477"/>
                              <a:pt x="8477" y="0"/>
                              <a:pt x="19050" y="0"/>
                            </a:cubicBezTo>
                            <a:lnTo>
                              <a:pt x="90678" y="0"/>
                            </a:lnTo>
                            <a:cubicBezTo>
                              <a:pt x="97917" y="0"/>
                              <a:pt x="104489" y="4096"/>
                              <a:pt x="107728" y="10573"/>
                            </a:cubicBezTo>
                            <a:lnTo>
                              <a:pt x="250888" y="296894"/>
                            </a:lnTo>
                            <a:cubicBezTo>
                              <a:pt x="255556" y="306324"/>
                              <a:pt x="251746" y="317754"/>
                              <a:pt x="242411" y="322421"/>
                            </a:cubicBezTo>
                            <a:cubicBezTo>
                              <a:pt x="239554" y="323755"/>
                              <a:pt x="236696" y="324422"/>
                              <a:pt x="233744" y="324422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14" name="Freeform: Shape 213">
                        <a:extLst>
                          <a:ext uri="{FF2B5EF4-FFF2-40B4-BE49-F238E27FC236}">
                            <a16:creationId xmlns:a16="http://schemas.microsoft.com/office/drawing/2014/main" id="{BD6BFB3A-FF5C-4CCF-AF41-5EF2615A12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377368" y="3717035"/>
                        <a:ext cx="109727" cy="109728"/>
                      </a:xfrm>
                      <a:custGeom>
                        <a:avLst/>
                        <a:gdLst>
                          <a:gd name="connsiteX0" fmla="*/ 54864 w 109727"/>
                          <a:gd name="connsiteY0" fmla="*/ 109728 h 109728"/>
                          <a:gd name="connsiteX1" fmla="*/ 0 w 109727"/>
                          <a:gd name="connsiteY1" fmla="*/ 54864 h 109728"/>
                          <a:gd name="connsiteX2" fmla="*/ 54864 w 109727"/>
                          <a:gd name="connsiteY2" fmla="*/ 0 h 109728"/>
                          <a:gd name="connsiteX3" fmla="*/ 109728 w 109727"/>
                          <a:gd name="connsiteY3" fmla="*/ 54864 h 109728"/>
                          <a:gd name="connsiteX4" fmla="*/ 54864 w 109727"/>
                          <a:gd name="connsiteY4" fmla="*/ 109728 h 109728"/>
                          <a:gd name="connsiteX5" fmla="*/ 54864 w 109727"/>
                          <a:gd name="connsiteY5" fmla="*/ 38100 h 109728"/>
                          <a:gd name="connsiteX6" fmla="*/ 38100 w 109727"/>
                          <a:gd name="connsiteY6" fmla="*/ 54864 h 109728"/>
                          <a:gd name="connsiteX7" fmla="*/ 54864 w 109727"/>
                          <a:gd name="connsiteY7" fmla="*/ 71628 h 109728"/>
                          <a:gd name="connsiteX8" fmla="*/ 71628 w 109727"/>
                          <a:gd name="connsiteY8" fmla="*/ 54864 h 109728"/>
                          <a:gd name="connsiteX9" fmla="*/ 54864 w 109727"/>
                          <a:gd name="connsiteY9" fmla="*/ 38100 h 10972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109727" h="109728">
                            <a:moveTo>
                              <a:pt x="54864" y="109728"/>
                            </a:moveTo>
                            <a:cubicBezTo>
                              <a:pt x="24670" y="109728"/>
                              <a:pt x="0" y="85154"/>
                              <a:pt x="0" y="54864"/>
                            </a:cubicBezTo>
                            <a:cubicBezTo>
                              <a:pt x="0" y="24575"/>
                              <a:pt x="24575" y="0"/>
                              <a:pt x="54864" y="0"/>
                            </a:cubicBezTo>
                            <a:cubicBezTo>
                              <a:pt x="85154" y="0"/>
                              <a:pt x="109728" y="24575"/>
                              <a:pt x="109728" y="54864"/>
                            </a:cubicBezTo>
                            <a:cubicBezTo>
                              <a:pt x="109728" y="85154"/>
                              <a:pt x="85154" y="109728"/>
                              <a:pt x="54864" y="109728"/>
                            </a:cubicBezTo>
                            <a:close/>
                            <a:moveTo>
                              <a:pt x="54864" y="38100"/>
                            </a:moveTo>
                            <a:cubicBezTo>
                              <a:pt x="45625" y="38100"/>
                              <a:pt x="38100" y="45625"/>
                              <a:pt x="38100" y="54864"/>
                            </a:cubicBezTo>
                            <a:cubicBezTo>
                              <a:pt x="38100" y="64103"/>
                              <a:pt x="45625" y="71628"/>
                              <a:pt x="54864" y="71628"/>
                            </a:cubicBezTo>
                            <a:cubicBezTo>
                              <a:pt x="64103" y="71628"/>
                              <a:pt x="71628" y="64103"/>
                              <a:pt x="71628" y="54864"/>
                            </a:cubicBezTo>
                            <a:cubicBezTo>
                              <a:pt x="71628" y="45625"/>
                              <a:pt x="64103" y="38100"/>
                              <a:pt x="54864" y="38100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17" name="Freeform: Shape 216">
                        <a:extLst>
                          <a:ext uri="{FF2B5EF4-FFF2-40B4-BE49-F238E27FC236}">
                            <a16:creationId xmlns:a16="http://schemas.microsoft.com/office/drawing/2014/main" id="{A43F8501-20F0-4679-ACFD-55F202D148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76353" y="3717035"/>
                        <a:ext cx="109728" cy="109728"/>
                      </a:xfrm>
                      <a:custGeom>
                        <a:avLst/>
                        <a:gdLst>
                          <a:gd name="connsiteX0" fmla="*/ 54864 w 109728"/>
                          <a:gd name="connsiteY0" fmla="*/ 109728 h 109728"/>
                          <a:gd name="connsiteX1" fmla="*/ 0 w 109728"/>
                          <a:gd name="connsiteY1" fmla="*/ 54864 h 109728"/>
                          <a:gd name="connsiteX2" fmla="*/ 54864 w 109728"/>
                          <a:gd name="connsiteY2" fmla="*/ 0 h 109728"/>
                          <a:gd name="connsiteX3" fmla="*/ 109728 w 109728"/>
                          <a:gd name="connsiteY3" fmla="*/ 54864 h 109728"/>
                          <a:gd name="connsiteX4" fmla="*/ 54864 w 109728"/>
                          <a:gd name="connsiteY4" fmla="*/ 109728 h 109728"/>
                          <a:gd name="connsiteX5" fmla="*/ 54864 w 109728"/>
                          <a:gd name="connsiteY5" fmla="*/ 38100 h 109728"/>
                          <a:gd name="connsiteX6" fmla="*/ 38100 w 109728"/>
                          <a:gd name="connsiteY6" fmla="*/ 54864 h 109728"/>
                          <a:gd name="connsiteX7" fmla="*/ 54864 w 109728"/>
                          <a:gd name="connsiteY7" fmla="*/ 71628 h 109728"/>
                          <a:gd name="connsiteX8" fmla="*/ 71628 w 109728"/>
                          <a:gd name="connsiteY8" fmla="*/ 54864 h 109728"/>
                          <a:gd name="connsiteX9" fmla="*/ 54864 w 109728"/>
                          <a:gd name="connsiteY9" fmla="*/ 38100 h 10972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109728" h="109728">
                            <a:moveTo>
                              <a:pt x="54864" y="109728"/>
                            </a:moveTo>
                            <a:cubicBezTo>
                              <a:pt x="24575" y="109728"/>
                              <a:pt x="0" y="85154"/>
                              <a:pt x="0" y="54864"/>
                            </a:cubicBezTo>
                            <a:cubicBezTo>
                              <a:pt x="0" y="24575"/>
                              <a:pt x="24575" y="0"/>
                              <a:pt x="54864" y="0"/>
                            </a:cubicBezTo>
                            <a:cubicBezTo>
                              <a:pt x="85154" y="0"/>
                              <a:pt x="109728" y="24575"/>
                              <a:pt x="109728" y="54864"/>
                            </a:cubicBezTo>
                            <a:cubicBezTo>
                              <a:pt x="109728" y="85154"/>
                              <a:pt x="85058" y="109728"/>
                              <a:pt x="54864" y="109728"/>
                            </a:cubicBezTo>
                            <a:close/>
                            <a:moveTo>
                              <a:pt x="54864" y="38100"/>
                            </a:moveTo>
                            <a:cubicBezTo>
                              <a:pt x="45625" y="38100"/>
                              <a:pt x="38100" y="45625"/>
                              <a:pt x="38100" y="54864"/>
                            </a:cubicBezTo>
                            <a:cubicBezTo>
                              <a:pt x="38100" y="64103"/>
                              <a:pt x="45625" y="71628"/>
                              <a:pt x="54864" y="71628"/>
                            </a:cubicBezTo>
                            <a:cubicBezTo>
                              <a:pt x="64103" y="71628"/>
                              <a:pt x="71628" y="64103"/>
                              <a:pt x="71628" y="54864"/>
                            </a:cubicBezTo>
                            <a:cubicBezTo>
                              <a:pt x="71533" y="45625"/>
                              <a:pt x="64008" y="38100"/>
                              <a:pt x="54864" y="38100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18" name="Freeform: Shape 217">
                        <a:extLst>
                          <a:ext uri="{FF2B5EF4-FFF2-40B4-BE49-F238E27FC236}">
                            <a16:creationId xmlns:a16="http://schemas.microsoft.com/office/drawing/2014/main" id="{8C562893-0C16-4A88-BA45-C6D392874C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70021" y="3609689"/>
                        <a:ext cx="324421" cy="324421"/>
                      </a:xfrm>
                      <a:custGeom>
                        <a:avLst/>
                        <a:gdLst>
                          <a:gd name="connsiteX0" fmla="*/ 162211 w 324421"/>
                          <a:gd name="connsiteY0" fmla="*/ 324421 h 324421"/>
                          <a:gd name="connsiteX1" fmla="*/ 0 w 324421"/>
                          <a:gd name="connsiteY1" fmla="*/ 162211 h 324421"/>
                          <a:gd name="connsiteX2" fmla="*/ 162211 w 324421"/>
                          <a:gd name="connsiteY2" fmla="*/ 0 h 324421"/>
                          <a:gd name="connsiteX3" fmla="*/ 324422 w 324421"/>
                          <a:gd name="connsiteY3" fmla="*/ 162211 h 324421"/>
                          <a:gd name="connsiteX4" fmla="*/ 162211 w 324421"/>
                          <a:gd name="connsiteY4" fmla="*/ 324421 h 324421"/>
                          <a:gd name="connsiteX5" fmla="*/ 162211 w 324421"/>
                          <a:gd name="connsiteY5" fmla="*/ 38100 h 324421"/>
                          <a:gd name="connsiteX6" fmla="*/ 38100 w 324421"/>
                          <a:gd name="connsiteY6" fmla="*/ 162211 h 324421"/>
                          <a:gd name="connsiteX7" fmla="*/ 162211 w 324421"/>
                          <a:gd name="connsiteY7" fmla="*/ 286321 h 324421"/>
                          <a:gd name="connsiteX8" fmla="*/ 286322 w 324421"/>
                          <a:gd name="connsiteY8" fmla="*/ 162211 h 324421"/>
                          <a:gd name="connsiteX9" fmla="*/ 162211 w 324421"/>
                          <a:gd name="connsiteY9" fmla="*/ 38100 h 32442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324421" h="324421">
                            <a:moveTo>
                              <a:pt x="162211" y="324421"/>
                            </a:moveTo>
                            <a:cubicBezTo>
                              <a:pt x="72771" y="324421"/>
                              <a:pt x="0" y="251650"/>
                              <a:pt x="0" y="162211"/>
                            </a:cubicBezTo>
                            <a:cubicBezTo>
                              <a:pt x="0" y="72771"/>
                              <a:pt x="72771" y="0"/>
                              <a:pt x="162211" y="0"/>
                            </a:cubicBezTo>
                            <a:cubicBezTo>
                              <a:pt x="251651" y="0"/>
                              <a:pt x="324422" y="72771"/>
                              <a:pt x="324422" y="162211"/>
                            </a:cubicBezTo>
                            <a:cubicBezTo>
                              <a:pt x="324422" y="251650"/>
                              <a:pt x="251651" y="324421"/>
                              <a:pt x="162211" y="324421"/>
                            </a:cubicBezTo>
                            <a:close/>
                            <a:moveTo>
                              <a:pt x="162211" y="38100"/>
                            </a:moveTo>
                            <a:cubicBezTo>
                              <a:pt x="93821" y="38100"/>
                              <a:pt x="38100" y="93821"/>
                              <a:pt x="38100" y="162211"/>
                            </a:cubicBezTo>
                            <a:cubicBezTo>
                              <a:pt x="38100" y="230696"/>
                              <a:pt x="93821" y="286321"/>
                              <a:pt x="162211" y="286321"/>
                            </a:cubicBezTo>
                            <a:cubicBezTo>
                              <a:pt x="230600" y="286321"/>
                              <a:pt x="286322" y="230600"/>
                              <a:pt x="286322" y="162211"/>
                            </a:cubicBezTo>
                            <a:cubicBezTo>
                              <a:pt x="286322" y="93726"/>
                              <a:pt x="230696" y="38100"/>
                              <a:pt x="162211" y="38100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19" name="Freeform: Shape 218">
                        <a:extLst>
                          <a:ext uri="{FF2B5EF4-FFF2-40B4-BE49-F238E27FC236}">
                            <a16:creationId xmlns:a16="http://schemas.microsoft.com/office/drawing/2014/main" id="{51CA6653-F6A7-4ACD-9142-BD302A5192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69006" y="3609689"/>
                        <a:ext cx="324421" cy="324421"/>
                      </a:xfrm>
                      <a:custGeom>
                        <a:avLst/>
                        <a:gdLst>
                          <a:gd name="connsiteX0" fmla="*/ 162211 w 324421"/>
                          <a:gd name="connsiteY0" fmla="*/ 324421 h 324421"/>
                          <a:gd name="connsiteX1" fmla="*/ 0 w 324421"/>
                          <a:gd name="connsiteY1" fmla="*/ 162211 h 324421"/>
                          <a:gd name="connsiteX2" fmla="*/ 162211 w 324421"/>
                          <a:gd name="connsiteY2" fmla="*/ 0 h 324421"/>
                          <a:gd name="connsiteX3" fmla="*/ 324422 w 324421"/>
                          <a:gd name="connsiteY3" fmla="*/ 162211 h 324421"/>
                          <a:gd name="connsiteX4" fmla="*/ 162211 w 324421"/>
                          <a:gd name="connsiteY4" fmla="*/ 324421 h 324421"/>
                          <a:gd name="connsiteX5" fmla="*/ 162211 w 324421"/>
                          <a:gd name="connsiteY5" fmla="*/ 38100 h 324421"/>
                          <a:gd name="connsiteX6" fmla="*/ 38100 w 324421"/>
                          <a:gd name="connsiteY6" fmla="*/ 162211 h 324421"/>
                          <a:gd name="connsiteX7" fmla="*/ 162211 w 324421"/>
                          <a:gd name="connsiteY7" fmla="*/ 286321 h 324421"/>
                          <a:gd name="connsiteX8" fmla="*/ 286322 w 324421"/>
                          <a:gd name="connsiteY8" fmla="*/ 162211 h 324421"/>
                          <a:gd name="connsiteX9" fmla="*/ 162211 w 324421"/>
                          <a:gd name="connsiteY9" fmla="*/ 38100 h 32442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324421" h="324421">
                            <a:moveTo>
                              <a:pt x="162211" y="324421"/>
                            </a:moveTo>
                            <a:cubicBezTo>
                              <a:pt x="72771" y="324421"/>
                              <a:pt x="0" y="251650"/>
                              <a:pt x="0" y="162211"/>
                            </a:cubicBezTo>
                            <a:cubicBezTo>
                              <a:pt x="0" y="72771"/>
                              <a:pt x="72676" y="0"/>
                              <a:pt x="162211" y="0"/>
                            </a:cubicBezTo>
                            <a:cubicBezTo>
                              <a:pt x="251650" y="0"/>
                              <a:pt x="324422" y="72771"/>
                              <a:pt x="324422" y="162211"/>
                            </a:cubicBezTo>
                            <a:cubicBezTo>
                              <a:pt x="324422" y="251650"/>
                              <a:pt x="251650" y="324421"/>
                              <a:pt x="162211" y="324421"/>
                            </a:cubicBezTo>
                            <a:close/>
                            <a:moveTo>
                              <a:pt x="162211" y="38100"/>
                            </a:moveTo>
                            <a:cubicBezTo>
                              <a:pt x="93726" y="38100"/>
                              <a:pt x="38100" y="93821"/>
                              <a:pt x="38100" y="162211"/>
                            </a:cubicBezTo>
                            <a:cubicBezTo>
                              <a:pt x="38100" y="230696"/>
                              <a:pt x="93821" y="286321"/>
                              <a:pt x="162211" y="286321"/>
                            </a:cubicBezTo>
                            <a:cubicBezTo>
                              <a:pt x="230696" y="286321"/>
                              <a:pt x="286322" y="230600"/>
                              <a:pt x="286322" y="162211"/>
                            </a:cubicBezTo>
                            <a:cubicBezTo>
                              <a:pt x="286322" y="93726"/>
                              <a:pt x="230600" y="38100"/>
                              <a:pt x="162211" y="38100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</p:grpSp>
              </p:grpSp>
            </p:grpSp>
          </p:grp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9BEE11A1-F993-4818-8F10-FDB562523933}"/>
                  </a:ext>
                </a:extLst>
              </p:cNvPr>
              <p:cNvSpPr txBox="1"/>
              <p:nvPr/>
            </p:nvSpPr>
            <p:spPr>
              <a:xfrm>
                <a:off x="8267985" y="1075043"/>
                <a:ext cx="510340" cy="123111"/>
              </a:xfrm>
              <a:prstGeom prst="rect">
                <a:avLst/>
              </a:prstGeom>
            </p:spPr>
            <p:txBody>
              <a:bodyPr vert="horz" wrap="square" lIns="0" tIns="0" rIns="0" bIns="0" rtlCol="0" anchor="ctr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sym typeface="+mn-lt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sym typeface="+mn-lt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sym typeface="+mn-lt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sym typeface="+mn-lt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sym typeface="+mn-lt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r>
                  <a:rPr lang="ru-RU" sz="800" dirty="0">
                    <a:solidFill>
                      <a:schemeClr val="accent5"/>
                    </a:solidFill>
                  </a:rPr>
                  <a:t>Квартира</a:t>
                </a:r>
              </a:p>
            </p:txBody>
          </p:sp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181C6697-DC1D-4E78-B6F4-4028F7868D9C}"/>
                  </a:ext>
                </a:extLst>
              </p:cNvPr>
              <p:cNvGrpSpPr/>
              <p:nvPr/>
            </p:nvGrpSpPr>
            <p:grpSpPr>
              <a:xfrm>
                <a:off x="7975095" y="1031191"/>
                <a:ext cx="204465" cy="166963"/>
                <a:chOff x="6948660" y="842380"/>
                <a:chExt cx="631825" cy="515938"/>
              </a:xfrm>
            </p:grpSpPr>
            <p:sp>
              <p:nvSpPr>
                <p:cNvPr id="183" name="Freeform 114">
                  <a:extLst>
                    <a:ext uri="{FF2B5EF4-FFF2-40B4-BE49-F238E27FC236}">
                      <a16:creationId xmlns:a16="http://schemas.microsoft.com/office/drawing/2014/main" id="{CC8B7E5D-07D6-4DF4-97D5-BC7B7AB078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1110" y="842380"/>
                  <a:ext cx="79375" cy="71438"/>
                </a:xfrm>
                <a:custGeom>
                  <a:avLst/>
                  <a:gdLst>
                    <a:gd name="T0" fmla="*/ 0 w 50"/>
                    <a:gd name="T1" fmla="*/ 0 h 45"/>
                    <a:gd name="T2" fmla="*/ 50 w 50"/>
                    <a:gd name="T3" fmla="*/ 0 h 45"/>
                    <a:gd name="T4" fmla="*/ 50 w 50"/>
                    <a:gd name="T5" fmla="*/ 45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0" h="45">
                      <a:moveTo>
                        <a:pt x="0" y="0"/>
                      </a:moveTo>
                      <a:lnTo>
                        <a:pt x="50" y="0"/>
                      </a:lnTo>
                      <a:lnTo>
                        <a:pt x="50" y="45"/>
                      </a:lnTo>
                    </a:path>
                  </a:pathLst>
                </a:cu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184" name="Freeform 115">
                  <a:extLst>
                    <a:ext uri="{FF2B5EF4-FFF2-40B4-BE49-F238E27FC236}">
                      <a16:creationId xmlns:a16="http://schemas.microsoft.com/office/drawing/2014/main" id="{7D1FA017-9206-498B-AB38-FCF6932EDA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48660" y="842380"/>
                  <a:ext cx="631825" cy="515938"/>
                </a:xfrm>
                <a:custGeom>
                  <a:avLst/>
                  <a:gdLst>
                    <a:gd name="T0" fmla="*/ 398 w 398"/>
                    <a:gd name="T1" fmla="*/ 262 h 325"/>
                    <a:gd name="T2" fmla="*/ 398 w 398"/>
                    <a:gd name="T3" fmla="*/ 325 h 325"/>
                    <a:gd name="T4" fmla="*/ 0 w 398"/>
                    <a:gd name="T5" fmla="*/ 325 h 325"/>
                    <a:gd name="T6" fmla="*/ 0 w 398"/>
                    <a:gd name="T7" fmla="*/ 0 h 325"/>
                    <a:gd name="T8" fmla="*/ 284 w 398"/>
                    <a:gd name="T9" fmla="*/ 0 h 3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8" h="325">
                      <a:moveTo>
                        <a:pt x="398" y="262"/>
                      </a:moveTo>
                      <a:lnTo>
                        <a:pt x="398" y="325"/>
                      </a:lnTo>
                      <a:lnTo>
                        <a:pt x="0" y="325"/>
                      </a:lnTo>
                      <a:lnTo>
                        <a:pt x="0" y="0"/>
                      </a:lnTo>
                      <a:lnTo>
                        <a:pt x="284" y="0"/>
                      </a:lnTo>
                    </a:path>
                  </a:pathLst>
                </a:cu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185" name="Line 116">
                  <a:extLst>
                    <a:ext uri="{FF2B5EF4-FFF2-40B4-BE49-F238E27FC236}">
                      <a16:creationId xmlns:a16="http://schemas.microsoft.com/office/drawing/2014/main" id="{EF06B626-01DE-4EF0-96B7-FE84B3B95F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51835" y="1101143"/>
                  <a:ext cx="274638" cy="0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186" name="Line 117">
                  <a:extLst>
                    <a:ext uri="{FF2B5EF4-FFF2-40B4-BE49-F238E27FC236}">
                      <a16:creationId xmlns:a16="http://schemas.microsoft.com/office/drawing/2014/main" id="{089A75AB-FC0F-428F-9478-D13B52499C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226473" y="1021768"/>
                  <a:ext cx="0" cy="160338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187" name="Line 118">
                  <a:extLst>
                    <a:ext uri="{FF2B5EF4-FFF2-40B4-BE49-F238E27FC236}">
                      <a16:creationId xmlns:a16="http://schemas.microsoft.com/office/drawing/2014/main" id="{C152FE5C-FAC1-4BF4-AD89-7EB907C8B0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226473" y="842380"/>
                  <a:ext cx="0" cy="96838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188" name="Line 119">
                  <a:extLst>
                    <a:ext uri="{FF2B5EF4-FFF2-40B4-BE49-F238E27FC236}">
                      <a16:creationId xmlns:a16="http://schemas.microsoft.com/office/drawing/2014/main" id="{AA537E1D-2306-4834-8614-2FCFAD23CD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226473" y="1272593"/>
                  <a:ext cx="0" cy="85725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cxnSp>
              <p:nvCxnSpPr>
                <p:cNvPr id="189" name="Straight Connector 188">
                  <a:extLst>
                    <a:ext uri="{FF2B5EF4-FFF2-40B4-BE49-F238E27FC236}">
                      <a16:creationId xmlns:a16="http://schemas.microsoft.com/office/drawing/2014/main" id="{AE8D26F7-0D0B-4959-82C8-CACF591041CB}"/>
                    </a:ext>
                  </a:extLst>
                </p:cNvPr>
                <p:cNvCxnSpPr>
                  <a:cxnSpLocks/>
                  <a:stCxn id="183" idx="2"/>
                  <a:endCxn id="184" idx="0"/>
                </p:cNvCxnSpPr>
                <p:nvPr/>
              </p:nvCxnSpPr>
              <p:spPr>
                <a:xfrm>
                  <a:off x="7580485" y="913818"/>
                  <a:ext cx="0" cy="344487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cxnSp>
          </p:grpSp>
        </p:grp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79F4C97B-58C4-44FF-85B0-99B91679C858}"/>
                </a:ext>
              </a:extLst>
            </p:cNvPr>
            <p:cNvSpPr txBox="1">
              <a:spLocks/>
            </p:cNvSpPr>
            <p:nvPr/>
          </p:nvSpPr>
          <p:spPr>
            <a:xfrm>
              <a:off x="5929403" y="1010118"/>
              <a:ext cx="137160" cy="137160"/>
            </a:xfrm>
            <a:prstGeom prst="rect">
              <a:avLst/>
            </a:prstGeom>
            <a:solidFill>
              <a:srgbClr val="00B050"/>
            </a:solidFill>
          </p:spPr>
          <p:txBody>
            <a:bodyPr vert="horz" wrap="square" lIns="36000" tIns="36000" rIns="36000" bIns="36000" rtlCol="0" anchor="ctr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FFFFFF"/>
                </a:buClr>
              </a:pPr>
              <a:endParaRPr lang="en-US" sz="600" b="1" dirty="0">
                <a:solidFill>
                  <a:srgbClr val="FFFFFF"/>
                </a:solidFill>
              </a:endParaRPr>
            </a:p>
          </p:txBody>
        </p: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6949966E-6657-461C-BDAC-98F618EEAE89}"/>
                </a:ext>
              </a:extLst>
            </p:cNvPr>
            <p:cNvGrpSpPr/>
            <p:nvPr/>
          </p:nvGrpSpPr>
          <p:grpSpPr>
            <a:xfrm>
              <a:off x="9294049" y="987294"/>
              <a:ext cx="1577690" cy="246221"/>
              <a:chOff x="9133184" y="952789"/>
              <a:chExt cx="1577690" cy="246221"/>
            </a:xfrm>
          </p:grpSpPr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6143F3B3-2E7B-4664-B124-100A73BBC9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33184" y="984391"/>
                <a:ext cx="137160" cy="137160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vert="horz" wrap="square" lIns="36000" tIns="18000" rIns="18000" bIns="18000" rtlCol="0" anchor="ctr" anchorCtr="0">
                <a:no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sym typeface="+mn-lt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sym typeface="+mn-lt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sym typeface="+mn-lt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sym typeface="+mn-lt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sym typeface="+mn-lt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endParaRPr lang="en-US" sz="600" b="1" dirty="0"/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49B69822-8EAD-435D-8680-E8F0793879EF}"/>
                  </a:ext>
                </a:extLst>
              </p:cNvPr>
              <p:cNvSpPr txBox="1"/>
              <p:nvPr/>
            </p:nvSpPr>
            <p:spPr>
              <a:xfrm>
                <a:off x="9336701" y="952789"/>
                <a:ext cx="1374173" cy="246221"/>
              </a:xfrm>
              <a:prstGeom prst="rect">
                <a:avLst/>
              </a:prstGeom>
            </p:spPr>
            <p:txBody>
              <a:bodyPr vert="horz" wrap="square" lIns="0" tIns="0" rIns="0" bIns="0" rtlCol="0" anchor="ctr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sym typeface="+mn-lt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sym typeface="+mn-lt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sym typeface="+mn-lt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sym typeface="+mn-lt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sym typeface="+mn-lt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r>
                  <a:rPr lang="ru-RU" sz="800" dirty="0"/>
                  <a:t>Решения с низким приоритетом реализации</a:t>
                </a:r>
              </a:p>
            </p:txBody>
          </p:sp>
        </p:grp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5106BF57-2DF8-4349-B36F-29AC50E44345}"/>
                </a:ext>
              </a:extLst>
            </p:cNvPr>
            <p:cNvSpPr txBox="1"/>
            <p:nvPr/>
          </p:nvSpPr>
          <p:spPr>
            <a:xfrm>
              <a:off x="6152704" y="997359"/>
              <a:ext cx="3137979" cy="246221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800" dirty="0"/>
                <a:t>Решения с высоким </a:t>
              </a:r>
              <a:br>
                <a:rPr lang="ru-RU" sz="800" dirty="0"/>
              </a:br>
              <a:r>
                <a:rPr lang="ru-RU" sz="800" dirty="0"/>
                <a:t>приоритетом реализации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F22E8570-D444-468F-A877-96DD919A0DCD}"/>
                </a:ext>
              </a:extLst>
            </p:cNvPr>
            <p:cNvSpPr txBox="1">
              <a:spLocks/>
            </p:cNvSpPr>
            <p:nvPr/>
          </p:nvSpPr>
          <p:spPr>
            <a:xfrm>
              <a:off x="7612586" y="1006819"/>
              <a:ext cx="137160" cy="137160"/>
            </a:xfrm>
            <a:prstGeom prst="rect">
              <a:avLst/>
            </a:prstGeom>
            <a:solidFill>
              <a:srgbClr val="92D050"/>
            </a:solidFill>
          </p:spPr>
          <p:txBody>
            <a:bodyPr vert="horz" wrap="square" lIns="36000" tIns="36000" rIns="36000" bIns="36000" rtlCol="0" anchor="ctr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FFFFFF"/>
                </a:buClr>
              </a:pPr>
              <a:endParaRPr lang="en-US" sz="600" b="1" dirty="0">
                <a:solidFill>
                  <a:srgbClr val="FFFFFF"/>
                </a:solidFill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4BDBED1A-94A5-4848-BF87-36FDD76695C9}"/>
                </a:ext>
              </a:extLst>
            </p:cNvPr>
            <p:cNvSpPr txBox="1"/>
            <p:nvPr/>
          </p:nvSpPr>
          <p:spPr>
            <a:xfrm>
              <a:off x="7867684" y="989745"/>
              <a:ext cx="2023818" cy="246221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800" dirty="0"/>
                <a:t>Решения со средним </a:t>
              </a:r>
              <a:br>
                <a:rPr lang="ru-RU" sz="800" dirty="0"/>
              </a:br>
              <a:r>
                <a:rPr lang="ru-RU" sz="800" dirty="0"/>
                <a:t>приоритетом реализации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5574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6" hidden="1">
            <a:extLst>
              <a:ext uri="{FF2B5EF4-FFF2-40B4-BE49-F238E27FC236}">
                <a16:creationId xmlns:a16="http://schemas.microsoft.com/office/drawing/2014/main" id="{B3C47F86-A2C9-492E-80CA-8DFB1E1415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359" imgH="355" progId="TCLayout.ActiveDocument.1">
                  <p:embed/>
                </p:oleObj>
              </mc:Choice>
              <mc:Fallback>
                <p:oleObj name="think-cell Slide" r:id="rId11" imgW="359" imgH="355" progId="TCLayout.ActiveDocument.1">
                  <p:embed/>
                  <p:pic>
                    <p:nvPicPr>
                      <p:cNvPr id="5" name="Object 6" hidden="1">
                        <a:extLst>
                          <a:ext uri="{FF2B5EF4-FFF2-40B4-BE49-F238E27FC236}">
                            <a16:creationId xmlns:a16="http://schemas.microsoft.com/office/drawing/2014/main" id="{B3C47F86-A2C9-492E-80CA-8DFB1E1415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Rectangle 1" hidden="1">
            <a:extLst>
              <a:ext uri="{FF2B5EF4-FFF2-40B4-BE49-F238E27FC236}">
                <a16:creationId xmlns:a16="http://schemas.microsoft.com/office/drawing/2014/main" id="{791DC642-69A4-42EF-9267-EF33B81650B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2200" b="1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670801B9-D8B7-49CF-88D9-C20CF63451CC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4" y="565178"/>
            <a:ext cx="11082528" cy="33855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Описание сценариев для умного дома</a:t>
            </a:r>
          </a:p>
        </p:txBody>
      </p:sp>
      <p:sp>
        <p:nvSpPr>
          <p:cNvPr id="3" name="3. Subtitle">
            <a:extLst>
              <a:ext uri="{FF2B5EF4-FFF2-40B4-BE49-F238E27FC236}">
                <a16:creationId xmlns:a16="http://schemas.microsoft.com/office/drawing/2014/main" id="{C013488A-CFCD-4DFA-BBAA-A5C38DF55270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ru-RU" dirty="0"/>
              <a:t>Энергоэффективность</a:t>
            </a:r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B4AFA1F8-F1B0-4483-8E94-9336FE429C2F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ru-RU" dirty="0"/>
              <a:t>Энергоэффективность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9DCB10A-44EF-469E-BB64-0A4C4DF56992}"/>
              </a:ext>
            </a:extLst>
          </p:cNvPr>
          <p:cNvCxnSpPr>
            <a:cxnSpLocks/>
          </p:cNvCxnSpPr>
          <p:nvPr/>
        </p:nvCxnSpPr>
        <p:spPr>
          <a:xfrm>
            <a:off x="547688" y="2720079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506A482-1359-412B-BAE2-70A4C8DA50B5}"/>
              </a:ext>
            </a:extLst>
          </p:cNvPr>
          <p:cNvCxnSpPr>
            <a:cxnSpLocks/>
          </p:cNvCxnSpPr>
          <p:nvPr/>
        </p:nvCxnSpPr>
        <p:spPr>
          <a:xfrm>
            <a:off x="547688" y="3865403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BBD90C9-DD71-46CA-B851-1544BC1F7193}"/>
              </a:ext>
            </a:extLst>
          </p:cNvPr>
          <p:cNvCxnSpPr>
            <a:cxnSpLocks/>
          </p:cNvCxnSpPr>
          <p:nvPr/>
        </p:nvCxnSpPr>
        <p:spPr>
          <a:xfrm>
            <a:off x="547688" y="5010727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6ED74B2A-E84F-465B-9C25-81D4E8319485}"/>
              </a:ext>
            </a:extLst>
          </p:cNvPr>
          <p:cNvCxnSpPr>
            <a:cxnSpLocks/>
          </p:cNvCxnSpPr>
          <p:nvPr/>
        </p:nvCxnSpPr>
        <p:spPr>
          <a:xfrm>
            <a:off x="547688" y="1612429"/>
            <a:ext cx="1108252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CC2CEBEC-731A-40D9-910F-9B35F60240EC}"/>
              </a:ext>
            </a:extLst>
          </p:cNvPr>
          <p:cNvSpPr txBox="1">
            <a:spLocks/>
          </p:cNvSpPr>
          <p:nvPr/>
        </p:nvSpPr>
        <p:spPr>
          <a:xfrm>
            <a:off x="3351682" y="1666516"/>
            <a:ext cx="6507071" cy="55276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Свет на крыльце и в подъезде автоматически зажигается только в темное времени суток</a:t>
            </a:r>
            <a:br>
              <a:rPr lang="ru-RU" sz="1000" dirty="0"/>
            </a:br>
            <a:r>
              <a:rPr lang="ru-RU" sz="1000" dirty="0"/>
              <a:t>или когда на территорию заходит человек.</a:t>
            </a:r>
          </a:p>
          <a:p>
            <a:r>
              <a:rPr lang="ru-RU" sz="1000" dirty="0"/>
              <a:t>Система «умного» освещения с автоматическим включением света при наступлении темноты во дворе помогает жителям чувствовать себя комфортно и экономить на электричестве</a:t>
            </a:r>
          </a:p>
          <a:p>
            <a:endParaRPr lang="ru-RU" sz="1000" dirty="0"/>
          </a:p>
        </p:txBody>
      </p:sp>
      <p:sp>
        <p:nvSpPr>
          <p:cNvPr id="74" name="Rectangle 17">
            <a:extLst>
              <a:ext uri="{FF2B5EF4-FFF2-40B4-BE49-F238E27FC236}">
                <a16:creationId xmlns:a16="http://schemas.microsoft.com/office/drawing/2014/main" id="{570BAA07-5F4E-453A-9555-FF62A30C1450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547687" y="1685353"/>
            <a:ext cx="2588281" cy="961802"/>
          </a:xfrm>
          <a:prstGeom prst="rect">
            <a:avLst/>
          </a:prstGeom>
          <a:gradFill flip="none" rotWithShape="1">
            <a:gsLst>
              <a:gs pos="50000">
                <a:srgbClr val="EBEFF3"/>
              </a:gs>
              <a:gs pos="50000">
                <a:srgbClr val="00B050"/>
              </a:gs>
            </a:gsLst>
            <a:lin ang="18900000" scaled="1"/>
            <a:tileRect/>
          </a:gradFill>
          <a:ln>
            <a:noFill/>
          </a:ln>
        </p:spPr>
        <p:txBody>
          <a:bodyPr vert="horz" lIns="72000" tIns="37806" rIns="37806" bIns="37806" rtlCol="0" anchor="ctr" anchorCtr="0">
            <a:noAutofit/>
          </a:bodyPr>
          <a:lstStyle>
            <a:defPPr>
              <a:defRPr lang="en-US"/>
            </a:defPPr>
            <a:lvl1pPr lvl="0" indent="0" defTabSz="1299242">
              <a:buClr>
                <a:schemeClr val="tx2"/>
              </a:buClr>
              <a:buSzPct val="100000"/>
              <a:defRPr sz="1000" b="1" baseline="0">
                <a:solidFill>
                  <a:schemeClr val="tx2"/>
                </a:solidFill>
              </a:defRPr>
            </a:lvl1pPr>
            <a:lvl2pPr marL="281042" lvl="1" indent="-278739" defTabSz="1299242">
              <a:buClr>
                <a:schemeClr val="tx2"/>
              </a:buClr>
              <a:buSzPct val="125000"/>
              <a:buFont typeface="Arial" charset="0"/>
              <a:buChar char="▪"/>
              <a:defRPr sz="1600" baseline="0"/>
            </a:lvl2pPr>
            <a:lvl3pPr marL="663443" lvl="2" indent="-380098" defTabSz="1299242">
              <a:buClr>
                <a:schemeClr val="tx2"/>
              </a:buClr>
              <a:buSzPct val="120000"/>
              <a:buFont typeface="Arial" charset="0"/>
              <a:buChar char="–"/>
              <a:defRPr sz="1600" baseline="0"/>
            </a:lvl3pPr>
            <a:lvl4pPr marL="891502" lvl="3" indent="-225755" defTabSz="1299242">
              <a:buClr>
                <a:schemeClr val="tx2"/>
              </a:buClr>
              <a:buSzPct val="120000"/>
              <a:buFont typeface="Arial" charset="0"/>
              <a:buChar char="▫"/>
              <a:defRPr sz="1600" baseline="0"/>
            </a:lvl4pPr>
            <a:lvl5pPr marL="1088046" lvl="4" indent="-188897" defTabSz="1299242"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Умное освещение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7" name="Rectangle 17">
            <a:extLst>
              <a:ext uri="{FF2B5EF4-FFF2-40B4-BE49-F238E27FC236}">
                <a16:creationId xmlns:a16="http://schemas.microsoft.com/office/drawing/2014/main" id="{A0A07378-85ED-4778-BEA4-5A370AB0D75D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547688" y="2811840"/>
            <a:ext cx="2588281" cy="961802"/>
          </a:xfrm>
          <a:prstGeom prst="rect">
            <a:avLst/>
          </a:prstGeom>
          <a:solidFill>
            <a:srgbClr val="EBEFF3"/>
          </a:solidFill>
          <a:ln>
            <a:noFill/>
          </a:ln>
        </p:spPr>
        <p:txBody>
          <a:bodyPr vert="horz" lIns="72000" tIns="37806" rIns="37806" bIns="37806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1000" b="1" dirty="0"/>
              <a:t>Рекуперация тепловой и электрической энергии</a:t>
            </a:r>
            <a:endParaRPr lang="en-US" sz="10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61B6062-304C-43AF-B3DB-94FBF61EC20A}"/>
              </a:ext>
            </a:extLst>
          </p:cNvPr>
          <p:cNvSpPr txBox="1">
            <a:spLocks/>
          </p:cNvSpPr>
          <p:nvPr/>
        </p:nvSpPr>
        <p:spPr>
          <a:xfrm>
            <a:off x="3351682" y="2811840"/>
            <a:ext cx="6507071" cy="55276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Рекуперация тепловой энергии используется в системах вентиляции: для обогрева дома может быть использована энергия выводимого из дома воздуха. </a:t>
            </a:r>
          </a:p>
          <a:p>
            <a:r>
              <a:rPr lang="ru-RU" sz="1000" dirty="0"/>
              <a:t>Рекуперация уменьшает потери тепла и улучшает качество воздуха в помещении – удаляет лишнюю влагу, углекислый газ и запахи</a:t>
            </a:r>
          </a:p>
          <a:p>
            <a:endParaRPr lang="ru-RU" sz="1000" dirty="0"/>
          </a:p>
        </p:txBody>
      </p:sp>
      <p:sp>
        <p:nvSpPr>
          <p:cNvPr id="58" name="Rectangle 17">
            <a:extLst>
              <a:ext uri="{FF2B5EF4-FFF2-40B4-BE49-F238E27FC236}">
                <a16:creationId xmlns:a16="http://schemas.microsoft.com/office/drawing/2014/main" id="{70B87055-7FEF-411E-A2A6-45632F27D79C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547688" y="3957164"/>
            <a:ext cx="2588281" cy="961802"/>
          </a:xfrm>
          <a:prstGeom prst="rect">
            <a:avLst/>
          </a:prstGeom>
          <a:solidFill>
            <a:srgbClr val="EBEFF3"/>
          </a:solidFill>
          <a:ln>
            <a:noFill/>
          </a:ln>
        </p:spPr>
        <p:txBody>
          <a:bodyPr vert="horz" lIns="72000" tIns="37806" rIns="37806" bIns="37806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1000" b="1" dirty="0"/>
              <a:t>Использование альтернативных источников энергии</a:t>
            </a:r>
            <a:endParaRPr lang="en-US" sz="1000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F97F3BD-4FEC-4741-9C52-45A1D88142CF}"/>
              </a:ext>
            </a:extLst>
          </p:cNvPr>
          <p:cNvSpPr txBox="1">
            <a:spLocks/>
          </p:cNvSpPr>
          <p:nvPr/>
        </p:nvSpPr>
        <p:spPr>
          <a:xfrm>
            <a:off x="3351682" y="3957164"/>
            <a:ext cx="6507071" cy="55276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Солнечные батареи, установленные на крыше, производят энергию, не выделяя вредных отходов и не вредя природе. Энергия, полученная от солнца, будет распределяться между квартирами, что позволит жильцам меньше платить за использованные ресурсы</a:t>
            </a:r>
          </a:p>
          <a:p>
            <a:endParaRPr lang="ru-RU" sz="1000" dirty="0"/>
          </a:p>
        </p:txBody>
      </p:sp>
      <p:sp>
        <p:nvSpPr>
          <p:cNvPr id="138" name="Rectangle 17">
            <a:extLst>
              <a:ext uri="{FF2B5EF4-FFF2-40B4-BE49-F238E27FC236}">
                <a16:creationId xmlns:a16="http://schemas.microsoft.com/office/drawing/2014/main" id="{D6F63537-FC8D-47D4-B4A7-BA668A5175BF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547688" y="5102490"/>
            <a:ext cx="2588281" cy="96180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lIns="72000" tIns="37806" rIns="37806" bIns="37806" rtlCol="0" anchor="ctr" anchorCtr="0">
            <a:noAutofit/>
          </a:bodyPr>
          <a:lstStyle>
            <a:defPPr>
              <a:defRPr lang="en-US"/>
            </a:defPPr>
            <a:lvl1pPr lvl="0" indent="0" defTabSz="1299242">
              <a:buClr>
                <a:schemeClr val="tx2"/>
              </a:buClr>
              <a:buSzPct val="100000"/>
              <a:defRPr sz="1000" b="1" baseline="0">
                <a:solidFill>
                  <a:schemeClr val="tx2"/>
                </a:solidFill>
              </a:defRPr>
            </a:lvl1pPr>
            <a:lvl2pPr marL="281042" lvl="1" indent="-278739" defTabSz="1299242">
              <a:buClr>
                <a:schemeClr val="tx2"/>
              </a:buClr>
              <a:buSzPct val="125000"/>
              <a:buFont typeface="Arial" charset="0"/>
              <a:buChar char="▪"/>
              <a:defRPr sz="1600" baseline="0"/>
            </a:lvl2pPr>
            <a:lvl3pPr marL="663443" lvl="2" indent="-380098" defTabSz="1299242">
              <a:buClr>
                <a:schemeClr val="tx2"/>
              </a:buClr>
              <a:buSzPct val="120000"/>
              <a:buFont typeface="Arial" charset="0"/>
              <a:buChar char="–"/>
              <a:defRPr sz="1600" baseline="0"/>
            </a:lvl3pPr>
            <a:lvl4pPr marL="891502" lvl="3" indent="-225755" defTabSz="1299242">
              <a:buClr>
                <a:schemeClr val="tx2"/>
              </a:buClr>
              <a:buSzPct val="120000"/>
              <a:buFont typeface="Arial" charset="0"/>
              <a:buChar char="▫"/>
              <a:defRPr sz="1600" baseline="0"/>
            </a:lvl4pPr>
            <a:lvl5pPr marL="1088046" lvl="4" indent="-188897" defTabSz="1299242"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ru-RU" dirty="0">
                <a:solidFill>
                  <a:schemeClr val="bg1"/>
                </a:solidFill>
              </a:rPr>
              <a:t>Умные счетчики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4A68687-50C2-4BB5-8B27-82F481AB9818}"/>
              </a:ext>
            </a:extLst>
          </p:cNvPr>
          <p:cNvSpPr txBox="1">
            <a:spLocks/>
          </p:cNvSpPr>
          <p:nvPr/>
        </p:nvSpPr>
        <p:spPr>
          <a:xfrm>
            <a:off x="3351682" y="5102490"/>
            <a:ext cx="6507071" cy="96180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Показания счетчиков автоматически передаются в ресурсные организации. Оплата рассчитывается по индивидуальному счетчику исключительно за потребленные ресурсы, а не по нормативу. Оплатить все начисления единым платежом можно в приложении на мобильном телефоне</a:t>
            </a:r>
          </a:p>
          <a:p>
            <a:endParaRPr lang="ru-RU" sz="10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650E0AA-A1DE-40C7-A610-15881F3D26FE}"/>
              </a:ext>
            </a:extLst>
          </p:cNvPr>
          <p:cNvGrpSpPr/>
          <p:nvPr/>
        </p:nvGrpSpPr>
        <p:grpSpPr>
          <a:xfrm>
            <a:off x="10083447" y="1373675"/>
            <a:ext cx="1146719" cy="4365002"/>
            <a:chOff x="8008908" y="1373675"/>
            <a:chExt cx="1146719" cy="4365002"/>
          </a:xfrm>
        </p:grpSpPr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D06280A1-6F35-47A4-BD84-21AB0D350816}"/>
                </a:ext>
              </a:extLst>
            </p:cNvPr>
            <p:cNvSpPr txBox="1">
              <a:spLocks/>
            </p:cNvSpPr>
            <p:nvPr/>
          </p:nvSpPr>
          <p:spPr>
            <a:xfrm>
              <a:off x="8008908" y="1373675"/>
              <a:ext cx="1146719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200" b="1" dirty="0"/>
                <a:t>Применение</a:t>
              </a:r>
            </a:p>
          </p:txBody>
        </p: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80D0DF47-41A3-4CDD-888B-81153E46F9B3}"/>
                </a:ext>
              </a:extLst>
            </p:cNvPr>
            <p:cNvGrpSpPr/>
            <p:nvPr/>
          </p:nvGrpSpPr>
          <p:grpSpPr>
            <a:xfrm>
              <a:off x="8033021" y="1992132"/>
              <a:ext cx="1098492" cy="310571"/>
              <a:chOff x="8008908" y="5534151"/>
              <a:chExt cx="1098492" cy="310571"/>
            </a:xfrm>
          </p:grpSpPr>
          <p:grpSp>
            <p:nvGrpSpPr>
              <p:cNvPr id="227" name="Group 226">
                <a:extLst>
                  <a:ext uri="{FF2B5EF4-FFF2-40B4-BE49-F238E27FC236}">
                    <a16:creationId xmlns:a16="http://schemas.microsoft.com/office/drawing/2014/main" id="{31912B60-643B-4653-934F-AA05F408AFDE}"/>
                  </a:ext>
                </a:extLst>
              </p:cNvPr>
              <p:cNvGrpSpPr/>
              <p:nvPr/>
            </p:nvGrpSpPr>
            <p:grpSpPr>
              <a:xfrm>
                <a:off x="8008908" y="5534151"/>
                <a:ext cx="419847" cy="310571"/>
                <a:chOff x="8609927" y="1562831"/>
                <a:chExt cx="419847" cy="310571"/>
              </a:xfrm>
            </p:grpSpPr>
            <p:sp>
              <p:nvSpPr>
                <p:cNvPr id="266" name="Freeform: Shape 265">
                  <a:extLst>
                    <a:ext uri="{FF2B5EF4-FFF2-40B4-BE49-F238E27FC236}">
                      <a16:creationId xmlns:a16="http://schemas.microsoft.com/office/drawing/2014/main" id="{D573BFB5-6844-42FC-B00D-35CFB67EB1FA}"/>
                    </a:ext>
                  </a:extLst>
                </p:cNvPr>
                <p:cNvSpPr/>
                <p:nvPr/>
              </p:nvSpPr>
              <p:spPr>
                <a:xfrm>
                  <a:off x="8609927" y="1585836"/>
                  <a:ext cx="149535" cy="149534"/>
                </a:xfrm>
                <a:custGeom>
                  <a:avLst/>
                  <a:gdLst>
                    <a:gd name="connsiteX0" fmla="*/ 247650 w 495300"/>
                    <a:gd name="connsiteY0" fmla="*/ 495300 h 495300"/>
                    <a:gd name="connsiteX1" fmla="*/ 0 w 495300"/>
                    <a:gd name="connsiteY1" fmla="*/ 247650 h 495300"/>
                    <a:gd name="connsiteX2" fmla="*/ 247650 w 495300"/>
                    <a:gd name="connsiteY2" fmla="*/ 0 h 495300"/>
                    <a:gd name="connsiteX3" fmla="*/ 495300 w 495300"/>
                    <a:gd name="connsiteY3" fmla="*/ 247650 h 495300"/>
                    <a:gd name="connsiteX4" fmla="*/ 247650 w 495300"/>
                    <a:gd name="connsiteY4" fmla="*/ 495300 h 495300"/>
                    <a:gd name="connsiteX5" fmla="*/ 247650 w 495300"/>
                    <a:gd name="connsiteY5" fmla="*/ 38100 h 495300"/>
                    <a:gd name="connsiteX6" fmla="*/ 38100 w 495300"/>
                    <a:gd name="connsiteY6" fmla="*/ 247650 h 495300"/>
                    <a:gd name="connsiteX7" fmla="*/ 247650 w 495300"/>
                    <a:gd name="connsiteY7" fmla="*/ 457200 h 495300"/>
                    <a:gd name="connsiteX8" fmla="*/ 457200 w 495300"/>
                    <a:gd name="connsiteY8" fmla="*/ 247650 h 495300"/>
                    <a:gd name="connsiteX9" fmla="*/ 247650 w 495300"/>
                    <a:gd name="connsiteY9" fmla="*/ 38100 h 495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5300" h="495300">
                      <a:moveTo>
                        <a:pt x="247650" y="495300"/>
                      </a:moveTo>
                      <a:cubicBezTo>
                        <a:pt x="111062" y="495300"/>
                        <a:pt x="0" y="384239"/>
                        <a:pt x="0" y="247650"/>
                      </a:cubicBezTo>
                      <a:cubicBezTo>
                        <a:pt x="0" y="111062"/>
                        <a:pt x="111062" y="0"/>
                        <a:pt x="247650" y="0"/>
                      </a:cubicBezTo>
                      <a:cubicBezTo>
                        <a:pt x="384239" y="0"/>
                        <a:pt x="495300" y="111062"/>
                        <a:pt x="495300" y="247650"/>
                      </a:cubicBezTo>
                      <a:cubicBezTo>
                        <a:pt x="495300" y="384239"/>
                        <a:pt x="384239" y="495300"/>
                        <a:pt x="247650" y="495300"/>
                      </a:cubicBezTo>
                      <a:close/>
                      <a:moveTo>
                        <a:pt x="247650" y="38100"/>
                      </a:moveTo>
                      <a:cubicBezTo>
                        <a:pt x="132112" y="38100"/>
                        <a:pt x="38100" y="132112"/>
                        <a:pt x="38100" y="247650"/>
                      </a:cubicBezTo>
                      <a:cubicBezTo>
                        <a:pt x="38100" y="363188"/>
                        <a:pt x="132112" y="457200"/>
                        <a:pt x="247650" y="457200"/>
                      </a:cubicBezTo>
                      <a:cubicBezTo>
                        <a:pt x="363188" y="457200"/>
                        <a:pt x="457200" y="363188"/>
                        <a:pt x="457200" y="247650"/>
                      </a:cubicBezTo>
                      <a:cubicBezTo>
                        <a:pt x="457200" y="132112"/>
                        <a:pt x="363188" y="38100"/>
                        <a:pt x="247650" y="381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267" name="Freeform: Shape 266">
                  <a:extLst>
                    <a:ext uri="{FF2B5EF4-FFF2-40B4-BE49-F238E27FC236}">
                      <a16:creationId xmlns:a16="http://schemas.microsoft.com/office/drawing/2014/main" id="{187DBA6E-A316-414D-AAB8-94D9E14B2543}"/>
                    </a:ext>
                  </a:extLst>
                </p:cNvPr>
                <p:cNvSpPr/>
                <p:nvPr/>
              </p:nvSpPr>
              <p:spPr>
                <a:xfrm>
                  <a:off x="8678943" y="1700863"/>
                  <a:ext cx="11503" cy="172539"/>
                </a:xfrm>
                <a:custGeom>
                  <a:avLst/>
                  <a:gdLst>
                    <a:gd name="connsiteX0" fmla="*/ 19050 w 38100"/>
                    <a:gd name="connsiteY0" fmla="*/ 571500 h 571500"/>
                    <a:gd name="connsiteX1" fmla="*/ 0 w 38100"/>
                    <a:gd name="connsiteY1" fmla="*/ 552450 h 571500"/>
                    <a:gd name="connsiteX2" fmla="*/ 0 w 38100"/>
                    <a:gd name="connsiteY2" fmla="*/ 19050 h 571500"/>
                    <a:gd name="connsiteX3" fmla="*/ 19050 w 38100"/>
                    <a:gd name="connsiteY3" fmla="*/ 0 h 571500"/>
                    <a:gd name="connsiteX4" fmla="*/ 38100 w 38100"/>
                    <a:gd name="connsiteY4" fmla="*/ 19050 h 571500"/>
                    <a:gd name="connsiteX5" fmla="*/ 38100 w 38100"/>
                    <a:gd name="connsiteY5" fmla="*/ 552450 h 571500"/>
                    <a:gd name="connsiteX6" fmla="*/ 19050 w 38100"/>
                    <a:gd name="connsiteY6" fmla="*/ 571500 h 571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100" h="571500">
                      <a:moveTo>
                        <a:pt x="19050" y="571500"/>
                      </a:moveTo>
                      <a:cubicBezTo>
                        <a:pt x="8477" y="571500"/>
                        <a:pt x="0" y="563023"/>
                        <a:pt x="0" y="552450"/>
                      </a:cubicBezTo>
                      <a:lnTo>
                        <a:pt x="0" y="19050"/>
                      </a:lnTo>
                      <a:cubicBezTo>
                        <a:pt x="0" y="8477"/>
                        <a:pt x="8477" y="0"/>
                        <a:pt x="19050" y="0"/>
                      </a:cubicBezTo>
                      <a:cubicBezTo>
                        <a:pt x="29623" y="0"/>
                        <a:pt x="38100" y="8477"/>
                        <a:pt x="38100" y="19050"/>
                      </a:cubicBezTo>
                      <a:lnTo>
                        <a:pt x="38100" y="552450"/>
                      </a:lnTo>
                      <a:cubicBezTo>
                        <a:pt x="38100" y="563023"/>
                        <a:pt x="29623" y="571500"/>
                        <a:pt x="19050" y="5715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268" name="Freeform: Shape 267">
                  <a:extLst>
                    <a:ext uri="{FF2B5EF4-FFF2-40B4-BE49-F238E27FC236}">
                      <a16:creationId xmlns:a16="http://schemas.microsoft.com/office/drawing/2014/main" id="{D979CD9A-B0FE-4426-8656-AAB162CC2C6B}"/>
                    </a:ext>
                  </a:extLst>
                </p:cNvPr>
                <p:cNvSpPr/>
                <p:nvPr/>
              </p:nvSpPr>
              <p:spPr>
                <a:xfrm>
                  <a:off x="8655952" y="1677843"/>
                  <a:ext cx="57513" cy="34522"/>
                </a:xfrm>
                <a:custGeom>
                  <a:avLst/>
                  <a:gdLst>
                    <a:gd name="connsiteX0" fmla="*/ 95202 w 190499"/>
                    <a:gd name="connsiteY0" fmla="*/ 114348 h 114347"/>
                    <a:gd name="connsiteX1" fmla="*/ 81772 w 190499"/>
                    <a:gd name="connsiteY1" fmla="*/ 108728 h 114347"/>
                    <a:gd name="connsiteX2" fmla="*/ 5572 w 190499"/>
                    <a:gd name="connsiteY2" fmla="*/ 32528 h 114347"/>
                    <a:gd name="connsiteX3" fmla="*/ 5572 w 190499"/>
                    <a:gd name="connsiteY3" fmla="*/ 5572 h 114347"/>
                    <a:gd name="connsiteX4" fmla="*/ 32528 w 190499"/>
                    <a:gd name="connsiteY4" fmla="*/ 5572 h 114347"/>
                    <a:gd name="connsiteX5" fmla="*/ 95202 w 190499"/>
                    <a:gd name="connsiteY5" fmla="*/ 68342 h 114347"/>
                    <a:gd name="connsiteX6" fmla="*/ 157972 w 190499"/>
                    <a:gd name="connsiteY6" fmla="*/ 5572 h 114347"/>
                    <a:gd name="connsiteX7" fmla="*/ 184928 w 190499"/>
                    <a:gd name="connsiteY7" fmla="*/ 5572 h 114347"/>
                    <a:gd name="connsiteX8" fmla="*/ 184928 w 190499"/>
                    <a:gd name="connsiteY8" fmla="*/ 32528 h 114347"/>
                    <a:gd name="connsiteX9" fmla="*/ 108728 w 190499"/>
                    <a:gd name="connsiteY9" fmla="*/ 108728 h 114347"/>
                    <a:gd name="connsiteX10" fmla="*/ 95202 w 190499"/>
                    <a:gd name="connsiteY10" fmla="*/ 114348 h 1143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90499" h="114347">
                      <a:moveTo>
                        <a:pt x="95202" y="114348"/>
                      </a:moveTo>
                      <a:cubicBezTo>
                        <a:pt x="90345" y="114348"/>
                        <a:pt x="85487" y="112443"/>
                        <a:pt x="81772" y="108728"/>
                      </a:cubicBezTo>
                      <a:lnTo>
                        <a:pt x="5572" y="32528"/>
                      </a:lnTo>
                      <a:cubicBezTo>
                        <a:pt x="-1857" y="25098"/>
                        <a:pt x="-1857" y="13002"/>
                        <a:pt x="5572" y="5572"/>
                      </a:cubicBezTo>
                      <a:cubicBezTo>
                        <a:pt x="13002" y="-1857"/>
                        <a:pt x="25098" y="-1857"/>
                        <a:pt x="32528" y="5572"/>
                      </a:cubicBezTo>
                      <a:lnTo>
                        <a:pt x="95202" y="68342"/>
                      </a:lnTo>
                      <a:lnTo>
                        <a:pt x="157972" y="5572"/>
                      </a:lnTo>
                      <a:cubicBezTo>
                        <a:pt x="165402" y="-1857"/>
                        <a:pt x="177498" y="-1857"/>
                        <a:pt x="184928" y="5572"/>
                      </a:cubicBezTo>
                      <a:cubicBezTo>
                        <a:pt x="192357" y="13002"/>
                        <a:pt x="192357" y="25098"/>
                        <a:pt x="184928" y="32528"/>
                      </a:cubicBezTo>
                      <a:lnTo>
                        <a:pt x="108728" y="108728"/>
                      </a:lnTo>
                      <a:cubicBezTo>
                        <a:pt x="104918" y="112443"/>
                        <a:pt x="100060" y="114348"/>
                        <a:pt x="95202" y="11434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269" name="Freeform: Shape 268">
                  <a:extLst>
                    <a:ext uri="{FF2B5EF4-FFF2-40B4-BE49-F238E27FC236}">
                      <a16:creationId xmlns:a16="http://schemas.microsoft.com/office/drawing/2014/main" id="{4EEC4183-ECBB-44CD-882A-850958FA2639}"/>
                    </a:ext>
                  </a:extLst>
                </p:cNvPr>
                <p:cNvSpPr/>
                <p:nvPr/>
              </p:nvSpPr>
              <p:spPr>
                <a:xfrm>
                  <a:off x="8661689" y="1861899"/>
                  <a:ext cx="368085" cy="11503"/>
                </a:xfrm>
                <a:custGeom>
                  <a:avLst/>
                  <a:gdLst>
                    <a:gd name="connsiteX0" fmla="*/ 0 w 1219200"/>
                    <a:gd name="connsiteY0" fmla="*/ 0 h 38100"/>
                    <a:gd name="connsiteX1" fmla="*/ 1219200 w 1219200"/>
                    <a:gd name="connsiteY1" fmla="*/ 0 h 38100"/>
                    <a:gd name="connsiteX2" fmla="*/ 1219200 w 1219200"/>
                    <a:gd name="connsiteY2" fmla="*/ 38100 h 38100"/>
                    <a:gd name="connsiteX3" fmla="*/ 0 w 1219200"/>
                    <a:gd name="connsiteY3" fmla="*/ 38100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19200" h="38100">
                      <a:moveTo>
                        <a:pt x="0" y="0"/>
                      </a:moveTo>
                      <a:lnTo>
                        <a:pt x="1219200" y="0"/>
                      </a:lnTo>
                      <a:lnTo>
                        <a:pt x="1219200" y="38100"/>
                      </a:lnTo>
                      <a:lnTo>
                        <a:pt x="0" y="3810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270" name="Freeform: Shape 269">
                  <a:extLst>
                    <a:ext uri="{FF2B5EF4-FFF2-40B4-BE49-F238E27FC236}">
                      <a16:creationId xmlns:a16="http://schemas.microsoft.com/office/drawing/2014/main" id="{ECC9C808-3432-444B-BE23-0CD73C018DC5}"/>
                    </a:ext>
                  </a:extLst>
                </p:cNvPr>
                <p:cNvSpPr/>
                <p:nvPr/>
              </p:nvSpPr>
              <p:spPr>
                <a:xfrm>
                  <a:off x="8817003" y="1562831"/>
                  <a:ext cx="57485" cy="34508"/>
                </a:xfrm>
                <a:custGeom>
                  <a:avLst/>
                  <a:gdLst>
                    <a:gd name="connsiteX0" fmla="*/ 95156 w 190405"/>
                    <a:gd name="connsiteY0" fmla="*/ 114300 h 114300"/>
                    <a:gd name="connsiteX1" fmla="*/ 76106 w 190405"/>
                    <a:gd name="connsiteY1" fmla="*/ 95536 h 114300"/>
                    <a:gd name="connsiteX2" fmla="*/ 76106 w 190405"/>
                    <a:gd name="connsiteY2" fmla="*/ 95536 h 114300"/>
                    <a:gd name="connsiteX3" fmla="*/ 76106 w 190405"/>
                    <a:gd name="connsiteY3" fmla="*/ 95536 h 114300"/>
                    <a:gd name="connsiteX4" fmla="*/ 76106 w 190405"/>
                    <a:gd name="connsiteY4" fmla="*/ 95536 h 114300"/>
                    <a:gd name="connsiteX5" fmla="*/ 76106 w 190405"/>
                    <a:gd name="connsiteY5" fmla="*/ 95441 h 114300"/>
                    <a:gd name="connsiteX6" fmla="*/ 76106 w 190405"/>
                    <a:gd name="connsiteY6" fmla="*/ 95345 h 114300"/>
                    <a:gd name="connsiteX7" fmla="*/ 76106 w 190405"/>
                    <a:gd name="connsiteY7" fmla="*/ 95345 h 114300"/>
                    <a:gd name="connsiteX8" fmla="*/ 76106 w 190405"/>
                    <a:gd name="connsiteY8" fmla="*/ 95250 h 114300"/>
                    <a:gd name="connsiteX9" fmla="*/ 18860 w 190405"/>
                    <a:gd name="connsiteY9" fmla="*/ 38100 h 114300"/>
                    <a:gd name="connsiteX10" fmla="*/ 1 w 190405"/>
                    <a:gd name="connsiteY10" fmla="*/ 18955 h 114300"/>
                    <a:gd name="connsiteX11" fmla="*/ 18956 w 190405"/>
                    <a:gd name="connsiteY11" fmla="*/ 0 h 114300"/>
                    <a:gd name="connsiteX12" fmla="*/ 95441 w 190405"/>
                    <a:gd name="connsiteY12" fmla="*/ 35243 h 114300"/>
                    <a:gd name="connsiteX13" fmla="*/ 171356 w 190405"/>
                    <a:gd name="connsiteY13" fmla="*/ 0 h 114300"/>
                    <a:gd name="connsiteX14" fmla="*/ 190406 w 190405"/>
                    <a:gd name="connsiteY14" fmla="*/ 19050 h 114300"/>
                    <a:gd name="connsiteX15" fmla="*/ 171356 w 190405"/>
                    <a:gd name="connsiteY15" fmla="*/ 38100 h 114300"/>
                    <a:gd name="connsiteX16" fmla="*/ 114206 w 190405"/>
                    <a:gd name="connsiteY16" fmla="*/ 95345 h 114300"/>
                    <a:gd name="connsiteX17" fmla="*/ 95156 w 190405"/>
                    <a:gd name="connsiteY17" fmla="*/ 114300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0405" h="114300">
                      <a:moveTo>
                        <a:pt x="95156" y="114300"/>
                      </a:moveTo>
                      <a:cubicBezTo>
                        <a:pt x="84678" y="114300"/>
                        <a:pt x="76296" y="105918"/>
                        <a:pt x="76106" y="95536"/>
                      </a:cubicBezTo>
                      <a:cubicBezTo>
                        <a:pt x="76106" y="95536"/>
                        <a:pt x="76106" y="95536"/>
                        <a:pt x="76106" y="95536"/>
                      </a:cubicBezTo>
                      <a:lnTo>
                        <a:pt x="76106" y="95536"/>
                      </a:lnTo>
                      <a:lnTo>
                        <a:pt x="76106" y="95536"/>
                      </a:lnTo>
                      <a:cubicBezTo>
                        <a:pt x="76106" y="95536"/>
                        <a:pt x="76106" y="95441"/>
                        <a:pt x="76106" y="95441"/>
                      </a:cubicBezTo>
                      <a:cubicBezTo>
                        <a:pt x="76106" y="95441"/>
                        <a:pt x="76106" y="95441"/>
                        <a:pt x="76106" y="95345"/>
                      </a:cubicBezTo>
                      <a:lnTo>
                        <a:pt x="76106" y="95345"/>
                      </a:lnTo>
                      <a:cubicBezTo>
                        <a:pt x="76106" y="95345"/>
                        <a:pt x="76106" y="95345"/>
                        <a:pt x="76106" y="95250"/>
                      </a:cubicBezTo>
                      <a:cubicBezTo>
                        <a:pt x="76106" y="41434"/>
                        <a:pt x="28385" y="38195"/>
                        <a:pt x="18860" y="38100"/>
                      </a:cubicBezTo>
                      <a:cubicBezTo>
                        <a:pt x="8383" y="38005"/>
                        <a:pt x="-94" y="29432"/>
                        <a:pt x="1" y="18955"/>
                      </a:cubicBezTo>
                      <a:cubicBezTo>
                        <a:pt x="1" y="8477"/>
                        <a:pt x="8478" y="0"/>
                        <a:pt x="18956" y="0"/>
                      </a:cubicBezTo>
                      <a:cubicBezTo>
                        <a:pt x="40482" y="0"/>
                        <a:pt x="74391" y="8477"/>
                        <a:pt x="95441" y="35243"/>
                      </a:cubicBezTo>
                      <a:cubicBezTo>
                        <a:pt x="109824" y="15621"/>
                        <a:pt x="133637" y="0"/>
                        <a:pt x="171356" y="0"/>
                      </a:cubicBezTo>
                      <a:cubicBezTo>
                        <a:pt x="181928" y="0"/>
                        <a:pt x="190406" y="8573"/>
                        <a:pt x="190406" y="19050"/>
                      </a:cubicBezTo>
                      <a:cubicBezTo>
                        <a:pt x="190406" y="29528"/>
                        <a:pt x="181928" y="38100"/>
                        <a:pt x="171356" y="38100"/>
                      </a:cubicBezTo>
                      <a:cubicBezTo>
                        <a:pt x="117635" y="38100"/>
                        <a:pt x="114301" y="85725"/>
                        <a:pt x="114206" y="95345"/>
                      </a:cubicBezTo>
                      <a:cubicBezTo>
                        <a:pt x="114110" y="105823"/>
                        <a:pt x="105633" y="114300"/>
                        <a:pt x="95156" y="1143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271" name="Freeform: Shape 270">
                  <a:extLst>
                    <a:ext uri="{FF2B5EF4-FFF2-40B4-BE49-F238E27FC236}">
                      <a16:creationId xmlns:a16="http://schemas.microsoft.com/office/drawing/2014/main" id="{0E6597B4-6A59-4F0C-B8DD-12150CCA93AC}"/>
                    </a:ext>
                  </a:extLst>
                </p:cNvPr>
                <p:cNvSpPr/>
                <p:nvPr/>
              </p:nvSpPr>
              <p:spPr>
                <a:xfrm>
                  <a:off x="8863014" y="1585836"/>
                  <a:ext cx="57485" cy="34508"/>
                </a:xfrm>
                <a:custGeom>
                  <a:avLst/>
                  <a:gdLst>
                    <a:gd name="connsiteX0" fmla="*/ 95156 w 190405"/>
                    <a:gd name="connsiteY0" fmla="*/ 114300 h 114300"/>
                    <a:gd name="connsiteX1" fmla="*/ 76106 w 190405"/>
                    <a:gd name="connsiteY1" fmla="*/ 95536 h 114300"/>
                    <a:gd name="connsiteX2" fmla="*/ 76106 w 190405"/>
                    <a:gd name="connsiteY2" fmla="*/ 95536 h 114300"/>
                    <a:gd name="connsiteX3" fmla="*/ 76106 w 190405"/>
                    <a:gd name="connsiteY3" fmla="*/ 95536 h 114300"/>
                    <a:gd name="connsiteX4" fmla="*/ 76106 w 190405"/>
                    <a:gd name="connsiteY4" fmla="*/ 95536 h 114300"/>
                    <a:gd name="connsiteX5" fmla="*/ 76106 w 190405"/>
                    <a:gd name="connsiteY5" fmla="*/ 95441 h 114300"/>
                    <a:gd name="connsiteX6" fmla="*/ 76106 w 190405"/>
                    <a:gd name="connsiteY6" fmla="*/ 95345 h 114300"/>
                    <a:gd name="connsiteX7" fmla="*/ 76106 w 190405"/>
                    <a:gd name="connsiteY7" fmla="*/ 95345 h 114300"/>
                    <a:gd name="connsiteX8" fmla="*/ 76106 w 190405"/>
                    <a:gd name="connsiteY8" fmla="*/ 95250 h 114300"/>
                    <a:gd name="connsiteX9" fmla="*/ 18860 w 190405"/>
                    <a:gd name="connsiteY9" fmla="*/ 38100 h 114300"/>
                    <a:gd name="connsiteX10" fmla="*/ 1 w 190405"/>
                    <a:gd name="connsiteY10" fmla="*/ 18955 h 114300"/>
                    <a:gd name="connsiteX11" fmla="*/ 18956 w 190405"/>
                    <a:gd name="connsiteY11" fmla="*/ 0 h 114300"/>
                    <a:gd name="connsiteX12" fmla="*/ 95441 w 190405"/>
                    <a:gd name="connsiteY12" fmla="*/ 35243 h 114300"/>
                    <a:gd name="connsiteX13" fmla="*/ 171356 w 190405"/>
                    <a:gd name="connsiteY13" fmla="*/ 0 h 114300"/>
                    <a:gd name="connsiteX14" fmla="*/ 190406 w 190405"/>
                    <a:gd name="connsiteY14" fmla="*/ 19050 h 114300"/>
                    <a:gd name="connsiteX15" fmla="*/ 171356 w 190405"/>
                    <a:gd name="connsiteY15" fmla="*/ 38100 h 114300"/>
                    <a:gd name="connsiteX16" fmla="*/ 114206 w 190405"/>
                    <a:gd name="connsiteY16" fmla="*/ 95345 h 114300"/>
                    <a:gd name="connsiteX17" fmla="*/ 95156 w 190405"/>
                    <a:gd name="connsiteY17" fmla="*/ 114300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0405" h="114300">
                      <a:moveTo>
                        <a:pt x="95156" y="114300"/>
                      </a:moveTo>
                      <a:cubicBezTo>
                        <a:pt x="84678" y="114300"/>
                        <a:pt x="76296" y="105918"/>
                        <a:pt x="76106" y="95536"/>
                      </a:cubicBezTo>
                      <a:cubicBezTo>
                        <a:pt x="76106" y="95536"/>
                        <a:pt x="76106" y="95536"/>
                        <a:pt x="76106" y="95536"/>
                      </a:cubicBezTo>
                      <a:lnTo>
                        <a:pt x="76106" y="95536"/>
                      </a:lnTo>
                      <a:lnTo>
                        <a:pt x="76106" y="95536"/>
                      </a:lnTo>
                      <a:cubicBezTo>
                        <a:pt x="76106" y="95536"/>
                        <a:pt x="76106" y="95441"/>
                        <a:pt x="76106" y="95441"/>
                      </a:cubicBezTo>
                      <a:cubicBezTo>
                        <a:pt x="76106" y="95441"/>
                        <a:pt x="76106" y="95441"/>
                        <a:pt x="76106" y="95345"/>
                      </a:cubicBezTo>
                      <a:lnTo>
                        <a:pt x="76106" y="95345"/>
                      </a:lnTo>
                      <a:cubicBezTo>
                        <a:pt x="76106" y="95345"/>
                        <a:pt x="76106" y="95345"/>
                        <a:pt x="76106" y="95250"/>
                      </a:cubicBezTo>
                      <a:cubicBezTo>
                        <a:pt x="76106" y="41434"/>
                        <a:pt x="28385" y="38195"/>
                        <a:pt x="18860" y="38100"/>
                      </a:cubicBezTo>
                      <a:cubicBezTo>
                        <a:pt x="8383" y="38005"/>
                        <a:pt x="-94" y="29432"/>
                        <a:pt x="1" y="18955"/>
                      </a:cubicBezTo>
                      <a:cubicBezTo>
                        <a:pt x="1" y="8477"/>
                        <a:pt x="8478" y="0"/>
                        <a:pt x="18956" y="0"/>
                      </a:cubicBezTo>
                      <a:cubicBezTo>
                        <a:pt x="40482" y="0"/>
                        <a:pt x="74391" y="8477"/>
                        <a:pt x="95441" y="35243"/>
                      </a:cubicBezTo>
                      <a:cubicBezTo>
                        <a:pt x="109824" y="15621"/>
                        <a:pt x="133637" y="0"/>
                        <a:pt x="171356" y="0"/>
                      </a:cubicBezTo>
                      <a:cubicBezTo>
                        <a:pt x="181928" y="0"/>
                        <a:pt x="190406" y="8572"/>
                        <a:pt x="190406" y="19050"/>
                      </a:cubicBezTo>
                      <a:cubicBezTo>
                        <a:pt x="190406" y="29528"/>
                        <a:pt x="181928" y="38100"/>
                        <a:pt x="171356" y="38100"/>
                      </a:cubicBezTo>
                      <a:cubicBezTo>
                        <a:pt x="117635" y="38100"/>
                        <a:pt x="114301" y="85725"/>
                        <a:pt x="114206" y="95345"/>
                      </a:cubicBezTo>
                      <a:cubicBezTo>
                        <a:pt x="114110" y="105823"/>
                        <a:pt x="105633" y="114300"/>
                        <a:pt x="95156" y="1143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272" name="Freeform: Shape 271">
                  <a:extLst>
                    <a:ext uri="{FF2B5EF4-FFF2-40B4-BE49-F238E27FC236}">
                      <a16:creationId xmlns:a16="http://schemas.microsoft.com/office/drawing/2014/main" id="{B0758042-3E22-43EF-8408-F6E52F0B8179}"/>
                    </a:ext>
                  </a:extLst>
                </p:cNvPr>
                <p:cNvSpPr/>
                <p:nvPr/>
              </p:nvSpPr>
              <p:spPr>
                <a:xfrm>
                  <a:off x="8793998" y="1608842"/>
                  <a:ext cx="57485" cy="34508"/>
                </a:xfrm>
                <a:custGeom>
                  <a:avLst/>
                  <a:gdLst>
                    <a:gd name="connsiteX0" fmla="*/ 95156 w 190405"/>
                    <a:gd name="connsiteY0" fmla="*/ 114300 h 114300"/>
                    <a:gd name="connsiteX1" fmla="*/ 76106 w 190405"/>
                    <a:gd name="connsiteY1" fmla="*/ 95536 h 114300"/>
                    <a:gd name="connsiteX2" fmla="*/ 76106 w 190405"/>
                    <a:gd name="connsiteY2" fmla="*/ 95536 h 114300"/>
                    <a:gd name="connsiteX3" fmla="*/ 76106 w 190405"/>
                    <a:gd name="connsiteY3" fmla="*/ 95536 h 114300"/>
                    <a:gd name="connsiteX4" fmla="*/ 76106 w 190405"/>
                    <a:gd name="connsiteY4" fmla="*/ 95536 h 114300"/>
                    <a:gd name="connsiteX5" fmla="*/ 76106 w 190405"/>
                    <a:gd name="connsiteY5" fmla="*/ 95441 h 114300"/>
                    <a:gd name="connsiteX6" fmla="*/ 76106 w 190405"/>
                    <a:gd name="connsiteY6" fmla="*/ 95345 h 114300"/>
                    <a:gd name="connsiteX7" fmla="*/ 76106 w 190405"/>
                    <a:gd name="connsiteY7" fmla="*/ 95345 h 114300"/>
                    <a:gd name="connsiteX8" fmla="*/ 76106 w 190405"/>
                    <a:gd name="connsiteY8" fmla="*/ 95250 h 114300"/>
                    <a:gd name="connsiteX9" fmla="*/ 18860 w 190405"/>
                    <a:gd name="connsiteY9" fmla="*/ 38100 h 114300"/>
                    <a:gd name="connsiteX10" fmla="*/ 1 w 190405"/>
                    <a:gd name="connsiteY10" fmla="*/ 18955 h 114300"/>
                    <a:gd name="connsiteX11" fmla="*/ 18956 w 190405"/>
                    <a:gd name="connsiteY11" fmla="*/ 0 h 114300"/>
                    <a:gd name="connsiteX12" fmla="*/ 95441 w 190405"/>
                    <a:gd name="connsiteY12" fmla="*/ 35243 h 114300"/>
                    <a:gd name="connsiteX13" fmla="*/ 171356 w 190405"/>
                    <a:gd name="connsiteY13" fmla="*/ 0 h 114300"/>
                    <a:gd name="connsiteX14" fmla="*/ 190406 w 190405"/>
                    <a:gd name="connsiteY14" fmla="*/ 19050 h 114300"/>
                    <a:gd name="connsiteX15" fmla="*/ 171356 w 190405"/>
                    <a:gd name="connsiteY15" fmla="*/ 38100 h 114300"/>
                    <a:gd name="connsiteX16" fmla="*/ 114206 w 190405"/>
                    <a:gd name="connsiteY16" fmla="*/ 95345 h 114300"/>
                    <a:gd name="connsiteX17" fmla="*/ 95156 w 190405"/>
                    <a:gd name="connsiteY17" fmla="*/ 114300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0405" h="114300">
                      <a:moveTo>
                        <a:pt x="95156" y="114300"/>
                      </a:moveTo>
                      <a:cubicBezTo>
                        <a:pt x="84678" y="114300"/>
                        <a:pt x="76296" y="105918"/>
                        <a:pt x="76106" y="95536"/>
                      </a:cubicBezTo>
                      <a:cubicBezTo>
                        <a:pt x="76106" y="95536"/>
                        <a:pt x="76106" y="95536"/>
                        <a:pt x="76106" y="95536"/>
                      </a:cubicBezTo>
                      <a:lnTo>
                        <a:pt x="76106" y="95536"/>
                      </a:lnTo>
                      <a:lnTo>
                        <a:pt x="76106" y="95536"/>
                      </a:lnTo>
                      <a:cubicBezTo>
                        <a:pt x="76106" y="95536"/>
                        <a:pt x="76106" y="95441"/>
                        <a:pt x="76106" y="95441"/>
                      </a:cubicBezTo>
                      <a:cubicBezTo>
                        <a:pt x="76106" y="95441"/>
                        <a:pt x="76106" y="95441"/>
                        <a:pt x="76106" y="95345"/>
                      </a:cubicBezTo>
                      <a:lnTo>
                        <a:pt x="76106" y="95345"/>
                      </a:lnTo>
                      <a:cubicBezTo>
                        <a:pt x="76106" y="95345"/>
                        <a:pt x="76106" y="95345"/>
                        <a:pt x="76106" y="95250"/>
                      </a:cubicBezTo>
                      <a:cubicBezTo>
                        <a:pt x="76106" y="41434"/>
                        <a:pt x="28385" y="38195"/>
                        <a:pt x="18860" y="38100"/>
                      </a:cubicBezTo>
                      <a:cubicBezTo>
                        <a:pt x="8383" y="38005"/>
                        <a:pt x="-94" y="29432"/>
                        <a:pt x="1" y="18955"/>
                      </a:cubicBezTo>
                      <a:cubicBezTo>
                        <a:pt x="1" y="8477"/>
                        <a:pt x="8478" y="0"/>
                        <a:pt x="18956" y="0"/>
                      </a:cubicBezTo>
                      <a:cubicBezTo>
                        <a:pt x="40482" y="0"/>
                        <a:pt x="74391" y="8477"/>
                        <a:pt x="95441" y="35243"/>
                      </a:cubicBezTo>
                      <a:cubicBezTo>
                        <a:pt x="109824" y="15621"/>
                        <a:pt x="133637" y="0"/>
                        <a:pt x="171356" y="0"/>
                      </a:cubicBezTo>
                      <a:cubicBezTo>
                        <a:pt x="181928" y="0"/>
                        <a:pt x="190406" y="8572"/>
                        <a:pt x="190406" y="19050"/>
                      </a:cubicBezTo>
                      <a:cubicBezTo>
                        <a:pt x="190406" y="29528"/>
                        <a:pt x="181928" y="38100"/>
                        <a:pt x="171356" y="38100"/>
                      </a:cubicBezTo>
                      <a:cubicBezTo>
                        <a:pt x="117635" y="38100"/>
                        <a:pt x="114301" y="85725"/>
                        <a:pt x="114206" y="95345"/>
                      </a:cubicBezTo>
                      <a:cubicBezTo>
                        <a:pt x="114110" y="105823"/>
                        <a:pt x="105633" y="114300"/>
                        <a:pt x="95156" y="1143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grpSp>
              <p:nvGrpSpPr>
                <p:cNvPr id="273" name="Graphic 112">
                  <a:extLst>
                    <a:ext uri="{FF2B5EF4-FFF2-40B4-BE49-F238E27FC236}">
                      <a16:creationId xmlns:a16="http://schemas.microsoft.com/office/drawing/2014/main" id="{755A1796-D922-49CA-9106-FD4226B59224}"/>
                    </a:ext>
                  </a:extLst>
                </p:cNvPr>
                <p:cNvGrpSpPr/>
                <p:nvPr/>
              </p:nvGrpSpPr>
              <p:grpSpPr>
                <a:xfrm>
                  <a:off x="8721129" y="1723948"/>
                  <a:ext cx="249205" cy="146665"/>
                  <a:chOff x="5769006" y="3448315"/>
                  <a:chExt cx="825436" cy="485795"/>
                </a:xfrm>
                <a:solidFill>
                  <a:schemeClr val="accent3"/>
                </a:solidFill>
              </p:grpSpPr>
              <p:sp>
                <p:nvSpPr>
                  <p:cNvPr id="274" name="Freeform: Shape 273">
                    <a:extLst>
                      <a:ext uri="{FF2B5EF4-FFF2-40B4-BE49-F238E27FC236}">
                        <a16:creationId xmlns:a16="http://schemas.microsoft.com/office/drawing/2014/main" id="{126E7F10-66DF-46DB-9B4D-2A558CDAA04B}"/>
                      </a:ext>
                    </a:extLst>
                  </p:cNvPr>
                  <p:cNvSpPr/>
                  <p:nvPr/>
                </p:nvSpPr>
                <p:spPr>
                  <a:xfrm>
                    <a:off x="5932836" y="3448335"/>
                    <a:ext cx="133540" cy="38100"/>
                  </a:xfrm>
                  <a:custGeom>
                    <a:avLst/>
                    <a:gdLst>
                      <a:gd name="connsiteX0" fmla="*/ 114491 w 133540"/>
                      <a:gd name="connsiteY0" fmla="*/ 38100 h 38100"/>
                      <a:gd name="connsiteX1" fmla="*/ 19050 w 133540"/>
                      <a:gd name="connsiteY1" fmla="*/ 38100 h 38100"/>
                      <a:gd name="connsiteX2" fmla="*/ 0 w 133540"/>
                      <a:gd name="connsiteY2" fmla="*/ 19050 h 38100"/>
                      <a:gd name="connsiteX3" fmla="*/ 19050 w 133540"/>
                      <a:gd name="connsiteY3" fmla="*/ 0 h 38100"/>
                      <a:gd name="connsiteX4" fmla="*/ 114491 w 133540"/>
                      <a:gd name="connsiteY4" fmla="*/ 0 h 38100"/>
                      <a:gd name="connsiteX5" fmla="*/ 133541 w 133540"/>
                      <a:gd name="connsiteY5" fmla="*/ 19050 h 38100"/>
                      <a:gd name="connsiteX6" fmla="*/ 114491 w 133540"/>
                      <a:gd name="connsiteY6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3540" h="38100">
                        <a:moveTo>
                          <a:pt x="114491" y="38100"/>
                        </a:moveTo>
                        <a:lnTo>
                          <a:pt x="19050" y="38100"/>
                        </a:lnTo>
                        <a:cubicBezTo>
                          <a:pt x="8477" y="38100"/>
                          <a:pt x="0" y="29623"/>
                          <a:pt x="0" y="19050"/>
                        </a:cubicBezTo>
                        <a:cubicBezTo>
                          <a:pt x="0" y="8477"/>
                          <a:pt x="8477" y="0"/>
                          <a:pt x="19050" y="0"/>
                        </a:cubicBezTo>
                        <a:lnTo>
                          <a:pt x="114491" y="0"/>
                        </a:lnTo>
                        <a:cubicBezTo>
                          <a:pt x="125063" y="0"/>
                          <a:pt x="133541" y="8477"/>
                          <a:pt x="133541" y="19050"/>
                        </a:cubicBezTo>
                        <a:cubicBezTo>
                          <a:pt x="133541" y="29528"/>
                          <a:pt x="125063" y="38100"/>
                          <a:pt x="114491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grpSp>
                <p:nvGrpSpPr>
                  <p:cNvPr id="275" name="Graphic 112">
                    <a:extLst>
                      <a:ext uri="{FF2B5EF4-FFF2-40B4-BE49-F238E27FC236}">
                        <a16:creationId xmlns:a16="http://schemas.microsoft.com/office/drawing/2014/main" id="{0B33207D-5FE0-41FD-972D-A657525DCA5D}"/>
                      </a:ext>
                    </a:extLst>
                  </p:cNvPr>
                  <p:cNvGrpSpPr/>
                  <p:nvPr/>
                </p:nvGrpSpPr>
                <p:grpSpPr>
                  <a:xfrm>
                    <a:off x="5769006" y="3448315"/>
                    <a:ext cx="825436" cy="485795"/>
                    <a:chOff x="5769006" y="3448315"/>
                    <a:chExt cx="825436" cy="485795"/>
                  </a:xfrm>
                  <a:grpFill/>
                </p:grpSpPr>
                <p:sp>
                  <p:nvSpPr>
                    <p:cNvPr id="276" name="Freeform: Shape 275">
                      <a:extLst>
                        <a:ext uri="{FF2B5EF4-FFF2-40B4-BE49-F238E27FC236}">
                          <a16:creationId xmlns:a16="http://schemas.microsoft.com/office/drawing/2014/main" id="{F4CFD2D8-C2A7-4667-9C99-C7822A872B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2148" y="3538061"/>
                      <a:ext cx="431762" cy="252888"/>
                    </a:xfrm>
                    <a:custGeom>
                      <a:avLst/>
                      <a:gdLst>
                        <a:gd name="connsiteX0" fmla="*/ 269576 w 431762"/>
                        <a:gd name="connsiteY0" fmla="*/ 252889 h 252888"/>
                        <a:gd name="connsiteX1" fmla="*/ 19069 w 431762"/>
                        <a:gd name="connsiteY1" fmla="*/ 252889 h 252888"/>
                        <a:gd name="connsiteX2" fmla="*/ 2876 w 431762"/>
                        <a:gd name="connsiteY2" fmla="*/ 243840 h 252888"/>
                        <a:gd name="connsiteX3" fmla="*/ 2019 w 431762"/>
                        <a:gd name="connsiteY3" fmla="*/ 225266 h 252888"/>
                        <a:gd name="connsiteX4" fmla="*/ 109366 w 431762"/>
                        <a:gd name="connsiteY4" fmla="*/ 10573 h 252888"/>
                        <a:gd name="connsiteX5" fmla="*/ 126416 w 431762"/>
                        <a:gd name="connsiteY5" fmla="*/ 0 h 252888"/>
                        <a:gd name="connsiteX6" fmla="*/ 412737 w 431762"/>
                        <a:gd name="connsiteY6" fmla="*/ 0 h 252888"/>
                        <a:gd name="connsiteX7" fmla="*/ 429501 w 431762"/>
                        <a:gd name="connsiteY7" fmla="*/ 10097 h 252888"/>
                        <a:gd name="connsiteX8" fmla="*/ 428549 w 431762"/>
                        <a:gd name="connsiteY8" fmla="*/ 29623 h 252888"/>
                        <a:gd name="connsiteX9" fmla="*/ 285388 w 431762"/>
                        <a:gd name="connsiteY9" fmla="*/ 244412 h 252888"/>
                        <a:gd name="connsiteX10" fmla="*/ 269576 w 431762"/>
                        <a:gd name="connsiteY10" fmla="*/ 252889 h 252888"/>
                        <a:gd name="connsiteX11" fmla="*/ 49835 w 431762"/>
                        <a:gd name="connsiteY11" fmla="*/ 214789 h 252888"/>
                        <a:gd name="connsiteX12" fmla="*/ 259385 w 431762"/>
                        <a:gd name="connsiteY12" fmla="*/ 214789 h 252888"/>
                        <a:gd name="connsiteX13" fmla="*/ 377114 w 431762"/>
                        <a:gd name="connsiteY13" fmla="*/ 38195 h 252888"/>
                        <a:gd name="connsiteX14" fmla="*/ 138227 w 431762"/>
                        <a:gd name="connsiteY14" fmla="*/ 38195 h 252888"/>
                        <a:gd name="connsiteX15" fmla="*/ 49835 w 431762"/>
                        <a:gd name="connsiteY15" fmla="*/ 214789 h 2528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431762" h="252888">
                          <a:moveTo>
                            <a:pt x="269576" y="252889"/>
                          </a:moveTo>
                          <a:lnTo>
                            <a:pt x="19069" y="252889"/>
                          </a:lnTo>
                          <a:cubicBezTo>
                            <a:pt x="12497" y="252889"/>
                            <a:pt x="6305" y="249460"/>
                            <a:pt x="2876" y="243840"/>
                          </a:cubicBezTo>
                          <a:cubicBezTo>
                            <a:pt x="-648" y="238220"/>
                            <a:pt x="-934" y="231172"/>
                            <a:pt x="2019" y="225266"/>
                          </a:cubicBezTo>
                          <a:lnTo>
                            <a:pt x="109366" y="10573"/>
                          </a:lnTo>
                          <a:cubicBezTo>
                            <a:pt x="112604" y="4096"/>
                            <a:pt x="119177" y="0"/>
                            <a:pt x="126416" y="0"/>
                          </a:cubicBezTo>
                          <a:lnTo>
                            <a:pt x="412737" y="0"/>
                          </a:lnTo>
                          <a:cubicBezTo>
                            <a:pt x="419786" y="0"/>
                            <a:pt x="426263" y="3905"/>
                            <a:pt x="429501" y="10097"/>
                          </a:cubicBezTo>
                          <a:cubicBezTo>
                            <a:pt x="432835" y="16288"/>
                            <a:pt x="432454" y="23813"/>
                            <a:pt x="428549" y="29623"/>
                          </a:cubicBezTo>
                          <a:lnTo>
                            <a:pt x="285388" y="244412"/>
                          </a:lnTo>
                          <a:cubicBezTo>
                            <a:pt x="281864" y="249746"/>
                            <a:pt x="275958" y="252889"/>
                            <a:pt x="269576" y="252889"/>
                          </a:cubicBezTo>
                          <a:close/>
                          <a:moveTo>
                            <a:pt x="49835" y="214789"/>
                          </a:moveTo>
                          <a:lnTo>
                            <a:pt x="259385" y="214789"/>
                          </a:lnTo>
                          <a:lnTo>
                            <a:pt x="377114" y="38195"/>
                          </a:lnTo>
                          <a:lnTo>
                            <a:pt x="138227" y="38195"/>
                          </a:lnTo>
                          <a:lnTo>
                            <a:pt x="49835" y="214789"/>
                          </a:ln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277" name="Freeform: Shape 276">
                      <a:extLst>
                        <a:ext uri="{FF2B5EF4-FFF2-40B4-BE49-F238E27FC236}">
                          <a16:creationId xmlns:a16="http://schemas.microsoft.com/office/drawing/2014/main" id="{39BB0B95-1E61-43D4-B71A-A7FDD0F861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68630" y="3448315"/>
                      <a:ext cx="232070" cy="342634"/>
                    </a:xfrm>
                    <a:custGeom>
                      <a:avLst/>
                      <a:gdLst>
                        <a:gd name="connsiteX0" fmla="*/ 213095 w 232070"/>
                        <a:gd name="connsiteY0" fmla="*/ 342635 h 342634"/>
                        <a:gd name="connsiteX1" fmla="*/ 196998 w 232070"/>
                        <a:gd name="connsiteY1" fmla="*/ 333777 h 342634"/>
                        <a:gd name="connsiteX2" fmla="*/ 2973 w 232070"/>
                        <a:gd name="connsiteY2" fmla="*/ 29262 h 342634"/>
                        <a:gd name="connsiteX3" fmla="*/ 8784 w 232070"/>
                        <a:gd name="connsiteY3" fmla="*/ 2973 h 342634"/>
                        <a:gd name="connsiteX4" fmla="*/ 35073 w 232070"/>
                        <a:gd name="connsiteY4" fmla="*/ 8784 h 342634"/>
                        <a:gd name="connsiteX5" fmla="*/ 229097 w 232070"/>
                        <a:gd name="connsiteY5" fmla="*/ 313298 h 342634"/>
                        <a:gd name="connsiteX6" fmla="*/ 223287 w 232070"/>
                        <a:gd name="connsiteY6" fmla="*/ 339587 h 342634"/>
                        <a:gd name="connsiteX7" fmla="*/ 213095 w 232070"/>
                        <a:gd name="connsiteY7" fmla="*/ 342635 h 34263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232070" h="342634">
                          <a:moveTo>
                            <a:pt x="213095" y="342635"/>
                          </a:moveTo>
                          <a:cubicBezTo>
                            <a:pt x="206808" y="342635"/>
                            <a:pt x="200617" y="339492"/>
                            <a:pt x="196998" y="333777"/>
                          </a:cubicBezTo>
                          <a:lnTo>
                            <a:pt x="2973" y="29262"/>
                          </a:lnTo>
                          <a:cubicBezTo>
                            <a:pt x="-2646" y="20404"/>
                            <a:pt x="-75" y="8593"/>
                            <a:pt x="8784" y="2973"/>
                          </a:cubicBezTo>
                          <a:cubicBezTo>
                            <a:pt x="17642" y="-2646"/>
                            <a:pt x="29453" y="-75"/>
                            <a:pt x="35073" y="8784"/>
                          </a:cubicBezTo>
                          <a:lnTo>
                            <a:pt x="229097" y="313298"/>
                          </a:lnTo>
                          <a:cubicBezTo>
                            <a:pt x="234717" y="322156"/>
                            <a:pt x="232145" y="333967"/>
                            <a:pt x="223287" y="339587"/>
                          </a:cubicBezTo>
                          <a:cubicBezTo>
                            <a:pt x="220143" y="341682"/>
                            <a:pt x="216619" y="342635"/>
                            <a:pt x="213095" y="342635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278" name="Freeform: Shape 277">
                      <a:extLst>
                        <a:ext uri="{FF2B5EF4-FFF2-40B4-BE49-F238E27FC236}">
                          <a16:creationId xmlns:a16="http://schemas.microsoft.com/office/drawing/2014/main" id="{7CDF289C-C256-4601-80B8-B4503D03AC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98489" y="3466528"/>
                      <a:ext cx="252882" cy="324421"/>
                    </a:xfrm>
                    <a:custGeom>
                      <a:avLst/>
                      <a:gdLst>
                        <a:gd name="connsiteX0" fmla="*/ 233744 w 252882"/>
                        <a:gd name="connsiteY0" fmla="*/ 324422 h 324421"/>
                        <a:gd name="connsiteX1" fmla="*/ 216694 w 252882"/>
                        <a:gd name="connsiteY1" fmla="*/ 313849 h 324421"/>
                        <a:gd name="connsiteX2" fmla="*/ 78867 w 252882"/>
                        <a:gd name="connsiteY2" fmla="*/ 38100 h 324421"/>
                        <a:gd name="connsiteX3" fmla="*/ 19050 w 252882"/>
                        <a:gd name="connsiteY3" fmla="*/ 38100 h 324421"/>
                        <a:gd name="connsiteX4" fmla="*/ 0 w 252882"/>
                        <a:gd name="connsiteY4" fmla="*/ 19050 h 324421"/>
                        <a:gd name="connsiteX5" fmla="*/ 19050 w 252882"/>
                        <a:gd name="connsiteY5" fmla="*/ 0 h 324421"/>
                        <a:gd name="connsiteX6" fmla="*/ 90678 w 252882"/>
                        <a:gd name="connsiteY6" fmla="*/ 0 h 324421"/>
                        <a:gd name="connsiteX7" fmla="*/ 107728 w 252882"/>
                        <a:gd name="connsiteY7" fmla="*/ 10573 h 324421"/>
                        <a:gd name="connsiteX8" fmla="*/ 250888 w 252882"/>
                        <a:gd name="connsiteY8" fmla="*/ 296894 h 324421"/>
                        <a:gd name="connsiteX9" fmla="*/ 242411 w 252882"/>
                        <a:gd name="connsiteY9" fmla="*/ 322421 h 324421"/>
                        <a:gd name="connsiteX10" fmla="*/ 233744 w 252882"/>
                        <a:gd name="connsiteY10" fmla="*/ 324422 h 3244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252882" h="324421">
                          <a:moveTo>
                            <a:pt x="233744" y="324422"/>
                          </a:moveTo>
                          <a:cubicBezTo>
                            <a:pt x="226790" y="324422"/>
                            <a:pt x="220027" y="320612"/>
                            <a:pt x="216694" y="313849"/>
                          </a:cubicBezTo>
                          <a:lnTo>
                            <a:pt x="78867" y="38100"/>
                          </a:lnTo>
                          <a:lnTo>
                            <a:pt x="19050" y="38100"/>
                          </a:lnTo>
                          <a:cubicBezTo>
                            <a:pt x="8477" y="38100"/>
                            <a:pt x="0" y="29623"/>
                            <a:pt x="0" y="19050"/>
                          </a:cubicBezTo>
                          <a:cubicBezTo>
                            <a:pt x="0" y="8477"/>
                            <a:pt x="8477" y="0"/>
                            <a:pt x="19050" y="0"/>
                          </a:cubicBezTo>
                          <a:lnTo>
                            <a:pt x="90678" y="0"/>
                          </a:lnTo>
                          <a:cubicBezTo>
                            <a:pt x="97917" y="0"/>
                            <a:pt x="104489" y="4096"/>
                            <a:pt x="107728" y="10573"/>
                          </a:cubicBezTo>
                          <a:lnTo>
                            <a:pt x="250888" y="296894"/>
                          </a:lnTo>
                          <a:cubicBezTo>
                            <a:pt x="255556" y="306324"/>
                            <a:pt x="251746" y="317754"/>
                            <a:pt x="242411" y="322421"/>
                          </a:cubicBezTo>
                          <a:cubicBezTo>
                            <a:pt x="239554" y="323755"/>
                            <a:pt x="236696" y="324422"/>
                            <a:pt x="233744" y="324422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279" name="Freeform: Shape 278">
                      <a:extLst>
                        <a:ext uri="{FF2B5EF4-FFF2-40B4-BE49-F238E27FC236}">
                          <a16:creationId xmlns:a16="http://schemas.microsoft.com/office/drawing/2014/main" id="{98FF46E8-BFF9-4442-895C-251397001B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77368" y="3717035"/>
                      <a:ext cx="109727" cy="109728"/>
                    </a:xfrm>
                    <a:custGeom>
                      <a:avLst/>
                      <a:gdLst>
                        <a:gd name="connsiteX0" fmla="*/ 54864 w 109727"/>
                        <a:gd name="connsiteY0" fmla="*/ 109728 h 109728"/>
                        <a:gd name="connsiteX1" fmla="*/ 0 w 109727"/>
                        <a:gd name="connsiteY1" fmla="*/ 54864 h 109728"/>
                        <a:gd name="connsiteX2" fmla="*/ 54864 w 109727"/>
                        <a:gd name="connsiteY2" fmla="*/ 0 h 109728"/>
                        <a:gd name="connsiteX3" fmla="*/ 109728 w 109727"/>
                        <a:gd name="connsiteY3" fmla="*/ 54864 h 109728"/>
                        <a:gd name="connsiteX4" fmla="*/ 54864 w 109727"/>
                        <a:gd name="connsiteY4" fmla="*/ 109728 h 109728"/>
                        <a:gd name="connsiteX5" fmla="*/ 54864 w 109727"/>
                        <a:gd name="connsiteY5" fmla="*/ 38100 h 109728"/>
                        <a:gd name="connsiteX6" fmla="*/ 38100 w 109727"/>
                        <a:gd name="connsiteY6" fmla="*/ 54864 h 109728"/>
                        <a:gd name="connsiteX7" fmla="*/ 54864 w 109727"/>
                        <a:gd name="connsiteY7" fmla="*/ 71628 h 109728"/>
                        <a:gd name="connsiteX8" fmla="*/ 71628 w 109727"/>
                        <a:gd name="connsiteY8" fmla="*/ 54864 h 109728"/>
                        <a:gd name="connsiteX9" fmla="*/ 54864 w 109727"/>
                        <a:gd name="connsiteY9" fmla="*/ 38100 h 1097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9727" h="109728">
                          <a:moveTo>
                            <a:pt x="54864" y="109728"/>
                          </a:moveTo>
                          <a:cubicBezTo>
                            <a:pt x="24670" y="109728"/>
                            <a:pt x="0" y="85154"/>
                            <a:pt x="0" y="54864"/>
                          </a:cubicBezTo>
                          <a:cubicBezTo>
                            <a:pt x="0" y="24575"/>
                            <a:pt x="24575" y="0"/>
                            <a:pt x="54864" y="0"/>
                          </a:cubicBezTo>
                          <a:cubicBezTo>
                            <a:pt x="85154" y="0"/>
                            <a:pt x="109728" y="24575"/>
                            <a:pt x="109728" y="54864"/>
                          </a:cubicBezTo>
                          <a:cubicBezTo>
                            <a:pt x="109728" y="85154"/>
                            <a:pt x="85154" y="109728"/>
                            <a:pt x="54864" y="109728"/>
                          </a:cubicBezTo>
                          <a:close/>
                          <a:moveTo>
                            <a:pt x="54864" y="38100"/>
                          </a:moveTo>
                          <a:cubicBezTo>
                            <a:pt x="45625" y="38100"/>
                            <a:pt x="38100" y="45625"/>
                            <a:pt x="38100" y="54864"/>
                          </a:cubicBezTo>
                          <a:cubicBezTo>
                            <a:pt x="38100" y="64103"/>
                            <a:pt x="45625" y="71628"/>
                            <a:pt x="54864" y="71628"/>
                          </a:cubicBezTo>
                          <a:cubicBezTo>
                            <a:pt x="64103" y="71628"/>
                            <a:pt x="71628" y="64103"/>
                            <a:pt x="71628" y="54864"/>
                          </a:cubicBezTo>
                          <a:cubicBezTo>
                            <a:pt x="71628" y="45625"/>
                            <a:pt x="64103" y="38100"/>
                            <a:pt x="54864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280" name="Freeform: Shape 279">
                      <a:extLst>
                        <a:ext uri="{FF2B5EF4-FFF2-40B4-BE49-F238E27FC236}">
                          <a16:creationId xmlns:a16="http://schemas.microsoft.com/office/drawing/2014/main" id="{B8E15B36-8FE2-4E3D-94A1-24D127C67D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76353" y="3717035"/>
                      <a:ext cx="109728" cy="109728"/>
                    </a:xfrm>
                    <a:custGeom>
                      <a:avLst/>
                      <a:gdLst>
                        <a:gd name="connsiteX0" fmla="*/ 54864 w 109728"/>
                        <a:gd name="connsiteY0" fmla="*/ 109728 h 109728"/>
                        <a:gd name="connsiteX1" fmla="*/ 0 w 109728"/>
                        <a:gd name="connsiteY1" fmla="*/ 54864 h 109728"/>
                        <a:gd name="connsiteX2" fmla="*/ 54864 w 109728"/>
                        <a:gd name="connsiteY2" fmla="*/ 0 h 109728"/>
                        <a:gd name="connsiteX3" fmla="*/ 109728 w 109728"/>
                        <a:gd name="connsiteY3" fmla="*/ 54864 h 109728"/>
                        <a:gd name="connsiteX4" fmla="*/ 54864 w 109728"/>
                        <a:gd name="connsiteY4" fmla="*/ 109728 h 109728"/>
                        <a:gd name="connsiteX5" fmla="*/ 54864 w 109728"/>
                        <a:gd name="connsiteY5" fmla="*/ 38100 h 109728"/>
                        <a:gd name="connsiteX6" fmla="*/ 38100 w 109728"/>
                        <a:gd name="connsiteY6" fmla="*/ 54864 h 109728"/>
                        <a:gd name="connsiteX7" fmla="*/ 54864 w 109728"/>
                        <a:gd name="connsiteY7" fmla="*/ 71628 h 109728"/>
                        <a:gd name="connsiteX8" fmla="*/ 71628 w 109728"/>
                        <a:gd name="connsiteY8" fmla="*/ 54864 h 109728"/>
                        <a:gd name="connsiteX9" fmla="*/ 54864 w 109728"/>
                        <a:gd name="connsiteY9" fmla="*/ 38100 h 1097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9728" h="109728">
                          <a:moveTo>
                            <a:pt x="54864" y="109728"/>
                          </a:moveTo>
                          <a:cubicBezTo>
                            <a:pt x="24575" y="109728"/>
                            <a:pt x="0" y="85154"/>
                            <a:pt x="0" y="54864"/>
                          </a:cubicBezTo>
                          <a:cubicBezTo>
                            <a:pt x="0" y="24575"/>
                            <a:pt x="24575" y="0"/>
                            <a:pt x="54864" y="0"/>
                          </a:cubicBezTo>
                          <a:cubicBezTo>
                            <a:pt x="85154" y="0"/>
                            <a:pt x="109728" y="24575"/>
                            <a:pt x="109728" y="54864"/>
                          </a:cubicBezTo>
                          <a:cubicBezTo>
                            <a:pt x="109728" y="85154"/>
                            <a:pt x="85058" y="109728"/>
                            <a:pt x="54864" y="109728"/>
                          </a:cubicBezTo>
                          <a:close/>
                          <a:moveTo>
                            <a:pt x="54864" y="38100"/>
                          </a:moveTo>
                          <a:cubicBezTo>
                            <a:pt x="45625" y="38100"/>
                            <a:pt x="38100" y="45625"/>
                            <a:pt x="38100" y="54864"/>
                          </a:cubicBezTo>
                          <a:cubicBezTo>
                            <a:pt x="38100" y="64103"/>
                            <a:pt x="45625" y="71628"/>
                            <a:pt x="54864" y="71628"/>
                          </a:cubicBezTo>
                          <a:cubicBezTo>
                            <a:pt x="64103" y="71628"/>
                            <a:pt x="71628" y="64103"/>
                            <a:pt x="71628" y="54864"/>
                          </a:cubicBezTo>
                          <a:cubicBezTo>
                            <a:pt x="71533" y="45625"/>
                            <a:pt x="64008" y="38100"/>
                            <a:pt x="54864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281" name="Freeform: Shape 280">
                      <a:extLst>
                        <a:ext uri="{FF2B5EF4-FFF2-40B4-BE49-F238E27FC236}">
                          <a16:creationId xmlns:a16="http://schemas.microsoft.com/office/drawing/2014/main" id="{D364AB85-00B4-463B-8C20-77B39B7D8D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70021" y="3609689"/>
                      <a:ext cx="324421" cy="324421"/>
                    </a:xfrm>
                    <a:custGeom>
                      <a:avLst/>
                      <a:gdLst>
                        <a:gd name="connsiteX0" fmla="*/ 162211 w 324421"/>
                        <a:gd name="connsiteY0" fmla="*/ 324421 h 324421"/>
                        <a:gd name="connsiteX1" fmla="*/ 0 w 324421"/>
                        <a:gd name="connsiteY1" fmla="*/ 162211 h 324421"/>
                        <a:gd name="connsiteX2" fmla="*/ 162211 w 324421"/>
                        <a:gd name="connsiteY2" fmla="*/ 0 h 324421"/>
                        <a:gd name="connsiteX3" fmla="*/ 324422 w 324421"/>
                        <a:gd name="connsiteY3" fmla="*/ 162211 h 324421"/>
                        <a:gd name="connsiteX4" fmla="*/ 162211 w 324421"/>
                        <a:gd name="connsiteY4" fmla="*/ 324421 h 324421"/>
                        <a:gd name="connsiteX5" fmla="*/ 162211 w 324421"/>
                        <a:gd name="connsiteY5" fmla="*/ 38100 h 324421"/>
                        <a:gd name="connsiteX6" fmla="*/ 38100 w 324421"/>
                        <a:gd name="connsiteY6" fmla="*/ 162211 h 324421"/>
                        <a:gd name="connsiteX7" fmla="*/ 162211 w 324421"/>
                        <a:gd name="connsiteY7" fmla="*/ 286321 h 324421"/>
                        <a:gd name="connsiteX8" fmla="*/ 286322 w 324421"/>
                        <a:gd name="connsiteY8" fmla="*/ 162211 h 324421"/>
                        <a:gd name="connsiteX9" fmla="*/ 162211 w 324421"/>
                        <a:gd name="connsiteY9" fmla="*/ 38100 h 3244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24421" h="324421">
                          <a:moveTo>
                            <a:pt x="162211" y="324421"/>
                          </a:moveTo>
                          <a:cubicBezTo>
                            <a:pt x="72771" y="324421"/>
                            <a:pt x="0" y="251650"/>
                            <a:pt x="0" y="162211"/>
                          </a:cubicBezTo>
                          <a:cubicBezTo>
                            <a:pt x="0" y="72771"/>
                            <a:pt x="72771" y="0"/>
                            <a:pt x="162211" y="0"/>
                          </a:cubicBezTo>
                          <a:cubicBezTo>
                            <a:pt x="251651" y="0"/>
                            <a:pt x="324422" y="72771"/>
                            <a:pt x="324422" y="162211"/>
                          </a:cubicBezTo>
                          <a:cubicBezTo>
                            <a:pt x="324422" y="251650"/>
                            <a:pt x="251651" y="324421"/>
                            <a:pt x="162211" y="324421"/>
                          </a:cubicBezTo>
                          <a:close/>
                          <a:moveTo>
                            <a:pt x="162211" y="38100"/>
                          </a:moveTo>
                          <a:cubicBezTo>
                            <a:pt x="93821" y="38100"/>
                            <a:pt x="38100" y="93821"/>
                            <a:pt x="38100" y="162211"/>
                          </a:cubicBezTo>
                          <a:cubicBezTo>
                            <a:pt x="38100" y="230696"/>
                            <a:pt x="93821" y="286321"/>
                            <a:pt x="162211" y="286321"/>
                          </a:cubicBezTo>
                          <a:cubicBezTo>
                            <a:pt x="230600" y="286321"/>
                            <a:pt x="286322" y="230600"/>
                            <a:pt x="286322" y="162211"/>
                          </a:cubicBezTo>
                          <a:cubicBezTo>
                            <a:pt x="286322" y="93726"/>
                            <a:pt x="230696" y="38100"/>
                            <a:pt x="162211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290" name="Freeform: Shape 289">
                      <a:extLst>
                        <a:ext uri="{FF2B5EF4-FFF2-40B4-BE49-F238E27FC236}">
                          <a16:creationId xmlns:a16="http://schemas.microsoft.com/office/drawing/2014/main" id="{CA0F2873-7FE4-4D0F-A025-E520034793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9006" y="3609689"/>
                      <a:ext cx="324421" cy="324421"/>
                    </a:xfrm>
                    <a:custGeom>
                      <a:avLst/>
                      <a:gdLst>
                        <a:gd name="connsiteX0" fmla="*/ 162211 w 324421"/>
                        <a:gd name="connsiteY0" fmla="*/ 324421 h 324421"/>
                        <a:gd name="connsiteX1" fmla="*/ 0 w 324421"/>
                        <a:gd name="connsiteY1" fmla="*/ 162211 h 324421"/>
                        <a:gd name="connsiteX2" fmla="*/ 162211 w 324421"/>
                        <a:gd name="connsiteY2" fmla="*/ 0 h 324421"/>
                        <a:gd name="connsiteX3" fmla="*/ 324422 w 324421"/>
                        <a:gd name="connsiteY3" fmla="*/ 162211 h 324421"/>
                        <a:gd name="connsiteX4" fmla="*/ 162211 w 324421"/>
                        <a:gd name="connsiteY4" fmla="*/ 324421 h 324421"/>
                        <a:gd name="connsiteX5" fmla="*/ 162211 w 324421"/>
                        <a:gd name="connsiteY5" fmla="*/ 38100 h 324421"/>
                        <a:gd name="connsiteX6" fmla="*/ 38100 w 324421"/>
                        <a:gd name="connsiteY6" fmla="*/ 162211 h 324421"/>
                        <a:gd name="connsiteX7" fmla="*/ 162211 w 324421"/>
                        <a:gd name="connsiteY7" fmla="*/ 286321 h 324421"/>
                        <a:gd name="connsiteX8" fmla="*/ 286322 w 324421"/>
                        <a:gd name="connsiteY8" fmla="*/ 162211 h 324421"/>
                        <a:gd name="connsiteX9" fmla="*/ 162211 w 324421"/>
                        <a:gd name="connsiteY9" fmla="*/ 38100 h 3244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24421" h="324421">
                          <a:moveTo>
                            <a:pt x="162211" y="324421"/>
                          </a:moveTo>
                          <a:cubicBezTo>
                            <a:pt x="72771" y="324421"/>
                            <a:pt x="0" y="251650"/>
                            <a:pt x="0" y="162211"/>
                          </a:cubicBezTo>
                          <a:cubicBezTo>
                            <a:pt x="0" y="72771"/>
                            <a:pt x="72676" y="0"/>
                            <a:pt x="162211" y="0"/>
                          </a:cubicBezTo>
                          <a:cubicBezTo>
                            <a:pt x="251650" y="0"/>
                            <a:pt x="324422" y="72771"/>
                            <a:pt x="324422" y="162211"/>
                          </a:cubicBezTo>
                          <a:cubicBezTo>
                            <a:pt x="324422" y="251650"/>
                            <a:pt x="251650" y="324421"/>
                            <a:pt x="162211" y="324421"/>
                          </a:cubicBezTo>
                          <a:close/>
                          <a:moveTo>
                            <a:pt x="162211" y="38100"/>
                          </a:moveTo>
                          <a:cubicBezTo>
                            <a:pt x="93726" y="38100"/>
                            <a:pt x="38100" y="93821"/>
                            <a:pt x="38100" y="162211"/>
                          </a:cubicBezTo>
                          <a:cubicBezTo>
                            <a:pt x="38100" y="230696"/>
                            <a:pt x="93821" y="286321"/>
                            <a:pt x="162211" y="286321"/>
                          </a:cubicBezTo>
                          <a:cubicBezTo>
                            <a:pt x="230696" y="286321"/>
                            <a:pt x="286322" y="230600"/>
                            <a:pt x="286322" y="162211"/>
                          </a:cubicBezTo>
                          <a:cubicBezTo>
                            <a:pt x="286322" y="93726"/>
                            <a:pt x="230600" y="38100"/>
                            <a:pt x="162211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</p:grpSp>
            </p:grpSp>
          </p:grpSp>
          <p:grpSp>
            <p:nvGrpSpPr>
              <p:cNvPr id="228" name="Group 227">
                <a:extLst>
                  <a:ext uri="{FF2B5EF4-FFF2-40B4-BE49-F238E27FC236}">
                    <a16:creationId xmlns:a16="http://schemas.microsoft.com/office/drawing/2014/main" id="{DAAA97F6-2DA7-431A-A5FC-8B0388749375}"/>
                  </a:ext>
                </a:extLst>
              </p:cNvPr>
              <p:cNvGrpSpPr/>
              <p:nvPr/>
            </p:nvGrpSpPr>
            <p:grpSpPr>
              <a:xfrm>
                <a:off x="8502654" y="5607292"/>
                <a:ext cx="263476" cy="225927"/>
                <a:chOff x="9230360" y="2173322"/>
                <a:chExt cx="263476" cy="225927"/>
              </a:xfrm>
            </p:grpSpPr>
            <p:sp>
              <p:nvSpPr>
                <p:cNvPr id="264" name="Freeform 125">
                  <a:extLst>
                    <a:ext uri="{FF2B5EF4-FFF2-40B4-BE49-F238E27FC236}">
                      <a16:creationId xmlns:a16="http://schemas.microsoft.com/office/drawing/2014/main" id="{9E35E7F9-4CAD-4CBD-A20C-CEEE794BA2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69818" y="2212780"/>
                  <a:ext cx="183288" cy="186469"/>
                </a:xfrm>
                <a:custGeom>
                  <a:avLst/>
                  <a:gdLst>
                    <a:gd name="T0" fmla="*/ 288 w 288"/>
                    <a:gd name="T1" fmla="*/ 129 h 293"/>
                    <a:gd name="T2" fmla="*/ 145 w 288"/>
                    <a:gd name="T3" fmla="*/ 0 h 293"/>
                    <a:gd name="T4" fmla="*/ 145 w 288"/>
                    <a:gd name="T5" fmla="*/ 0 h 293"/>
                    <a:gd name="T6" fmla="*/ 145 w 288"/>
                    <a:gd name="T7" fmla="*/ 0 h 293"/>
                    <a:gd name="T8" fmla="*/ 145 w 288"/>
                    <a:gd name="T9" fmla="*/ 0 h 293"/>
                    <a:gd name="T10" fmla="*/ 0 w 288"/>
                    <a:gd name="T11" fmla="*/ 129 h 293"/>
                    <a:gd name="T12" fmla="*/ 0 w 288"/>
                    <a:gd name="T13" fmla="*/ 293 h 293"/>
                    <a:gd name="T14" fmla="*/ 107 w 288"/>
                    <a:gd name="T15" fmla="*/ 293 h 293"/>
                    <a:gd name="T16" fmla="*/ 107 w 288"/>
                    <a:gd name="T17" fmla="*/ 198 h 293"/>
                    <a:gd name="T18" fmla="*/ 180 w 288"/>
                    <a:gd name="T19" fmla="*/ 198 h 293"/>
                    <a:gd name="T20" fmla="*/ 180 w 288"/>
                    <a:gd name="T21" fmla="*/ 293 h 293"/>
                    <a:gd name="T22" fmla="*/ 288 w 288"/>
                    <a:gd name="T23" fmla="*/ 293 h 293"/>
                    <a:gd name="T24" fmla="*/ 288 w 288"/>
                    <a:gd name="T25" fmla="*/ 129 h 2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88" h="293">
                      <a:moveTo>
                        <a:pt x="288" y="129"/>
                      </a:moveTo>
                      <a:lnTo>
                        <a:pt x="145" y="0"/>
                      </a:lnTo>
                      <a:lnTo>
                        <a:pt x="145" y="0"/>
                      </a:lnTo>
                      <a:lnTo>
                        <a:pt x="145" y="0"/>
                      </a:lnTo>
                      <a:lnTo>
                        <a:pt x="145" y="0"/>
                      </a:lnTo>
                      <a:lnTo>
                        <a:pt x="0" y="129"/>
                      </a:lnTo>
                      <a:lnTo>
                        <a:pt x="0" y="293"/>
                      </a:lnTo>
                      <a:lnTo>
                        <a:pt x="107" y="293"/>
                      </a:lnTo>
                      <a:lnTo>
                        <a:pt x="107" y="198"/>
                      </a:lnTo>
                      <a:lnTo>
                        <a:pt x="180" y="198"/>
                      </a:lnTo>
                      <a:lnTo>
                        <a:pt x="180" y="293"/>
                      </a:lnTo>
                      <a:lnTo>
                        <a:pt x="288" y="293"/>
                      </a:lnTo>
                      <a:lnTo>
                        <a:pt x="288" y="129"/>
                      </a:lnTo>
                      <a:close/>
                    </a:path>
                  </a:pathLst>
                </a:custGeom>
                <a:noFill/>
                <a:ln w="12700" cap="flat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sp>
              <p:nvSpPr>
                <p:cNvPr id="265" name="Freeform 126">
                  <a:extLst>
                    <a:ext uri="{FF2B5EF4-FFF2-40B4-BE49-F238E27FC236}">
                      <a16:creationId xmlns:a16="http://schemas.microsoft.com/office/drawing/2014/main" id="{AFC6531B-9717-454D-92C8-335BFC0B7E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30360" y="2173322"/>
                  <a:ext cx="263476" cy="114554"/>
                </a:xfrm>
                <a:custGeom>
                  <a:avLst/>
                  <a:gdLst>
                    <a:gd name="T0" fmla="*/ 414 w 414"/>
                    <a:gd name="T1" fmla="*/ 180 h 180"/>
                    <a:gd name="T2" fmla="*/ 207 w 414"/>
                    <a:gd name="T3" fmla="*/ 0 h 180"/>
                    <a:gd name="T4" fmla="*/ 109 w 414"/>
                    <a:gd name="T5" fmla="*/ 84 h 180"/>
                    <a:gd name="T6" fmla="*/ 109 w 414"/>
                    <a:gd name="T7" fmla="*/ 30 h 180"/>
                    <a:gd name="T8" fmla="*/ 64 w 414"/>
                    <a:gd name="T9" fmla="*/ 30 h 180"/>
                    <a:gd name="T10" fmla="*/ 64 w 414"/>
                    <a:gd name="T11" fmla="*/ 123 h 180"/>
                    <a:gd name="T12" fmla="*/ 0 w 414"/>
                    <a:gd name="T13" fmla="*/ 180 h 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14" h="180">
                      <a:moveTo>
                        <a:pt x="414" y="180"/>
                      </a:moveTo>
                      <a:lnTo>
                        <a:pt x="207" y="0"/>
                      </a:lnTo>
                      <a:lnTo>
                        <a:pt x="109" y="84"/>
                      </a:lnTo>
                      <a:lnTo>
                        <a:pt x="109" y="30"/>
                      </a:lnTo>
                      <a:lnTo>
                        <a:pt x="64" y="30"/>
                      </a:lnTo>
                      <a:lnTo>
                        <a:pt x="64" y="123"/>
                      </a:lnTo>
                      <a:lnTo>
                        <a:pt x="0" y="180"/>
                      </a:lnTo>
                    </a:path>
                  </a:pathLst>
                </a:cu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</p:grpSp>
          <p:grpSp>
            <p:nvGrpSpPr>
              <p:cNvPr id="229" name="Group 228">
                <a:extLst>
                  <a:ext uri="{FF2B5EF4-FFF2-40B4-BE49-F238E27FC236}">
                    <a16:creationId xmlns:a16="http://schemas.microsoft.com/office/drawing/2014/main" id="{7AEA2F03-1952-4EDC-ADA9-30EE13F2F531}"/>
                  </a:ext>
                </a:extLst>
              </p:cNvPr>
              <p:cNvGrpSpPr/>
              <p:nvPr/>
            </p:nvGrpSpPr>
            <p:grpSpPr>
              <a:xfrm>
                <a:off x="8883312" y="5653886"/>
                <a:ext cx="224088" cy="182987"/>
                <a:chOff x="9250054" y="6147809"/>
                <a:chExt cx="224088" cy="182987"/>
              </a:xfrm>
            </p:grpSpPr>
            <p:sp>
              <p:nvSpPr>
                <p:cNvPr id="230" name="Freeform 114">
                  <a:extLst>
                    <a:ext uri="{FF2B5EF4-FFF2-40B4-BE49-F238E27FC236}">
                      <a16:creationId xmlns:a16="http://schemas.microsoft.com/office/drawing/2014/main" id="{F05074C0-5149-4ABF-96D3-BBAB199B1F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445990" y="6147809"/>
                  <a:ext cx="28152" cy="25337"/>
                </a:xfrm>
                <a:custGeom>
                  <a:avLst/>
                  <a:gdLst>
                    <a:gd name="T0" fmla="*/ 0 w 50"/>
                    <a:gd name="T1" fmla="*/ 0 h 45"/>
                    <a:gd name="T2" fmla="*/ 50 w 50"/>
                    <a:gd name="T3" fmla="*/ 0 h 45"/>
                    <a:gd name="T4" fmla="*/ 50 w 50"/>
                    <a:gd name="T5" fmla="*/ 45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0" h="45">
                      <a:moveTo>
                        <a:pt x="0" y="0"/>
                      </a:moveTo>
                      <a:lnTo>
                        <a:pt x="50" y="0"/>
                      </a:lnTo>
                      <a:lnTo>
                        <a:pt x="50" y="45"/>
                      </a:lnTo>
                    </a:path>
                  </a:pathLst>
                </a:cu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sp>
              <p:nvSpPr>
                <p:cNvPr id="231" name="Freeform 115">
                  <a:extLst>
                    <a:ext uri="{FF2B5EF4-FFF2-40B4-BE49-F238E27FC236}">
                      <a16:creationId xmlns:a16="http://schemas.microsoft.com/office/drawing/2014/main" id="{A63B3AEE-E687-4BFA-810F-0D73A9C53F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50054" y="6147809"/>
                  <a:ext cx="224088" cy="182987"/>
                </a:xfrm>
                <a:custGeom>
                  <a:avLst/>
                  <a:gdLst>
                    <a:gd name="T0" fmla="*/ 398 w 398"/>
                    <a:gd name="T1" fmla="*/ 262 h 325"/>
                    <a:gd name="T2" fmla="*/ 398 w 398"/>
                    <a:gd name="T3" fmla="*/ 325 h 325"/>
                    <a:gd name="T4" fmla="*/ 0 w 398"/>
                    <a:gd name="T5" fmla="*/ 325 h 325"/>
                    <a:gd name="T6" fmla="*/ 0 w 398"/>
                    <a:gd name="T7" fmla="*/ 0 h 325"/>
                    <a:gd name="T8" fmla="*/ 284 w 398"/>
                    <a:gd name="T9" fmla="*/ 0 h 3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8" h="325">
                      <a:moveTo>
                        <a:pt x="398" y="262"/>
                      </a:moveTo>
                      <a:lnTo>
                        <a:pt x="398" y="325"/>
                      </a:lnTo>
                      <a:lnTo>
                        <a:pt x="0" y="325"/>
                      </a:lnTo>
                      <a:lnTo>
                        <a:pt x="0" y="0"/>
                      </a:lnTo>
                      <a:lnTo>
                        <a:pt x="284" y="0"/>
                      </a:lnTo>
                    </a:path>
                  </a:pathLst>
                </a:cu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sp>
              <p:nvSpPr>
                <p:cNvPr id="232" name="Line 116">
                  <a:extLst>
                    <a:ext uri="{FF2B5EF4-FFF2-40B4-BE49-F238E27FC236}">
                      <a16:creationId xmlns:a16="http://schemas.microsoft.com/office/drawing/2014/main" id="{66611978-E417-4C16-86FC-0244767A49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51180" y="6239584"/>
                  <a:ext cx="97405" cy="0"/>
                </a:xfrm>
                <a:prstGeom prst="line">
                  <a:avLst/>
                </a:pr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sp>
              <p:nvSpPr>
                <p:cNvPr id="233" name="Line 117">
                  <a:extLst>
                    <a:ext uri="{FF2B5EF4-FFF2-40B4-BE49-F238E27FC236}">
                      <a16:creationId xmlns:a16="http://schemas.microsoft.com/office/drawing/2014/main" id="{2F3EF79C-29D5-4AEA-8066-1501773ABE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348585" y="6211432"/>
                  <a:ext cx="0" cy="56867"/>
                </a:xfrm>
                <a:prstGeom prst="line">
                  <a:avLst/>
                </a:pr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sp>
              <p:nvSpPr>
                <p:cNvPr id="234" name="Line 118">
                  <a:extLst>
                    <a:ext uri="{FF2B5EF4-FFF2-40B4-BE49-F238E27FC236}">
                      <a16:creationId xmlns:a16="http://schemas.microsoft.com/office/drawing/2014/main" id="{94BEF3BD-653E-4DF1-92A7-FC3CFDC1A0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348585" y="6147809"/>
                  <a:ext cx="0" cy="34345"/>
                </a:xfrm>
                <a:prstGeom prst="line">
                  <a:avLst/>
                </a:pr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sp>
              <p:nvSpPr>
                <p:cNvPr id="258" name="Line 119">
                  <a:extLst>
                    <a:ext uri="{FF2B5EF4-FFF2-40B4-BE49-F238E27FC236}">
                      <a16:creationId xmlns:a16="http://schemas.microsoft.com/office/drawing/2014/main" id="{573D669A-A4CB-4D55-9A8A-24FA826608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348585" y="6300392"/>
                  <a:ext cx="0" cy="30404"/>
                </a:xfrm>
                <a:prstGeom prst="line">
                  <a:avLst/>
                </a:pr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cxnSp>
              <p:nvCxnSpPr>
                <p:cNvPr id="263" name="Straight Connector 262">
                  <a:extLst>
                    <a:ext uri="{FF2B5EF4-FFF2-40B4-BE49-F238E27FC236}">
                      <a16:creationId xmlns:a16="http://schemas.microsoft.com/office/drawing/2014/main" id="{82D70DD8-FEC9-49D3-8E1F-C5D157D0C797}"/>
                    </a:ext>
                  </a:extLst>
                </p:cNvPr>
                <p:cNvCxnSpPr>
                  <a:cxnSpLocks/>
                  <a:stCxn id="230" idx="2"/>
                  <a:endCxn id="231" idx="0"/>
                </p:cNvCxnSpPr>
                <p:nvPr/>
              </p:nvCxnSpPr>
              <p:spPr>
                <a:xfrm>
                  <a:off x="9474142" y="6173146"/>
                  <a:ext cx="0" cy="122179"/>
                </a:xfrm>
                <a:prstGeom prst="line">
                  <a:avLst/>
                </a:pr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cxn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AC508D2-99E0-4907-B4EF-37A21953D153}"/>
                </a:ext>
              </a:extLst>
            </p:cNvPr>
            <p:cNvGrpSpPr/>
            <p:nvPr/>
          </p:nvGrpSpPr>
          <p:grpSpPr>
            <a:xfrm>
              <a:off x="8279894" y="3177951"/>
              <a:ext cx="604746" cy="229581"/>
              <a:chOff x="8502654" y="3138831"/>
              <a:chExt cx="604746" cy="229581"/>
            </a:xfrm>
          </p:grpSpPr>
          <p:grpSp>
            <p:nvGrpSpPr>
              <p:cNvPr id="293" name="Group 292">
                <a:extLst>
                  <a:ext uri="{FF2B5EF4-FFF2-40B4-BE49-F238E27FC236}">
                    <a16:creationId xmlns:a16="http://schemas.microsoft.com/office/drawing/2014/main" id="{6BCD9341-E552-42FF-9BF1-C9CFB61E1975}"/>
                  </a:ext>
                </a:extLst>
              </p:cNvPr>
              <p:cNvGrpSpPr/>
              <p:nvPr/>
            </p:nvGrpSpPr>
            <p:grpSpPr>
              <a:xfrm>
                <a:off x="8502654" y="3138831"/>
                <a:ext cx="263476" cy="225927"/>
                <a:chOff x="9230360" y="2173322"/>
                <a:chExt cx="263476" cy="225927"/>
              </a:xfrm>
            </p:grpSpPr>
            <p:sp>
              <p:nvSpPr>
                <p:cNvPr id="302" name="Freeform 125">
                  <a:extLst>
                    <a:ext uri="{FF2B5EF4-FFF2-40B4-BE49-F238E27FC236}">
                      <a16:creationId xmlns:a16="http://schemas.microsoft.com/office/drawing/2014/main" id="{6C5654E6-1873-43A5-9AE9-B65057C256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69818" y="2212780"/>
                  <a:ext cx="183288" cy="186469"/>
                </a:xfrm>
                <a:custGeom>
                  <a:avLst/>
                  <a:gdLst>
                    <a:gd name="T0" fmla="*/ 288 w 288"/>
                    <a:gd name="T1" fmla="*/ 129 h 293"/>
                    <a:gd name="T2" fmla="*/ 145 w 288"/>
                    <a:gd name="T3" fmla="*/ 0 h 293"/>
                    <a:gd name="T4" fmla="*/ 145 w 288"/>
                    <a:gd name="T5" fmla="*/ 0 h 293"/>
                    <a:gd name="T6" fmla="*/ 145 w 288"/>
                    <a:gd name="T7" fmla="*/ 0 h 293"/>
                    <a:gd name="T8" fmla="*/ 145 w 288"/>
                    <a:gd name="T9" fmla="*/ 0 h 293"/>
                    <a:gd name="T10" fmla="*/ 0 w 288"/>
                    <a:gd name="T11" fmla="*/ 129 h 293"/>
                    <a:gd name="T12" fmla="*/ 0 w 288"/>
                    <a:gd name="T13" fmla="*/ 293 h 293"/>
                    <a:gd name="T14" fmla="*/ 107 w 288"/>
                    <a:gd name="T15" fmla="*/ 293 h 293"/>
                    <a:gd name="T16" fmla="*/ 107 w 288"/>
                    <a:gd name="T17" fmla="*/ 198 h 293"/>
                    <a:gd name="T18" fmla="*/ 180 w 288"/>
                    <a:gd name="T19" fmla="*/ 198 h 293"/>
                    <a:gd name="T20" fmla="*/ 180 w 288"/>
                    <a:gd name="T21" fmla="*/ 293 h 293"/>
                    <a:gd name="T22" fmla="*/ 288 w 288"/>
                    <a:gd name="T23" fmla="*/ 293 h 293"/>
                    <a:gd name="T24" fmla="*/ 288 w 288"/>
                    <a:gd name="T25" fmla="*/ 129 h 2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88" h="293">
                      <a:moveTo>
                        <a:pt x="288" y="129"/>
                      </a:moveTo>
                      <a:lnTo>
                        <a:pt x="145" y="0"/>
                      </a:lnTo>
                      <a:lnTo>
                        <a:pt x="145" y="0"/>
                      </a:lnTo>
                      <a:lnTo>
                        <a:pt x="145" y="0"/>
                      </a:lnTo>
                      <a:lnTo>
                        <a:pt x="145" y="0"/>
                      </a:lnTo>
                      <a:lnTo>
                        <a:pt x="0" y="129"/>
                      </a:lnTo>
                      <a:lnTo>
                        <a:pt x="0" y="293"/>
                      </a:lnTo>
                      <a:lnTo>
                        <a:pt x="107" y="293"/>
                      </a:lnTo>
                      <a:lnTo>
                        <a:pt x="107" y="198"/>
                      </a:lnTo>
                      <a:lnTo>
                        <a:pt x="180" y="198"/>
                      </a:lnTo>
                      <a:lnTo>
                        <a:pt x="180" y="293"/>
                      </a:lnTo>
                      <a:lnTo>
                        <a:pt x="288" y="293"/>
                      </a:lnTo>
                      <a:lnTo>
                        <a:pt x="288" y="129"/>
                      </a:lnTo>
                      <a:close/>
                    </a:path>
                  </a:pathLst>
                </a:custGeom>
                <a:noFill/>
                <a:ln w="12700" cap="flat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sp>
              <p:nvSpPr>
                <p:cNvPr id="303" name="Freeform 126">
                  <a:extLst>
                    <a:ext uri="{FF2B5EF4-FFF2-40B4-BE49-F238E27FC236}">
                      <a16:creationId xmlns:a16="http://schemas.microsoft.com/office/drawing/2014/main" id="{D7309109-AAC9-4EEB-B362-33C43D8E6C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30360" y="2173322"/>
                  <a:ext cx="263476" cy="114554"/>
                </a:xfrm>
                <a:custGeom>
                  <a:avLst/>
                  <a:gdLst>
                    <a:gd name="T0" fmla="*/ 414 w 414"/>
                    <a:gd name="T1" fmla="*/ 180 h 180"/>
                    <a:gd name="T2" fmla="*/ 207 w 414"/>
                    <a:gd name="T3" fmla="*/ 0 h 180"/>
                    <a:gd name="T4" fmla="*/ 109 w 414"/>
                    <a:gd name="T5" fmla="*/ 84 h 180"/>
                    <a:gd name="T6" fmla="*/ 109 w 414"/>
                    <a:gd name="T7" fmla="*/ 30 h 180"/>
                    <a:gd name="T8" fmla="*/ 64 w 414"/>
                    <a:gd name="T9" fmla="*/ 30 h 180"/>
                    <a:gd name="T10" fmla="*/ 64 w 414"/>
                    <a:gd name="T11" fmla="*/ 123 h 180"/>
                    <a:gd name="T12" fmla="*/ 0 w 414"/>
                    <a:gd name="T13" fmla="*/ 180 h 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14" h="180">
                      <a:moveTo>
                        <a:pt x="414" y="180"/>
                      </a:moveTo>
                      <a:lnTo>
                        <a:pt x="207" y="0"/>
                      </a:lnTo>
                      <a:lnTo>
                        <a:pt x="109" y="84"/>
                      </a:lnTo>
                      <a:lnTo>
                        <a:pt x="109" y="30"/>
                      </a:lnTo>
                      <a:lnTo>
                        <a:pt x="64" y="30"/>
                      </a:lnTo>
                      <a:lnTo>
                        <a:pt x="64" y="123"/>
                      </a:lnTo>
                      <a:lnTo>
                        <a:pt x="0" y="180"/>
                      </a:lnTo>
                    </a:path>
                  </a:pathLst>
                </a:cu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</p:grp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32C230F1-F0E1-438C-930D-253F86597F16}"/>
                  </a:ext>
                </a:extLst>
              </p:cNvPr>
              <p:cNvGrpSpPr/>
              <p:nvPr/>
            </p:nvGrpSpPr>
            <p:grpSpPr>
              <a:xfrm>
                <a:off x="8883312" y="3185425"/>
                <a:ext cx="224088" cy="182987"/>
                <a:chOff x="9250054" y="6147809"/>
                <a:chExt cx="224088" cy="182987"/>
              </a:xfrm>
            </p:grpSpPr>
            <p:sp>
              <p:nvSpPr>
                <p:cNvPr id="295" name="Freeform 114">
                  <a:extLst>
                    <a:ext uri="{FF2B5EF4-FFF2-40B4-BE49-F238E27FC236}">
                      <a16:creationId xmlns:a16="http://schemas.microsoft.com/office/drawing/2014/main" id="{951DDC74-6C8F-490D-9219-FFB9F6BE45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445990" y="6147809"/>
                  <a:ext cx="28152" cy="25337"/>
                </a:xfrm>
                <a:custGeom>
                  <a:avLst/>
                  <a:gdLst>
                    <a:gd name="T0" fmla="*/ 0 w 50"/>
                    <a:gd name="T1" fmla="*/ 0 h 45"/>
                    <a:gd name="T2" fmla="*/ 50 w 50"/>
                    <a:gd name="T3" fmla="*/ 0 h 45"/>
                    <a:gd name="T4" fmla="*/ 50 w 50"/>
                    <a:gd name="T5" fmla="*/ 45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0" h="45">
                      <a:moveTo>
                        <a:pt x="0" y="0"/>
                      </a:moveTo>
                      <a:lnTo>
                        <a:pt x="50" y="0"/>
                      </a:lnTo>
                      <a:lnTo>
                        <a:pt x="50" y="45"/>
                      </a:lnTo>
                    </a:path>
                  </a:pathLst>
                </a:cu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sp>
              <p:nvSpPr>
                <p:cNvPr id="296" name="Freeform 115">
                  <a:extLst>
                    <a:ext uri="{FF2B5EF4-FFF2-40B4-BE49-F238E27FC236}">
                      <a16:creationId xmlns:a16="http://schemas.microsoft.com/office/drawing/2014/main" id="{FBAE2DAE-9617-4B94-A37F-A6EB4756C2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50054" y="6147809"/>
                  <a:ext cx="224088" cy="182987"/>
                </a:xfrm>
                <a:custGeom>
                  <a:avLst/>
                  <a:gdLst>
                    <a:gd name="T0" fmla="*/ 398 w 398"/>
                    <a:gd name="T1" fmla="*/ 262 h 325"/>
                    <a:gd name="T2" fmla="*/ 398 w 398"/>
                    <a:gd name="T3" fmla="*/ 325 h 325"/>
                    <a:gd name="T4" fmla="*/ 0 w 398"/>
                    <a:gd name="T5" fmla="*/ 325 h 325"/>
                    <a:gd name="T6" fmla="*/ 0 w 398"/>
                    <a:gd name="T7" fmla="*/ 0 h 325"/>
                    <a:gd name="T8" fmla="*/ 284 w 398"/>
                    <a:gd name="T9" fmla="*/ 0 h 3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8" h="325">
                      <a:moveTo>
                        <a:pt x="398" y="262"/>
                      </a:moveTo>
                      <a:lnTo>
                        <a:pt x="398" y="325"/>
                      </a:lnTo>
                      <a:lnTo>
                        <a:pt x="0" y="325"/>
                      </a:lnTo>
                      <a:lnTo>
                        <a:pt x="0" y="0"/>
                      </a:lnTo>
                      <a:lnTo>
                        <a:pt x="284" y="0"/>
                      </a:lnTo>
                    </a:path>
                  </a:pathLst>
                </a:cu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sp>
              <p:nvSpPr>
                <p:cNvPr id="297" name="Line 116">
                  <a:extLst>
                    <a:ext uri="{FF2B5EF4-FFF2-40B4-BE49-F238E27FC236}">
                      <a16:creationId xmlns:a16="http://schemas.microsoft.com/office/drawing/2014/main" id="{C0A88FB0-7CC0-4125-B623-191C93BC60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51180" y="6239584"/>
                  <a:ext cx="97405" cy="0"/>
                </a:xfrm>
                <a:prstGeom prst="line">
                  <a:avLst/>
                </a:pr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sp>
              <p:nvSpPr>
                <p:cNvPr id="298" name="Line 117">
                  <a:extLst>
                    <a:ext uri="{FF2B5EF4-FFF2-40B4-BE49-F238E27FC236}">
                      <a16:creationId xmlns:a16="http://schemas.microsoft.com/office/drawing/2014/main" id="{B1CC975A-1F86-4311-9E78-250B06D0CD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348585" y="6211432"/>
                  <a:ext cx="0" cy="56867"/>
                </a:xfrm>
                <a:prstGeom prst="line">
                  <a:avLst/>
                </a:pr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sp>
              <p:nvSpPr>
                <p:cNvPr id="299" name="Line 118">
                  <a:extLst>
                    <a:ext uri="{FF2B5EF4-FFF2-40B4-BE49-F238E27FC236}">
                      <a16:creationId xmlns:a16="http://schemas.microsoft.com/office/drawing/2014/main" id="{DC20A6BD-7808-4DBA-85B4-B6101ADF5A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348585" y="6147809"/>
                  <a:ext cx="0" cy="34345"/>
                </a:xfrm>
                <a:prstGeom prst="line">
                  <a:avLst/>
                </a:pr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sp>
              <p:nvSpPr>
                <p:cNvPr id="300" name="Line 119">
                  <a:extLst>
                    <a:ext uri="{FF2B5EF4-FFF2-40B4-BE49-F238E27FC236}">
                      <a16:creationId xmlns:a16="http://schemas.microsoft.com/office/drawing/2014/main" id="{1DCD209D-CDC1-407E-A4EC-4FCC1B8715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348585" y="6300392"/>
                  <a:ext cx="0" cy="30404"/>
                </a:xfrm>
                <a:prstGeom prst="line">
                  <a:avLst/>
                </a:pr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cxnSp>
              <p:nvCxnSpPr>
                <p:cNvPr id="301" name="Straight Connector 300">
                  <a:extLst>
                    <a:ext uri="{FF2B5EF4-FFF2-40B4-BE49-F238E27FC236}">
                      <a16:creationId xmlns:a16="http://schemas.microsoft.com/office/drawing/2014/main" id="{72E07096-A241-491B-8222-048D9F280533}"/>
                    </a:ext>
                  </a:extLst>
                </p:cNvPr>
                <p:cNvCxnSpPr>
                  <a:cxnSpLocks/>
                  <a:stCxn id="295" idx="2"/>
                  <a:endCxn id="296" idx="0"/>
                </p:cNvCxnSpPr>
                <p:nvPr/>
              </p:nvCxnSpPr>
              <p:spPr>
                <a:xfrm>
                  <a:off x="9474142" y="6173146"/>
                  <a:ext cx="0" cy="122179"/>
                </a:xfrm>
                <a:prstGeom prst="line">
                  <a:avLst/>
                </a:pr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cxnSp>
          </p:grp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815D329-1F28-4195-885A-E89298B94C0F}"/>
                </a:ext>
              </a:extLst>
            </p:cNvPr>
            <p:cNvGrpSpPr/>
            <p:nvPr/>
          </p:nvGrpSpPr>
          <p:grpSpPr>
            <a:xfrm>
              <a:off x="8203656" y="4282780"/>
              <a:ext cx="757222" cy="310571"/>
              <a:chOff x="8008908" y="3649890"/>
              <a:chExt cx="757222" cy="310571"/>
            </a:xfrm>
          </p:grpSpPr>
          <p:grpSp>
            <p:nvGrpSpPr>
              <p:cNvPr id="322" name="Group 321">
                <a:extLst>
                  <a:ext uri="{FF2B5EF4-FFF2-40B4-BE49-F238E27FC236}">
                    <a16:creationId xmlns:a16="http://schemas.microsoft.com/office/drawing/2014/main" id="{AA42E968-26D7-47CF-AE80-5013FC86A4B9}"/>
                  </a:ext>
                </a:extLst>
              </p:cNvPr>
              <p:cNvGrpSpPr/>
              <p:nvPr/>
            </p:nvGrpSpPr>
            <p:grpSpPr>
              <a:xfrm>
                <a:off x="8008908" y="3649890"/>
                <a:ext cx="419847" cy="310571"/>
                <a:chOff x="8609927" y="1562831"/>
                <a:chExt cx="419847" cy="310571"/>
              </a:xfrm>
            </p:grpSpPr>
            <p:sp>
              <p:nvSpPr>
                <p:cNvPr id="334" name="Freeform: Shape 333">
                  <a:extLst>
                    <a:ext uri="{FF2B5EF4-FFF2-40B4-BE49-F238E27FC236}">
                      <a16:creationId xmlns:a16="http://schemas.microsoft.com/office/drawing/2014/main" id="{3620657D-2754-4142-A095-300F08ACC236}"/>
                    </a:ext>
                  </a:extLst>
                </p:cNvPr>
                <p:cNvSpPr/>
                <p:nvPr/>
              </p:nvSpPr>
              <p:spPr>
                <a:xfrm>
                  <a:off x="8609927" y="1585836"/>
                  <a:ext cx="149535" cy="149534"/>
                </a:xfrm>
                <a:custGeom>
                  <a:avLst/>
                  <a:gdLst>
                    <a:gd name="connsiteX0" fmla="*/ 247650 w 495300"/>
                    <a:gd name="connsiteY0" fmla="*/ 495300 h 495300"/>
                    <a:gd name="connsiteX1" fmla="*/ 0 w 495300"/>
                    <a:gd name="connsiteY1" fmla="*/ 247650 h 495300"/>
                    <a:gd name="connsiteX2" fmla="*/ 247650 w 495300"/>
                    <a:gd name="connsiteY2" fmla="*/ 0 h 495300"/>
                    <a:gd name="connsiteX3" fmla="*/ 495300 w 495300"/>
                    <a:gd name="connsiteY3" fmla="*/ 247650 h 495300"/>
                    <a:gd name="connsiteX4" fmla="*/ 247650 w 495300"/>
                    <a:gd name="connsiteY4" fmla="*/ 495300 h 495300"/>
                    <a:gd name="connsiteX5" fmla="*/ 247650 w 495300"/>
                    <a:gd name="connsiteY5" fmla="*/ 38100 h 495300"/>
                    <a:gd name="connsiteX6" fmla="*/ 38100 w 495300"/>
                    <a:gd name="connsiteY6" fmla="*/ 247650 h 495300"/>
                    <a:gd name="connsiteX7" fmla="*/ 247650 w 495300"/>
                    <a:gd name="connsiteY7" fmla="*/ 457200 h 495300"/>
                    <a:gd name="connsiteX8" fmla="*/ 457200 w 495300"/>
                    <a:gd name="connsiteY8" fmla="*/ 247650 h 495300"/>
                    <a:gd name="connsiteX9" fmla="*/ 247650 w 495300"/>
                    <a:gd name="connsiteY9" fmla="*/ 38100 h 495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5300" h="495300">
                      <a:moveTo>
                        <a:pt x="247650" y="495300"/>
                      </a:moveTo>
                      <a:cubicBezTo>
                        <a:pt x="111062" y="495300"/>
                        <a:pt x="0" y="384239"/>
                        <a:pt x="0" y="247650"/>
                      </a:cubicBezTo>
                      <a:cubicBezTo>
                        <a:pt x="0" y="111062"/>
                        <a:pt x="111062" y="0"/>
                        <a:pt x="247650" y="0"/>
                      </a:cubicBezTo>
                      <a:cubicBezTo>
                        <a:pt x="384239" y="0"/>
                        <a:pt x="495300" y="111062"/>
                        <a:pt x="495300" y="247650"/>
                      </a:cubicBezTo>
                      <a:cubicBezTo>
                        <a:pt x="495300" y="384239"/>
                        <a:pt x="384239" y="495300"/>
                        <a:pt x="247650" y="495300"/>
                      </a:cubicBezTo>
                      <a:close/>
                      <a:moveTo>
                        <a:pt x="247650" y="38100"/>
                      </a:moveTo>
                      <a:cubicBezTo>
                        <a:pt x="132112" y="38100"/>
                        <a:pt x="38100" y="132112"/>
                        <a:pt x="38100" y="247650"/>
                      </a:cubicBezTo>
                      <a:cubicBezTo>
                        <a:pt x="38100" y="363188"/>
                        <a:pt x="132112" y="457200"/>
                        <a:pt x="247650" y="457200"/>
                      </a:cubicBezTo>
                      <a:cubicBezTo>
                        <a:pt x="363188" y="457200"/>
                        <a:pt x="457200" y="363188"/>
                        <a:pt x="457200" y="247650"/>
                      </a:cubicBezTo>
                      <a:cubicBezTo>
                        <a:pt x="457200" y="132112"/>
                        <a:pt x="363188" y="38100"/>
                        <a:pt x="247650" y="381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335" name="Freeform: Shape 334">
                  <a:extLst>
                    <a:ext uri="{FF2B5EF4-FFF2-40B4-BE49-F238E27FC236}">
                      <a16:creationId xmlns:a16="http://schemas.microsoft.com/office/drawing/2014/main" id="{2496D952-6C75-4794-9477-FB01CBA30548}"/>
                    </a:ext>
                  </a:extLst>
                </p:cNvPr>
                <p:cNvSpPr/>
                <p:nvPr/>
              </p:nvSpPr>
              <p:spPr>
                <a:xfrm>
                  <a:off x="8678943" y="1700863"/>
                  <a:ext cx="11503" cy="172539"/>
                </a:xfrm>
                <a:custGeom>
                  <a:avLst/>
                  <a:gdLst>
                    <a:gd name="connsiteX0" fmla="*/ 19050 w 38100"/>
                    <a:gd name="connsiteY0" fmla="*/ 571500 h 571500"/>
                    <a:gd name="connsiteX1" fmla="*/ 0 w 38100"/>
                    <a:gd name="connsiteY1" fmla="*/ 552450 h 571500"/>
                    <a:gd name="connsiteX2" fmla="*/ 0 w 38100"/>
                    <a:gd name="connsiteY2" fmla="*/ 19050 h 571500"/>
                    <a:gd name="connsiteX3" fmla="*/ 19050 w 38100"/>
                    <a:gd name="connsiteY3" fmla="*/ 0 h 571500"/>
                    <a:gd name="connsiteX4" fmla="*/ 38100 w 38100"/>
                    <a:gd name="connsiteY4" fmla="*/ 19050 h 571500"/>
                    <a:gd name="connsiteX5" fmla="*/ 38100 w 38100"/>
                    <a:gd name="connsiteY5" fmla="*/ 552450 h 571500"/>
                    <a:gd name="connsiteX6" fmla="*/ 19050 w 38100"/>
                    <a:gd name="connsiteY6" fmla="*/ 571500 h 571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100" h="571500">
                      <a:moveTo>
                        <a:pt x="19050" y="571500"/>
                      </a:moveTo>
                      <a:cubicBezTo>
                        <a:pt x="8477" y="571500"/>
                        <a:pt x="0" y="563023"/>
                        <a:pt x="0" y="552450"/>
                      </a:cubicBezTo>
                      <a:lnTo>
                        <a:pt x="0" y="19050"/>
                      </a:lnTo>
                      <a:cubicBezTo>
                        <a:pt x="0" y="8477"/>
                        <a:pt x="8477" y="0"/>
                        <a:pt x="19050" y="0"/>
                      </a:cubicBezTo>
                      <a:cubicBezTo>
                        <a:pt x="29623" y="0"/>
                        <a:pt x="38100" y="8477"/>
                        <a:pt x="38100" y="19050"/>
                      </a:cubicBezTo>
                      <a:lnTo>
                        <a:pt x="38100" y="552450"/>
                      </a:lnTo>
                      <a:cubicBezTo>
                        <a:pt x="38100" y="563023"/>
                        <a:pt x="29623" y="571500"/>
                        <a:pt x="19050" y="5715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336" name="Freeform: Shape 335">
                  <a:extLst>
                    <a:ext uri="{FF2B5EF4-FFF2-40B4-BE49-F238E27FC236}">
                      <a16:creationId xmlns:a16="http://schemas.microsoft.com/office/drawing/2014/main" id="{8F70BAE0-C109-4861-8A53-9574C20CB561}"/>
                    </a:ext>
                  </a:extLst>
                </p:cNvPr>
                <p:cNvSpPr/>
                <p:nvPr/>
              </p:nvSpPr>
              <p:spPr>
                <a:xfrm>
                  <a:off x="8655952" y="1677843"/>
                  <a:ext cx="57513" cy="34522"/>
                </a:xfrm>
                <a:custGeom>
                  <a:avLst/>
                  <a:gdLst>
                    <a:gd name="connsiteX0" fmla="*/ 95202 w 190499"/>
                    <a:gd name="connsiteY0" fmla="*/ 114348 h 114347"/>
                    <a:gd name="connsiteX1" fmla="*/ 81772 w 190499"/>
                    <a:gd name="connsiteY1" fmla="*/ 108728 h 114347"/>
                    <a:gd name="connsiteX2" fmla="*/ 5572 w 190499"/>
                    <a:gd name="connsiteY2" fmla="*/ 32528 h 114347"/>
                    <a:gd name="connsiteX3" fmla="*/ 5572 w 190499"/>
                    <a:gd name="connsiteY3" fmla="*/ 5572 h 114347"/>
                    <a:gd name="connsiteX4" fmla="*/ 32528 w 190499"/>
                    <a:gd name="connsiteY4" fmla="*/ 5572 h 114347"/>
                    <a:gd name="connsiteX5" fmla="*/ 95202 w 190499"/>
                    <a:gd name="connsiteY5" fmla="*/ 68342 h 114347"/>
                    <a:gd name="connsiteX6" fmla="*/ 157972 w 190499"/>
                    <a:gd name="connsiteY6" fmla="*/ 5572 h 114347"/>
                    <a:gd name="connsiteX7" fmla="*/ 184928 w 190499"/>
                    <a:gd name="connsiteY7" fmla="*/ 5572 h 114347"/>
                    <a:gd name="connsiteX8" fmla="*/ 184928 w 190499"/>
                    <a:gd name="connsiteY8" fmla="*/ 32528 h 114347"/>
                    <a:gd name="connsiteX9" fmla="*/ 108728 w 190499"/>
                    <a:gd name="connsiteY9" fmla="*/ 108728 h 114347"/>
                    <a:gd name="connsiteX10" fmla="*/ 95202 w 190499"/>
                    <a:gd name="connsiteY10" fmla="*/ 114348 h 1143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90499" h="114347">
                      <a:moveTo>
                        <a:pt x="95202" y="114348"/>
                      </a:moveTo>
                      <a:cubicBezTo>
                        <a:pt x="90345" y="114348"/>
                        <a:pt x="85487" y="112443"/>
                        <a:pt x="81772" y="108728"/>
                      </a:cubicBezTo>
                      <a:lnTo>
                        <a:pt x="5572" y="32528"/>
                      </a:lnTo>
                      <a:cubicBezTo>
                        <a:pt x="-1857" y="25098"/>
                        <a:pt x="-1857" y="13002"/>
                        <a:pt x="5572" y="5572"/>
                      </a:cubicBezTo>
                      <a:cubicBezTo>
                        <a:pt x="13002" y="-1857"/>
                        <a:pt x="25098" y="-1857"/>
                        <a:pt x="32528" y="5572"/>
                      </a:cubicBezTo>
                      <a:lnTo>
                        <a:pt x="95202" y="68342"/>
                      </a:lnTo>
                      <a:lnTo>
                        <a:pt x="157972" y="5572"/>
                      </a:lnTo>
                      <a:cubicBezTo>
                        <a:pt x="165402" y="-1857"/>
                        <a:pt x="177498" y="-1857"/>
                        <a:pt x="184928" y="5572"/>
                      </a:cubicBezTo>
                      <a:cubicBezTo>
                        <a:pt x="192357" y="13002"/>
                        <a:pt x="192357" y="25098"/>
                        <a:pt x="184928" y="32528"/>
                      </a:cubicBezTo>
                      <a:lnTo>
                        <a:pt x="108728" y="108728"/>
                      </a:lnTo>
                      <a:cubicBezTo>
                        <a:pt x="104918" y="112443"/>
                        <a:pt x="100060" y="114348"/>
                        <a:pt x="95202" y="11434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337" name="Freeform: Shape 336">
                  <a:extLst>
                    <a:ext uri="{FF2B5EF4-FFF2-40B4-BE49-F238E27FC236}">
                      <a16:creationId xmlns:a16="http://schemas.microsoft.com/office/drawing/2014/main" id="{90703B9B-53D7-4A43-9BDF-2EB9E7E7515A}"/>
                    </a:ext>
                  </a:extLst>
                </p:cNvPr>
                <p:cNvSpPr/>
                <p:nvPr/>
              </p:nvSpPr>
              <p:spPr>
                <a:xfrm>
                  <a:off x="8661689" y="1861899"/>
                  <a:ext cx="368085" cy="11503"/>
                </a:xfrm>
                <a:custGeom>
                  <a:avLst/>
                  <a:gdLst>
                    <a:gd name="connsiteX0" fmla="*/ 0 w 1219200"/>
                    <a:gd name="connsiteY0" fmla="*/ 0 h 38100"/>
                    <a:gd name="connsiteX1" fmla="*/ 1219200 w 1219200"/>
                    <a:gd name="connsiteY1" fmla="*/ 0 h 38100"/>
                    <a:gd name="connsiteX2" fmla="*/ 1219200 w 1219200"/>
                    <a:gd name="connsiteY2" fmla="*/ 38100 h 38100"/>
                    <a:gd name="connsiteX3" fmla="*/ 0 w 1219200"/>
                    <a:gd name="connsiteY3" fmla="*/ 38100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19200" h="38100">
                      <a:moveTo>
                        <a:pt x="0" y="0"/>
                      </a:moveTo>
                      <a:lnTo>
                        <a:pt x="1219200" y="0"/>
                      </a:lnTo>
                      <a:lnTo>
                        <a:pt x="1219200" y="38100"/>
                      </a:lnTo>
                      <a:lnTo>
                        <a:pt x="0" y="3810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338" name="Freeform: Shape 337">
                  <a:extLst>
                    <a:ext uri="{FF2B5EF4-FFF2-40B4-BE49-F238E27FC236}">
                      <a16:creationId xmlns:a16="http://schemas.microsoft.com/office/drawing/2014/main" id="{30CF7797-B0AE-435C-8370-B37B4E25E15F}"/>
                    </a:ext>
                  </a:extLst>
                </p:cNvPr>
                <p:cNvSpPr/>
                <p:nvPr/>
              </p:nvSpPr>
              <p:spPr>
                <a:xfrm>
                  <a:off x="8817003" y="1562831"/>
                  <a:ext cx="57485" cy="34508"/>
                </a:xfrm>
                <a:custGeom>
                  <a:avLst/>
                  <a:gdLst>
                    <a:gd name="connsiteX0" fmla="*/ 95156 w 190405"/>
                    <a:gd name="connsiteY0" fmla="*/ 114300 h 114300"/>
                    <a:gd name="connsiteX1" fmla="*/ 76106 w 190405"/>
                    <a:gd name="connsiteY1" fmla="*/ 95536 h 114300"/>
                    <a:gd name="connsiteX2" fmla="*/ 76106 w 190405"/>
                    <a:gd name="connsiteY2" fmla="*/ 95536 h 114300"/>
                    <a:gd name="connsiteX3" fmla="*/ 76106 w 190405"/>
                    <a:gd name="connsiteY3" fmla="*/ 95536 h 114300"/>
                    <a:gd name="connsiteX4" fmla="*/ 76106 w 190405"/>
                    <a:gd name="connsiteY4" fmla="*/ 95536 h 114300"/>
                    <a:gd name="connsiteX5" fmla="*/ 76106 w 190405"/>
                    <a:gd name="connsiteY5" fmla="*/ 95441 h 114300"/>
                    <a:gd name="connsiteX6" fmla="*/ 76106 w 190405"/>
                    <a:gd name="connsiteY6" fmla="*/ 95345 h 114300"/>
                    <a:gd name="connsiteX7" fmla="*/ 76106 w 190405"/>
                    <a:gd name="connsiteY7" fmla="*/ 95345 h 114300"/>
                    <a:gd name="connsiteX8" fmla="*/ 76106 w 190405"/>
                    <a:gd name="connsiteY8" fmla="*/ 95250 h 114300"/>
                    <a:gd name="connsiteX9" fmla="*/ 18860 w 190405"/>
                    <a:gd name="connsiteY9" fmla="*/ 38100 h 114300"/>
                    <a:gd name="connsiteX10" fmla="*/ 1 w 190405"/>
                    <a:gd name="connsiteY10" fmla="*/ 18955 h 114300"/>
                    <a:gd name="connsiteX11" fmla="*/ 18956 w 190405"/>
                    <a:gd name="connsiteY11" fmla="*/ 0 h 114300"/>
                    <a:gd name="connsiteX12" fmla="*/ 95441 w 190405"/>
                    <a:gd name="connsiteY12" fmla="*/ 35243 h 114300"/>
                    <a:gd name="connsiteX13" fmla="*/ 171356 w 190405"/>
                    <a:gd name="connsiteY13" fmla="*/ 0 h 114300"/>
                    <a:gd name="connsiteX14" fmla="*/ 190406 w 190405"/>
                    <a:gd name="connsiteY14" fmla="*/ 19050 h 114300"/>
                    <a:gd name="connsiteX15" fmla="*/ 171356 w 190405"/>
                    <a:gd name="connsiteY15" fmla="*/ 38100 h 114300"/>
                    <a:gd name="connsiteX16" fmla="*/ 114206 w 190405"/>
                    <a:gd name="connsiteY16" fmla="*/ 95345 h 114300"/>
                    <a:gd name="connsiteX17" fmla="*/ 95156 w 190405"/>
                    <a:gd name="connsiteY17" fmla="*/ 114300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0405" h="114300">
                      <a:moveTo>
                        <a:pt x="95156" y="114300"/>
                      </a:moveTo>
                      <a:cubicBezTo>
                        <a:pt x="84678" y="114300"/>
                        <a:pt x="76296" y="105918"/>
                        <a:pt x="76106" y="95536"/>
                      </a:cubicBezTo>
                      <a:cubicBezTo>
                        <a:pt x="76106" y="95536"/>
                        <a:pt x="76106" y="95536"/>
                        <a:pt x="76106" y="95536"/>
                      </a:cubicBezTo>
                      <a:lnTo>
                        <a:pt x="76106" y="95536"/>
                      </a:lnTo>
                      <a:lnTo>
                        <a:pt x="76106" y="95536"/>
                      </a:lnTo>
                      <a:cubicBezTo>
                        <a:pt x="76106" y="95536"/>
                        <a:pt x="76106" y="95441"/>
                        <a:pt x="76106" y="95441"/>
                      </a:cubicBezTo>
                      <a:cubicBezTo>
                        <a:pt x="76106" y="95441"/>
                        <a:pt x="76106" y="95441"/>
                        <a:pt x="76106" y="95345"/>
                      </a:cubicBezTo>
                      <a:lnTo>
                        <a:pt x="76106" y="95345"/>
                      </a:lnTo>
                      <a:cubicBezTo>
                        <a:pt x="76106" y="95345"/>
                        <a:pt x="76106" y="95345"/>
                        <a:pt x="76106" y="95250"/>
                      </a:cubicBezTo>
                      <a:cubicBezTo>
                        <a:pt x="76106" y="41434"/>
                        <a:pt x="28385" y="38195"/>
                        <a:pt x="18860" y="38100"/>
                      </a:cubicBezTo>
                      <a:cubicBezTo>
                        <a:pt x="8383" y="38005"/>
                        <a:pt x="-94" y="29432"/>
                        <a:pt x="1" y="18955"/>
                      </a:cubicBezTo>
                      <a:cubicBezTo>
                        <a:pt x="1" y="8477"/>
                        <a:pt x="8478" y="0"/>
                        <a:pt x="18956" y="0"/>
                      </a:cubicBezTo>
                      <a:cubicBezTo>
                        <a:pt x="40482" y="0"/>
                        <a:pt x="74391" y="8477"/>
                        <a:pt x="95441" y="35243"/>
                      </a:cubicBezTo>
                      <a:cubicBezTo>
                        <a:pt x="109824" y="15621"/>
                        <a:pt x="133637" y="0"/>
                        <a:pt x="171356" y="0"/>
                      </a:cubicBezTo>
                      <a:cubicBezTo>
                        <a:pt x="181928" y="0"/>
                        <a:pt x="190406" y="8573"/>
                        <a:pt x="190406" y="19050"/>
                      </a:cubicBezTo>
                      <a:cubicBezTo>
                        <a:pt x="190406" y="29528"/>
                        <a:pt x="181928" y="38100"/>
                        <a:pt x="171356" y="38100"/>
                      </a:cubicBezTo>
                      <a:cubicBezTo>
                        <a:pt x="117635" y="38100"/>
                        <a:pt x="114301" y="85725"/>
                        <a:pt x="114206" y="95345"/>
                      </a:cubicBezTo>
                      <a:cubicBezTo>
                        <a:pt x="114110" y="105823"/>
                        <a:pt x="105633" y="114300"/>
                        <a:pt x="95156" y="1143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339" name="Freeform: Shape 338">
                  <a:extLst>
                    <a:ext uri="{FF2B5EF4-FFF2-40B4-BE49-F238E27FC236}">
                      <a16:creationId xmlns:a16="http://schemas.microsoft.com/office/drawing/2014/main" id="{F95E2A23-BAD6-4E21-838F-D82BB3D76D20}"/>
                    </a:ext>
                  </a:extLst>
                </p:cNvPr>
                <p:cNvSpPr/>
                <p:nvPr/>
              </p:nvSpPr>
              <p:spPr>
                <a:xfrm>
                  <a:off x="8863014" y="1585836"/>
                  <a:ext cx="57485" cy="34508"/>
                </a:xfrm>
                <a:custGeom>
                  <a:avLst/>
                  <a:gdLst>
                    <a:gd name="connsiteX0" fmla="*/ 95156 w 190405"/>
                    <a:gd name="connsiteY0" fmla="*/ 114300 h 114300"/>
                    <a:gd name="connsiteX1" fmla="*/ 76106 w 190405"/>
                    <a:gd name="connsiteY1" fmla="*/ 95536 h 114300"/>
                    <a:gd name="connsiteX2" fmla="*/ 76106 w 190405"/>
                    <a:gd name="connsiteY2" fmla="*/ 95536 h 114300"/>
                    <a:gd name="connsiteX3" fmla="*/ 76106 w 190405"/>
                    <a:gd name="connsiteY3" fmla="*/ 95536 h 114300"/>
                    <a:gd name="connsiteX4" fmla="*/ 76106 w 190405"/>
                    <a:gd name="connsiteY4" fmla="*/ 95536 h 114300"/>
                    <a:gd name="connsiteX5" fmla="*/ 76106 w 190405"/>
                    <a:gd name="connsiteY5" fmla="*/ 95441 h 114300"/>
                    <a:gd name="connsiteX6" fmla="*/ 76106 w 190405"/>
                    <a:gd name="connsiteY6" fmla="*/ 95345 h 114300"/>
                    <a:gd name="connsiteX7" fmla="*/ 76106 w 190405"/>
                    <a:gd name="connsiteY7" fmla="*/ 95345 h 114300"/>
                    <a:gd name="connsiteX8" fmla="*/ 76106 w 190405"/>
                    <a:gd name="connsiteY8" fmla="*/ 95250 h 114300"/>
                    <a:gd name="connsiteX9" fmla="*/ 18860 w 190405"/>
                    <a:gd name="connsiteY9" fmla="*/ 38100 h 114300"/>
                    <a:gd name="connsiteX10" fmla="*/ 1 w 190405"/>
                    <a:gd name="connsiteY10" fmla="*/ 18955 h 114300"/>
                    <a:gd name="connsiteX11" fmla="*/ 18956 w 190405"/>
                    <a:gd name="connsiteY11" fmla="*/ 0 h 114300"/>
                    <a:gd name="connsiteX12" fmla="*/ 95441 w 190405"/>
                    <a:gd name="connsiteY12" fmla="*/ 35243 h 114300"/>
                    <a:gd name="connsiteX13" fmla="*/ 171356 w 190405"/>
                    <a:gd name="connsiteY13" fmla="*/ 0 h 114300"/>
                    <a:gd name="connsiteX14" fmla="*/ 190406 w 190405"/>
                    <a:gd name="connsiteY14" fmla="*/ 19050 h 114300"/>
                    <a:gd name="connsiteX15" fmla="*/ 171356 w 190405"/>
                    <a:gd name="connsiteY15" fmla="*/ 38100 h 114300"/>
                    <a:gd name="connsiteX16" fmla="*/ 114206 w 190405"/>
                    <a:gd name="connsiteY16" fmla="*/ 95345 h 114300"/>
                    <a:gd name="connsiteX17" fmla="*/ 95156 w 190405"/>
                    <a:gd name="connsiteY17" fmla="*/ 114300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0405" h="114300">
                      <a:moveTo>
                        <a:pt x="95156" y="114300"/>
                      </a:moveTo>
                      <a:cubicBezTo>
                        <a:pt x="84678" y="114300"/>
                        <a:pt x="76296" y="105918"/>
                        <a:pt x="76106" y="95536"/>
                      </a:cubicBezTo>
                      <a:cubicBezTo>
                        <a:pt x="76106" y="95536"/>
                        <a:pt x="76106" y="95536"/>
                        <a:pt x="76106" y="95536"/>
                      </a:cubicBezTo>
                      <a:lnTo>
                        <a:pt x="76106" y="95536"/>
                      </a:lnTo>
                      <a:lnTo>
                        <a:pt x="76106" y="95536"/>
                      </a:lnTo>
                      <a:cubicBezTo>
                        <a:pt x="76106" y="95536"/>
                        <a:pt x="76106" y="95441"/>
                        <a:pt x="76106" y="95441"/>
                      </a:cubicBezTo>
                      <a:cubicBezTo>
                        <a:pt x="76106" y="95441"/>
                        <a:pt x="76106" y="95441"/>
                        <a:pt x="76106" y="95345"/>
                      </a:cubicBezTo>
                      <a:lnTo>
                        <a:pt x="76106" y="95345"/>
                      </a:lnTo>
                      <a:cubicBezTo>
                        <a:pt x="76106" y="95345"/>
                        <a:pt x="76106" y="95345"/>
                        <a:pt x="76106" y="95250"/>
                      </a:cubicBezTo>
                      <a:cubicBezTo>
                        <a:pt x="76106" y="41434"/>
                        <a:pt x="28385" y="38195"/>
                        <a:pt x="18860" y="38100"/>
                      </a:cubicBezTo>
                      <a:cubicBezTo>
                        <a:pt x="8383" y="38005"/>
                        <a:pt x="-94" y="29432"/>
                        <a:pt x="1" y="18955"/>
                      </a:cubicBezTo>
                      <a:cubicBezTo>
                        <a:pt x="1" y="8477"/>
                        <a:pt x="8478" y="0"/>
                        <a:pt x="18956" y="0"/>
                      </a:cubicBezTo>
                      <a:cubicBezTo>
                        <a:pt x="40482" y="0"/>
                        <a:pt x="74391" y="8477"/>
                        <a:pt x="95441" y="35243"/>
                      </a:cubicBezTo>
                      <a:cubicBezTo>
                        <a:pt x="109824" y="15621"/>
                        <a:pt x="133637" y="0"/>
                        <a:pt x="171356" y="0"/>
                      </a:cubicBezTo>
                      <a:cubicBezTo>
                        <a:pt x="181928" y="0"/>
                        <a:pt x="190406" y="8572"/>
                        <a:pt x="190406" y="19050"/>
                      </a:cubicBezTo>
                      <a:cubicBezTo>
                        <a:pt x="190406" y="29528"/>
                        <a:pt x="181928" y="38100"/>
                        <a:pt x="171356" y="38100"/>
                      </a:cubicBezTo>
                      <a:cubicBezTo>
                        <a:pt x="117635" y="38100"/>
                        <a:pt x="114301" y="85725"/>
                        <a:pt x="114206" y="95345"/>
                      </a:cubicBezTo>
                      <a:cubicBezTo>
                        <a:pt x="114110" y="105823"/>
                        <a:pt x="105633" y="114300"/>
                        <a:pt x="95156" y="1143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340" name="Freeform: Shape 339">
                  <a:extLst>
                    <a:ext uri="{FF2B5EF4-FFF2-40B4-BE49-F238E27FC236}">
                      <a16:creationId xmlns:a16="http://schemas.microsoft.com/office/drawing/2014/main" id="{A06D13B7-E676-4967-B078-C449D5DAC379}"/>
                    </a:ext>
                  </a:extLst>
                </p:cNvPr>
                <p:cNvSpPr/>
                <p:nvPr/>
              </p:nvSpPr>
              <p:spPr>
                <a:xfrm>
                  <a:off x="8793998" y="1608842"/>
                  <a:ext cx="57485" cy="34508"/>
                </a:xfrm>
                <a:custGeom>
                  <a:avLst/>
                  <a:gdLst>
                    <a:gd name="connsiteX0" fmla="*/ 95156 w 190405"/>
                    <a:gd name="connsiteY0" fmla="*/ 114300 h 114300"/>
                    <a:gd name="connsiteX1" fmla="*/ 76106 w 190405"/>
                    <a:gd name="connsiteY1" fmla="*/ 95536 h 114300"/>
                    <a:gd name="connsiteX2" fmla="*/ 76106 w 190405"/>
                    <a:gd name="connsiteY2" fmla="*/ 95536 h 114300"/>
                    <a:gd name="connsiteX3" fmla="*/ 76106 w 190405"/>
                    <a:gd name="connsiteY3" fmla="*/ 95536 h 114300"/>
                    <a:gd name="connsiteX4" fmla="*/ 76106 w 190405"/>
                    <a:gd name="connsiteY4" fmla="*/ 95536 h 114300"/>
                    <a:gd name="connsiteX5" fmla="*/ 76106 w 190405"/>
                    <a:gd name="connsiteY5" fmla="*/ 95441 h 114300"/>
                    <a:gd name="connsiteX6" fmla="*/ 76106 w 190405"/>
                    <a:gd name="connsiteY6" fmla="*/ 95345 h 114300"/>
                    <a:gd name="connsiteX7" fmla="*/ 76106 w 190405"/>
                    <a:gd name="connsiteY7" fmla="*/ 95345 h 114300"/>
                    <a:gd name="connsiteX8" fmla="*/ 76106 w 190405"/>
                    <a:gd name="connsiteY8" fmla="*/ 95250 h 114300"/>
                    <a:gd name="connsiteX9" fmla="*/ 18860 w 190405"/>
                    <a:gd name="connsiteY9" fmla="*/ 38100 h 114300"/>
                    <a:gd name="connsiteX10" fmla="*/ 1 w 190405"/>
                    <a:gd name="connsiteY10" fmla="*/ 18955 h 114300"/>
                    <a:gd name="connsiteX11" fmla="*/ 18956 w 190405"/>
                    <a:gd name="connsiteY11" fmla="*/ 0 h 114300"/>
                    <a:gd name="connsiteX12" fmla="*/ 95441 w 190405"/>
                    <a:gd name="connsiteY12" fmla="*/ 35243 h 114300"/>
                    <a:gd name="connsiteX13" fmla="*/ 171356 w 190405"/>
                    <a:gd name="connsiteY13" fmla="*/ 0 h 114300"/>
                    <a:gd name="connsiteX14" fmla="*/ 190406 w 190405"/>
                    <a:gd name="connsiteY14" fmla="*/ 19050 h 114300"/>
                    <a:gd name="connsiteX15" fmla="*/ 171356 w 190405"/>
                    <a:gd name="connsiteY15" fmla="*/ 38100 h 114300"/>
                    <a:gd name="connsiteX16" fmla="*/ 114206 w 190405"/>
                    <a:gd name="connsiteY16" fmla="*/ 95345 h 114300"/>
                    <a:gd name="connsiteX17" fmla="*/ 95156 w 190405"/>
                    <a:gd name="connsiteY17" fmla="*/ 114300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0405" h="114300">
                      <a:moveTo>
                        <a:pt x="95156" y="114300"/>
                      </a:moveTo>
                      <a:cubicBezTo>
                        <a:pt x="84678" y="114300"/>
                        <a:pt x="76296" y="105918"/>
                        <a:pt x="76106" y="95536"/>
                      </a:cubicBezTo>
                      <a:cubicBezTo>
                        <a:pt x="76106" y="95536"/>
                        <a:pt x="76106" y="95536"/>
                        <a:pt x="76106" y="95536"/>
                      </a:cubicBezTo>
                      <a:lnTo>
                        <a:pt x="76106" y="95536"/>
                      </a:lnTo>
                      <a:lnTo>
                        <a:pt x="76106" y="95536"/>
                      </a:lnTo>
                      <a:cubicBezTo>
                        <a:pt x="76106" y="95536"/>
                        <a:pt x="76106" y="95441"/>
                        <a:pt x="76106" y="95441"/>
                      </a:cubicBezTo>
                      <a:cubicBezTo>
                        <a:pt x="76106" y="95441"/>
                        <a:pt x="76106" y="95441"/>
                        <a:pt x="76106" y="95345"/>
                      </a:cubicBezTo>
                      <a:lnTo>
                        <a:pt x="76106" y="95345"/>
                      </a:lnTo>
                      <a:cubicBezTo>
                        <a:pt x="76106" y="95345"/>
                        <a:pt x="76106" y="95345"/>
                        <a:pt x="76106" y="95250"/>
                      </a:cubicBezTo>
                      <a:cubicBezTo>
                        <a:pt x="76106" y="41434"/>
                        <a:pt x="28385" y="38195"/>
                        <a:pt x="18860" y="38100"/>
                      </a:cubicBezTo>
                      <a:cubicBezTo>
                        <a:pt x="8383" y="38005"/>
                        <a:pt x="-94" y="29432"/>
                        <a:pt x="1" y="18955"/>
                      </a:cubicBezTo>
                      <a:cubicBezTo>
                        <a:pt x="1" y="8477"/>
                        <a:pt x="8478" y="0"/>
                        <a:pt x="18956" y="0"/>
                      </a:cubicBezTo>
                      <a:cubicBezTo>
                        <a:pt x="40482" y="0"/>
                        <a:pt x="74391" y="8477"/>
                        <a:pt x="95441" y="35243"/>
                      </a:cubicBezTo>
                      <a:cubicBezTo>
                        <a:pt x="109824" y="15621"/>
                        <a:pt x="133637" y="0"/>
                        <a:pt x="171356" y="0"/>
                      </a:cubicBezTo>
                      <a:cubicBezTo>
                        <a:pt x="181928" y="0"/>
                        <a:pt x="190406" y="8572"/>
                        <a:pt x="190406" y="19050"/>
                      </a:cubicBezTo>
                      <a:cubicBezTo>
                        <a:pt x="190406" y="29528"/>
                        <a:pt x="181928" y="38100"/>
                        <a:pt x="171356" y="38100"/>
                      </a:cubicBezTo>
                      <a:cubicBezTo>
                        <a:pt x="117635" y="38100"/>
                        <a:pt x="114301" y="85725"/>
                        <a:pt x="114206" y="95345"/>
                      </a:cubicBezTo>
                      <a:cubicBezTo>
                        <a:pt x="114110" y="105823"/>
                        <a:pt x="105633" y="114300"/>
                        <a:pt x="95156" y="1143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grpSp>
              <p:nvGrpSpPr>
                <p:cNvPr id="341" name="Graphic 112">
                  <a:extLst>
                    <a:ext uri="{FF2B5EF4-FFF2-40B4-BE49-F238E27FC236}">
                      <a16:creationId xmlns:a16="http://schemas.microsoft.com/office/drawing/2014/main" id="{46E9FB45-9EEC-4528-96B0-7218B136D280}"/>
                    </a:ext>
                  </a:extLst>
                </p:cNvPr>
                <p:cNvGrpSpPr/>
                <p:nvPr/>
              </p:nvGrpSpPr>
              <p:grpSpPr>
                <a:xfrm>
                  <a:off x="8721129" y="1723948"/>
                  <a:ext cx="249205" cy="146665"/>
                  <a:chOff x="5769006" y="3448315"/>
                  <a:chExt cx="825436" cy="485795"/>
                </a:xfrm>
                <a:solidFill>
                  <a:schemeClr val="accent3"/>
                </a:solidFill>
              </p:grpSpPr>
              <p:sp>
                <p:nvSpPr>
                  <p:cNvPr id="342" name="Freeform: Shape 341">
                    <a:extLst>
                      <a:ext uri="{FF2B5EF4-FFF2-40B4-BE49-F238E27FC236}">
                        <a16:creationId xmlns:a16="http://schemas.microsoft.com/office/drawing/2014/main" id="{D13BF4B9-80E6-46D3-8CB8-9FBC65EF5D48}"/>
                      </a:ext>
                    </a:extLst>
                  </p:cNvPr>
                  <p:cNvSpPr/>
                  <p:nvPr/>
                </p:nvSpPr>
                <p:spPr>
                  <a:xfrm>
                    <a:off x="5932836" y="3448335"/>
                    <a:ext cx="133540" cy="38100"/>
                  </a:xfrm>
                  <a:custGeom>
                    <a:avLst/>
                    <a:gdLst>
                      <a:gd name="connsiteX0" fmla="*/ 114491 w 133540"/>
                      <a:gd name="connsiteY0" fmla="*/ 38100 h 38100"/>
                      <a:gd name="connsiteX1" fmla="*/ 19050 w 133540"/>
                      <a:gd name="connsiteY1" fmla="*/ 38100 h 38100"/>
                      <a:gd name="connsiteX2" fmla="*/ 0 w 133540"/>
                      <a:gd name="connsiteY2" fmla="*/ 19050 h 38100"/>
                      <a:gd name="connsiteX3" fmla="*/ 19050 w 133540"/>
                      <a:gd name="connsiteY3" fmla="*/ 0 h 38100"/>
                      <a:gd name="connsiteX4" fmla="*/ 114491 w 133540"/>
                      <a:gd name="connsiteY4" fmla="*/ 0 h 38100"/>
                      <a:gd name="connsiteX5" fmla="*/ 133541 w 133540"/>
                      <a:gd name="connsiteY5" fmla="*/ 19050 h 38100"/>
                      <a:gd name="connsiteX6" fmla="*/ 114491 w 133540"/>
                      <a:gd name="connsiteY6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3540" h="38100">
                        <a:moveTo>
                          <a:pt x="114491" y="38100"/>
                        </a:moveTo>
                        <a:lnTo>
                          <a:pt x="19050" y="38100"/>
                        </a:lnTo>
                        <a:cubicBezTo>
                          <a:pt x="8477" y="38100"/>
                          <a:pt x="0" y="29623"/>
                          <a:pt x="0" y="19050"/>
                        </a:cubicBezTo>
                        <a:cubicBezTo>
                          <a:pt x="0" y="8477"/>
                          <a:pt x="8477" y="0"/>
                          <a:pt x="19050" y="0"/>
                        </a:cubicBezTo>
                        <a:lnTo>
                          <a:pt x="114491" y="0"/>
                        </a:lnTo>
                        <a:cubicBezTo>
                          <a:pt x="125063" y="0"/>
                          <a:pt x="133541" y="8477"/>
                          <a:pt x="133541" y="19050"/>
                        </a:cubicBezTo>
                        <a:cubicBezTo>
                          <a:pt x="133541" y="29528"/>
                          <a:pt x="125063" y="38100"/>
                          <a:pt x="114491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grpSp>
                <p:nvGrpSpPr>
                  <p:cNvPr id="343" name="Graphic 112">
                    <a:extLst>
                      <a:ext uri="{FF2B5EF4-FFF2-40B4-BE49-F238E27FC236}">
                        <a16:creationId xmlns:a16="http://schemas.microsoft.com/office/drawing/2014/main" id="{8F569CC1-6C94-4AAF-8893-419AA2408C2D}"/>
                      </a:ext>
                    </a:extLst>
                  </p:cNvPr>
                  <p:cNvGrpSpPr/>
                  <p:nvPr/>
                </p:nvGrpSpPr>
                <p:grpSpPr>
                  <a:xfrm>
                    <a:off x="5769006" y="3448315"/>
                    <a:ext cx="825436" cy="485795"/>
                    <a:chOff x="5769006" y="3448315"/>
                    <a:chExt cx="825436" cy="485795"/>
                  </a:xfrm>
                  <a:grpFill/>
                </p:grpSpPr>
                <p:sp>
                  <p:nvSpPr>
                    <p:cNvPr id="344" name="Freeform: Shape 343">
                      <a:extLst>
                        <a:ext uri="{FF2B5EF4-FFF2-40B4-BE49-F238E27FC236}">
                          <a16:creationId xmlns:a16="http://schemas.microsoft.com/office/drawing/2014/main" id="{E65CCB56-C2D7-4C7A-8E9C-05B1B64558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2148" y="3538061"/>
                      <a:ext cx="431762" cy="252888"/>
                    </a:xfrm>
                    <a:custGeom>
                      <a:avLst/>
                      <a:gdLst>
                        <a:gd name="connsiteX0" fmla="*/ 269576 w 431762"/>
                        <a:gd name="connsiteY0" fmla="*/ 252889 h 252888"/>
                        <a:gd name="connsiteX1" fmla="*/ 19069 w 431762"/>
                        <a:gd name="connsiteY1" fmla="*/ 252889 h 252888"/>
                        <a:gd name="connsiteX2" fmla="*/ 2876 w 431762"/>
                        <a:gd name="connsiteY2" fmla="*/ 243840 h 252888"/>
                        <a:gd name="connsiteX3" fmla="*/ 2019 w 431762"/>
                        <a:gd name="connsiteY3" fmla="*/ 225266 h 252888"/>
                        <a:gd name="connsiteX4" fmla="*/ 109366 w 431762"/>
                        <a:gd name="connsiteY4" fmla="*/ 10573 h 252888"/>
                        <a:gd name="connsiteX5" fmla="*/ 126416 w 431762"/>
                        <a:gd name="connsiteY5" fmla="*/ 0 h 252888"/>
                        <a:gd name="connsiteX6" fmla="*/ 412737 w 431762"/>
                        <a:gd name="connsiteY6" fmla="*/ 0 h 252888"/>
                        <a:gd name="connsiteX7" fmla="*/ 429501 w 431762"/>
                        <a:gd name="connsiteY7" fmla="*/ 10097 h 252888"/>
                        <a:gd name="connsiteX8" fmla="*/ 428549 w 431762"/>
                        <a:gd name="connsiteY8" fmla="*/ 29623 h 252888"/>
                        <a:gd name="connsiteX9" fmla="*/ 285388 w 431762"/>
                        <a:gd name="connsiteY9" fmla="*/ 244412 h 252888"/>
                        <a:gd name="connsiteX10" fmla="*/ 269576 w 431762"/>
                        <a:gd name="connsiteY10" fmla="*/ 252889 h 252888"/>
                        <a:gd name="connsiteX11" fmla="*/ 49835 w 431762"/>
                        <a:gd name="connsiteY11" fmla="*/ 214789 h 252888"/>
                        <a:gd name="connsiteX12" fmla="*/ 259385 w 431762"/>
                        <a:gd name="connsiteY12" fmla="*/ 214789 h 252888"/>
                        <a:gd name="connsiteX13" fmla="*/ 377114 w 431762"/>
                        <a:gd name="connsiteY13" fmla="*/ 38195 h 252888"/>
                        <a:gd name="connsiteX14" fmla="*/ 138227 w 431762"/>
                        <a:gd name="connsiteY14" fmla="*/ 38195 h 252888"/>
                        <a:gd name="connsiteX15" fmla="*/ 49835 w 431762"/>
                        <a:gd name="connsiteY15" fmla="*/ 214789 h 2528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431762" h="252888">
                          <a:moveTo>
                            <a:pt x="269576" y="252889"/>
                          </a:moveTo>
                          <a:lnTo>
                            <a:pt x="19069" y="252889"/>
                          </a:lnTo>
                          <a:cubicBezTo>
                            <a:pt x="12497" y="252889"/>
                            <a:pt x="6305" y="249460"/>
                            <a:pt x="2876" y="243840"/>
                          </a:cubicBezTo>
                          <a:cubicBezTo>
                            <a:pt x="-648" y="238220"/>
                            <a:pt x="-934" y="231172"/>
                            <a:pt x="2019" y="225266"/>
                          </a:cubicBezTo>
                          <a:lnTo>
                            <a:pt x="109366" y="10573"/>
                          </a:lnTo>
                          <a:cubicBezTo>
                            <a:pt x="112604" y="4096"/>
                            <a:pt x="119177" y="0"/>
                            <a:pt x="126416" y="0"/>
                          </a:cubicBezTo>
                          <a:lnTo>
                            <a:pt x="412737" y="0"/>
                          </a:lnTo>
                          <a:cubicBezTo>
                            <a:pt x="419786" y="0"/>
                            <a:pt x="426263" y="3905"/>
                            <a:pt x="429501" y="10097"/>
                          </a:cubicBezTo>
                          <a:cubicBezTo>
                            <a:pt x="432835" y="16288"/>
                            <a:pt x="432454" y="23813"/>
                            <a:pt x="428549" y="29623"/>
                          </a:cubicBezTo>
                          <a:lnTo>
                            <a:pt x="285388" y="244412"/>
                          </a:lnTo>
                          <a:cubicBezTo>
                            <a:pt x="281864" y="249746"/>
                            <a:pt x="275958" y="252889"/>
                            <a:pt x="269576" y="252889"/>
                          </a:cubicBezTo>
                          <a:close/>
                          <a:moveTo>
                            <a:pt x="49835" y="214789"/>
                          </a:moveTo>
                          <a:lnTo>
                            <a:pt x="259385" y="214789"/>
                          </a:lnTo>
                          <a:lnTo>
                            <a:pt x="377114" y="38195"/>
                          </a:lnTo>
                          <a:lnTo>
                            <a:pt x="138227" y="38195"/>
                          </a:lnTo>
                          <a:lnTo>
                            <a:pt x="49835" y="214789"/>
                          </a:ln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345" name="Freeform: Shape 344">
                      <a:extLst>
                        <a:ext uri="{FF2B5EF4-FFF2-40B4-BE49-F238E27FC236}">
                          <a16:creationId xmlns:a16="http://schemas.microsoft.com/office/drawing/2014/main" id="{7869C4E1-A5D8-4FD7-BF96-694F88252B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68630" y="3448315"/>
                      <a:ext cx="232070" cy="342634"/>
                    </a:xfrm>
                    <a:custGeom>
                      <a:avLst/>
                      <a:gdLst>
                        <a:gd name="connsiteX0" fmla="*/ 213095 w 232070"/>
                        <a:gd name="connsiteY0" fmla="*/ 342635 h 342634"/>
                        <a:gd name="connsiteX1" fmla="*/ 196998 w 232070"/>
                        <a:gd name="connsiteY1" fmla="*/ 333777 h 342634"/>
                        <a:gd name="connsiteX2" fmla="*/ 2973 w 232070"/>
                        <a:gd name="connsiteY2" fmla="*/ 29262 h 342634"/>
                        <a:gd name="connsiteX3" fmla="*/ 8784 w 232070"/>
                        <a:gd name="connsiteY3" fmla="*/ 2973 h 342634"/>
                        <a:gd name="connsiteX4" fmla="*/ 35073 w 232070"/>
                        <a:gd name="connsiteY4" fmla="*/ 8784 h 342634"/>
                        <a:gd name="connsiteX5" fmla="*/ 229097 w 232070"/>
                        <a:gd name="connsiteY5" fmla="*/ 313298 h 342634"/>
                        <a:gd name="connsiteX6" fmla="*/ 223287 w 232070"/>
                        <a:gd name="connsiteY6" fmla="*/ 339587 h 342634"/>
                        <a:gd name="connsiteX7" fmla="*/ 213095 w 232070"/>
                        <a:gd name="connsiteY7" fmla="*/ 342635 h 34263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232070" h="342634">
                          <a:moveTo>
                            <a:pt x="213095" y="342635"/>
                          </a:moveTo>
                          <a:cubicBezTo>
                            <a:pt x="206808" y="342635"/>
                            <a:pt x="200617" y="339492"/>
                            <a:pt x="196998" y="333777"/>
                          </a:cubicBezTo>
                          <a:lnTo>
                            <a:pt x="2973" y="29262"/>
                          </a:lnTo>
                          <a:cubicBezTo>
                            <a:pt x="-2646" y="20404"/>
                            <a:pt x="-75" y="8593"/>
                            <a:pt x="8784" y="2973"/>
                          </a:cubicBezTo>
                          <a:cubicBezTo>
                            <a:pt x="17642" y="-2646"/>
                            <a:pt x="29453" y="-75"/>
                            <a:pt x="35073" y="8784"/>
                          </a:cubicBezTo>
                          <a:lnTo>
                            <a:pt x="229097" y="313298"/>
                          </a:lnTo>
                          <a:cubicBezTo>
                            <a:pt x="234717" y="322156"/>
                            <a:pt x="232145" y="333967"/>
                            <a:pt x="223287" y="339587"/>
                          </a:cubicBezTo>
                          <a:cubicBezTo>
                            <a:pt x="220143" y="341682"/>
                            <a:pt x="216619" y="342635"/>
                            <a:pt x="213095" y="342635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346" name="Freeform: Shape 345">
                      <a:extLst>
                        <a:ext uri="{FF2B5EF4-FFF2-40B4-BE49-F238E27FC236}">
                          <a16:creationId xmlns:a16="http://schemas.microsoft.com/office/drawing/2014/main" id="{860C8BCF-2F03-4B90-A559-E48B475E5E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98489" y="3466528"/>
                      <a:ext cx="252882" cy="324421"/>
                    </a:xfrm>
                    <a:custGeom>
                      <a:avLst/>
                      <a:gdLst>
                        <a:gd name="connsiteX0" fmla="*/ 233744 w 252882"/>
                        <a:gd name="connsiteY0" fmla="*/ 324422 h 324421"/>
                        <a:gd name="connsiteX1" fmla="*/ 216694 w 252882"/>
                        <a:gd name="connsiteY1" fmla="*/ 313849 h 324421"/>
                        <a:gd name="connsiteX2" fmla="*/ 78867 w 252882"/>
                        <a:gd name="connsiteY2" fmla="*/ 38100 h 324421"/>
                        <a:gd name="connsiteX3" fmla="*/ 19050 w 252882"/>
                        <a:gd name="connsiteY3" fmla="*/ 38100 h 324421"/>
                        <a:gd name="connsiteX4" fmla="*/ 0 w 252882"/>
                        <a:gd name="connsiteY4" fmla="*/ 19050 h 324421"/>
                        <a:gd name="connsiteX5" fmla="*/ 19050 w 252882"/>
                        <a:gd name="connsiteY5" fmla="*/ 0 h 324421"/>
                        <a:gd name="connsiteX6" fmla="*/ 90678 w 252882"/>
                        <a:gd name="connsiteY6" fmla="*/ 0 h 324421"/>
                        <a:gd name="connsiteX7" fmla="*/ 107728 w 252882"/>
                        <a:gd name="connsiteY7" fmla="*/ 10573 h 324421"/>
                        <a:gd name="connsiteX8" fmla="*/ 250888 w 252882"/>
                        <a:gd name="connsiteY8" fmla="*/ 296894 h 324421"/>
                        <a:gd name="connsiteX9" fmla="*/ 242411 w 252882"/>
                        <a:gd name="connsiteY9" fmla="*/ 322421 h 324421"/>
                        <a:gd name="connsiteX10" fmla="*/ 233744 w 252882"/>
                        <a:gd name="connsiteY10" fmla="*/ 324422 h 3244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252882" h="324421">
                          <a:moveTo>
                            <a:pt x="233744" y="324422"/>
                          </a:moveTo>
                          <a:cubicBezTo>
                            <a:pt x="226790" y="324422"/>
                            <a:pt x="220027" y="320612"/>
                            <a:pt x="216694" y="313849"/>
                          </a:cubicBezTo>
                          <a:lnTo>
                            <a:pt x="78867" y="38100"/>
                          </a:lnTo>
                          <a:lnTo>
                            <a:pt x="19050" y="38100"/>
                          </a:lnTo>
                          <a:cubicBezTo>
                            <a:pt x="8477" y="38100"/>
                            <a:pt x="0" y="29623"/>
                            <a:pt x="0" y="19050"/>
                          </a:cubicBezTo>
                          <a:cubicBezTo>
                            <a:pt x="0" y="8477"/>
                            <a:pt x="8477" y="0"/>
                            <a:pt x="19050" y="0"/>
                          </a:cubicBezTo>
                          <a:lnTo>
                            <a:pt x="90678" y="0"/>
                          </a:lnTo>
                          <a:cubicBezTo>
                            <a:pt x="97917" y="0"/>
                            <a:pt x="104489" y="4096"/>
                            <a:pt x="107728" y="10573"/>
                          </a:cubicBezTo>
                          <a:lnTo>
                            <a:pt x="250888" y="296894"/>
                          </a:lnTo>
                          <a:cubicBezTo>
                            <a:pt x="255556" y="306324"/>
                            <a:pt x="251746" y="317754"/>
                            <a:pt x="242411" y="322421"/>
                          </a:cubicBezTo>
                          <a:cubicBezTo>
                            <a:pt x="239554" y="323755"/>
                            <a:pt x="236696" y="324422"/>
                            <a:pt x="233744" y="324422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347" name="Freeform: Shape 346">
                      <a:extLst>
                        <a:ext uri="{FF2B5EF4-FFF2-40B4-BE49-F238E27FC236}">
                          <a16:creationId xmlns:a16="http://schemas.microsoft.com/office/drawing/2014/main" id="{BB5EB6E6-ECB0-420F-94FF-3FCD0314CB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77368" y="3717035"/>
                      <a:ext cx="109727" cy="109728"/>
                    </a:xfrm>
                    <a:custGeom>
                      <a:avLst/>
                      <a:gdLst>
                        <a:gd name="connsiteX0" fmla="*/ 54864 w 109727"/>
                        <a:gd name="connsiteY0" fmla="*/ 109728 h 109728"/>
                        <a:gd name="connsiteX1" fmla="*/ 0 w 109727"/>
                        <a:gd name="connsiteY1" fmla="*/ 54864 h 109728"/>
                        <a:gd name="connsiteX2" fmla="*/ 54864 w 109727"/>
                        <a:gd name="connsiteY2" fmla="*/ 0 h 109728"/>
                        <a:gd name="connsiteX3" fmla="*/ 109728 w 109727"/>
                        <a:gd name="connsiteY3" fmla="*/ 54864 h 109728"/>
                        <a:gd name="connsiteX4" fmla="*/ 54864 w 109727"/>
                        <a:gd name="connsiteY4" fmla="*/ 109728 h 109728"/>
                        <a:gd name="connsiteX5" fmla="*/ 54864 w 109727"/>
                        <a:gd name="connsiteY5" fmla="*/ 38100 h 109728"/>
                        <a:gd name="connsiteX6" fmla="*/ 38100 w 109727"/>
                        <a:gd name="connsiteY6" fmla="*/ 54864 h 109728"/>
                        <a:gd name="connsiteX7" fmla="*/ 54864 w 109727"/>
                        <a:gd name="connsiteY7" fmla="*/ 71628 h 109728"/>
                        <a:gd name="connsiteX8" fmla="*/ 71628 w 109727"/>
                        <a:gd name="connsiteY8" fmla="*/ 54864 h 109728"/>
                        <a:gd name="connsiteX9" fmla="*/ 54864 w 109727"/>
                        <a:gd name="connsiteY9" fmla="*/ 38100 h 1097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9727" h="109728">
                          <a:moveTo>
                            <a:pt x="54864" y="109728"/>
                          </a:moveTo>
                          <a:cubicBezTo>
                            <a:pt x="24670" y="109728"/>
                            <a:pt x="0" y="85154"/>
                            <a:pt x="0" y="54864"/>
                          </a:cubicBezTo>
                          <a:cubicBezTo>
                            <a:pt x="0" y="24575"/>
                            <a:pt x="24575" y="0"/>
                            <a:pt x="54864" y="0"/>
                          </a:cubicBezTo>
                          <a:cubicBezTo>
                            <a:pt x="85154" y="0"/>
                            <a:pt x="109728" y="24575"/>
                            <a:pt x="109728" y="54864"/>
                          </a:cubicBezTo>
                          <a:cubicBezTo>
                            <a:pt x="109728" y="85154"/>
                            <a:pt x="85154" y="109728"/>
                            <a:pt x="54864" y="109728"/>
                          </a:cubicBezTo>
                          <a:close/>
                          <a:moveTo>
                            <a:pt x="54864" y="38100"/>
                          </a:moveTo>
                          <a:cubicBezTo>
                            <a:pt x="45625" y="38100"/>
                            <a:pt x="38100" y="45625"/>
                            <a:pt x="38100" y="54864"/>
                          </a:cubicBezTo>
                          <a:cubicBezTo>
                            <a:pt x="38100" y="64103"/>
                            <a:pt x="45625" y="71628"/>
                            <a:pt x="54864" y="71628"/>
                          </a:cubicBezTo>
                          <a:cubicBezTo>
                            <a:pt x="64103" y="71628"/>
                            <a:pt x="71628" y="64103"/>
                            <a:pt x="71628" y="54864"/>
                          </a:cubicBezTo>
                          <a:cubicBezTo>
                            <a:pt x="71628" y="45625"/>
                            <a:pt x="64103" y="38100"/>
                            <a:pt x="54864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348" name="Freeform: Shape 347">
                      <a:extLst>
                        <a:ext uri="{FF2B5EF4-FFF2-40B4-BE49-F238E27FC236}">
                          <a16:creationId xmlns:a16="http://schemas.microsoft.com/office/drawing/2014/main" id="{872E4CEB-5DB8-4536-A985-E5F308FD69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76353" y="3717035"/>
                      <a:ext cx="109728" cy="109728"/>
                    </a:xfrm>
                    <a:custGeom>
                      <a:avLst/>
                      <a:gdLst>
                        <a:gd name="connsiteX0" fmla="*/ 54864 w 109728"/>
                        <a:gd name="connsiteY0" fmla="*/ 109728 h 109728"/>
                        <a:gd name="connsiteX1" fmla="*/ 0 w 109728"/>
                        <a:gd name="connsiteY1" fmla="*/ 54864 h 109728"/>
                        <a:gd name="connsiteX2" fmla="*/ 54864 w 109728"/>
                        <a:gd name="connsiteY2" fmla="*/ 0 h 109728"/>
                        <a:gd name="connsiteX3" fmla="*/ 109728 w 109728"/>
                        <a:gd name="connsiteY3" fmla="*/ 54864 h 109728"/>
                        <a:gd name="connsiteX4" fmla="*/ 54864 w 109728"/>
                        <a:gd name="connsiteY4" fmla="*/ 109728 h 109728"/>
                        <a:gd name="connsiteX5" fmla="*/ 54864 w 109728"/>
                        <a:gd name="connsiteY5" fmla="*/ 38100 h 109728"/>
                        <a:gd name="connsiteX6" fmla="*/ 38100 w 109728"/>
                        <a:gd name="connsiteY6" fmla="*/ 54864 h 109728"/>
                        <a:gd name="connsiteX7" fmla="*/ 54864 w 109728"/>
                        <a:gd name="connsiteY7" fmla="*/ 71628 h 109728"/>
                        <a:gd name="connsiteX8" fmla="*/ 71628 w 109728"/>
                        <a:gd name="connsiteY8" fmla="*/ 54864 h 109728"/>
                        <a:gd name="connsiteX9" fmla="*/ 54864 w 109728"/>
                        <a:gd name="connsiteY9" fmla="*/ 38100 h 1097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9728" h="109728">
                          <a:moveTo>
                            <a:pt x="54864" y="109728"/>
                          </a:moveTo>
                          <a:cubicBezTo>
                            <a:pt x="24575" y="109728"/>
                            <a:pt x="0" y="85154"/>
                            <a:pt x="0" y="54864"/>
                          </a:cubicBezTo>
                          <a:cubicBezTo>
                            <a:pt x="0" y="24575"/>
                            <a:pt x="24575" y="0"/>
                            <a:pt x="54864" y="0"/>
                          </a:cubicBezTo>
                          <a:cubicBezTo>
                            <a:pt x="85154" y="0"/>
                            <a:pt x="109728" y="24575"/>
                            <a:pt x="109728" y="54864"/>
                          </a:cubicBezTo>
                          <a:cubicBezTo>
                            <a:pt x="109728" y="85154"/>
                            <a:pt x="85058" y="109728"/>
                            <a:pt x="54864" y="109728"/>
                          </a:cubicBezTo>
                          <a:close/>
                          <a:moveTo>
                            <a:pt x="54864" y="38100"/>
                          </a:moveTo>
                          <a:cubicBezTo>
                            <a:pt x="45625" y="38100"/>
                            <a:pt x="38100" y="45625"/>
                            <a:pt x="38100" y="54864"/>
                          </a:cubicBezTo>
                          <a:cubicBezTo>
                            <a:pt x="38100" y="64103"/>
                            <a:pt x="45625" y="71628"/>
                            <a:pt x="54864" y="71628"/>
                          </a:cubicBezTo>
                          <a:cubicBezTo>
                            <a:pt x="64103" y="71628"/>
                            <a:pt x="71628" y="64103"/>
                            <a:pt x="71628" y="54864"/>
                          </a:cubicBezTo>
                          <a:cubicBezTo>
                            <a:pt x="71533" y="45625"/>
                            <a:pt x="64008" y="38100"/>
                            <a:pt x="54864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349" name="Freeform: Shape 348">
                      <a:extLst>
                        <a:ext uri="{FF2B5EF4-FFF2-40B4-BE49-F238E27FC236}">
                          <a16:creationId xmlns:a16="http://schemas.microsoft.com/office/drawing/2014/main" id="{CD8E282C-6F0B-4B3D-ABEC-4BF9D2D759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70021" y="3609689"/>
                      <a:ext cx="324421" cy="324421"/>
                    </a:xfrm>
                    <a:custGeom>
                      <a:avLst/>
                      <a:gdLst>
                        <a:gd name="connsiteX0" fmla="*/ 162211 w 324421"/>
                        <a:gd name="connsiteY0" fmla="*/ 324421 h 324421"/>
                        <a:gd name="connsiteX1" fmla="*/ 0 w 324421"/>
                        <a:gd name="connsiteY1" fmla="*/ 162211 h 324421"/>
                        <a:gd name="connsiteX2" fmla="*/ 162211 w 324421"/>
                        <a:gd name="connsiteY2" fmla="*/ 0 h 324421"/>
                        <a:gd name="connsiteX3" fmla="*/ 324422 w 324421"/>
                        <a:gd name="connsiteY3" fmla="*/ 162211 h 324421"/>
                        <a:gd name="connsiteX4" fmla="*/ 162211 w 324421"/>
                        <a:gd name="connsiteY4" fmla="*/ 324421 h 324421"/>
                        <a:gd name="connsiteX5" fmla="*/ 162211 w 324421"/>
                        <a:gd name="connsiteY5" fmla="*/ 38100 h 324421"/>
                        <a:gd name="connsiteX6" fmla="*/ 38100 w 324421"/>
                        <a:gd name="connsiteY6" fmla="*/ 162211 h 324421"/>
                        <a:gd name="connsiteX7" fmla="*/ 162211 w 324421"/>
                        <a:gd name="connsiteY7" fmla="*/ 286321 h 324421"/>
                        <a:gd name="connsiteX8" fmla="*/ 286322 w 324421"/>
                        <a:gd name="connsiteY8" fmla="*/ 162211 h 324421"/>
                        <a:gd name="connsiteX9" fmla="*/ 162211 w 324421"/>
                        <a:gd name="connsiteY9" fmla="*/ 38100 h 3244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24421" h="324421">
                          <a:moveTo>
                            <a:pt x="162211" y="324421"/>
                          </a:moveTo>
                          <a:cubicBezTo>
                            <a:pt x="72771" y="324421"/>
                            <a:pt x="0" y="251650"/>
                            <a:pt x="0" y="162211"/>
                          </a:cubicBezTo>
                          <a:cubicBezTo>
                            <a:pt x="0" y="72771"/>
                            <a:pt x="72771" y="0"/>
                            <a:pt x="162211" y="0"/>
                          </a:cubicBezTo>
                          <a:cubicBezTo>
                            <a:pt x="251651" y="0"/>
                            <a:pt x="324422" y="72771"/>
                            <a:pt x="324422" y="162211"/>
                          </a:cubicBezTo>
                          <a:cubicBezTo>
                            <a:pt x="324422" y="251650"/>
                            <a:pt x="251651" y="324421"/>
                            <a:pt x="162211" y="324421"/>
                          </a:cubicBezTo>
                          <a:close/>
                          <a:moveTo>
                            <a:pt x="162211" y="38100"/>
                          </a:moveTo>
                          <a:cubicBezTo>
                            <a:pt x="93821" y="38100"/>
                            <a:pt x="38100" y="93821"/>
                            <a:pt x="38100" y="162211"/>
                          </a:cubicBezTo>
                          <a:cubicBezTo>
                            <a:pt x="38100" y="230696"/>
                            <a:pt x="93821" y="286321"/>
                            <a:pt x="162211" y="286321"/>
                          </a:cubicBezTo>
                          <a:cubicBezTo>
                            <a:pt x="230600" y="286321"/>
                            <a:pt x="286322" y="230600"/>
                            <a:pt x="286322" y="162211"/>
                          </a:cubicBezTo>
                          <a:cubicBezTo>
                            <a:pt x="286322" y="93726"/>
                            <a:pt x="230696" y="38100"/>
                            <a:pt x="162211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350" name="Freeform: Shape 349">
                      <a:extLst>
                        <a:ext uri="{FF2B5EF4-FFF2-40B4-BE49-F238E27FC236}">
                          <a16:creationId xmlns:a16="http://schemas.microsoft.com/office/drawing/2014/main" id="{BBFF6167-C11B-4C0F-A834-D005256209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9006" y="3609689"/>
                      <a:ext cx="324421" cy="324421"/>
                    </a:xfrm>
                    <a:custGeom>
                      <a:avLst/>
                      <a:gdLst>
                        <a:gd name="connsiteX0" fmla="*/ 162211 w 324421"/>
                        <a:gd name="connsiteY0" fmla="*/ 324421 h 324421"/>
                        <a:gd name="connsiteX1" fmla="*/ 0 w 324421"/>
                        <a:gd name="connsiteY1" fmla="*/ 162211 h 324421"/>
                        <a:gd name="connsiteX2" fmla="*/ 162211 w 324421"/>
                        <a:gd name="connsiteY2" fmla="*/ 0 h 324421"/>
                        <a:gd name="connsiteX3" fmla="*/ 324422 w 324421"/>
                        <a:gd name="connsiteY3" fmla="*/ 162211 h 324421"/>
                        <a:gd name="connsiteX4" fmla="*/ 162211 w 324421"/>
                        <a:gd name="connsiteY4" fmla="*/ 324421 h 324421"/>
                        <a:gd name="connsiteX5" fmla="*/ 162211 w 324421"/>
                        <a:gd name="connsiteY5" fmla="*/ 38100 h 324421"/>
                        <a:gd name="connsiteX6" fmla="*/ 38100 w 324421"/>
                        <a:gd name="connsiteY6" fmla="*/ 162211 h 324421"/>
                        <a:gd name="connsiteX7" fmla="*/ 162211 w 324421"/>
                        <a:gd name="connsiteY7" fmla="*/ 286321 h 324421"/>
                        <a:gd name="connsiteX8" fmla="*/ 286322 w 324421"/>
                        <a:gd name="connsiteY8" fmla="*/ 162211 h 324421"/>
                        <a:gd name="connsiteX9" fmla="*/ 162211 w 324421"/>
                        <a:gd name="connsiteY9" fmla="*/ 38100 h 3244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24421" h="324421">
                          <a:moveTo>
                            <a:pt x="162211" y="324421"/>
                          </a:moveTo>
                          <a:cubicBezTo>
                            <a:pt x="72771" y="324421"/>
                            <a:pt x="0" y="251650"/>
                            <a:pt x="0" y="162211"/>
                          </a:cubicBezTo>
                          <a:cubicBezTo>
                            <a:pt x="0" y="72771"/>
                            <a:pt x="72676" y="0"/>
                            <a:pt x="162211" y="0"/>
                          </a:cubicBezTo>
                          <a:cubicBezTo>
                            <a:pt x="251650" y="0"/>
                            <a:pt x="324422" y="72771"/>
                            <a:pt x="324422" y="162211"/>
                          </a:cubicBezTo>
                          <a:cubicBezTo>
                            <a:pt x="324422" y="251650"/>
                            <a:pt x="251650" y="324421"/>
                            <a:pt x="162211" y="324421"/>
                          </a:cubicBezTo>
                          <a:close/>
                          <a:moveTo>
                            <a:pt x="162211" y="38100"/>
                          </a:moveTo>
                          <a:cubicBezTo>
                            <a:pt x="93726" y="38100"/>
                            <a:pt x="38100" y="93821"/>
                            <a:pt x="38100" y="162211"/>
                          </a:cubicBezTo>
                          <a:cubicBezTo>
                            <a:pt x="38100" y="230696"/>
                            <a:pt x="93821" y="286321"/>
                            <a:pt x="162211" y="286321"/>
                          </a:cubicBezTo>
                          <a:cubicBezTo>
                            <a:pt x="230696" y="286321"/>
                            <a:pt x="286322" y="230600"/>
                            <a:pt x="286322" y="162211"/>
                          </a:cubicBezTo>
                          <a:cubicBezTo>
                            <a:pt x="286322" y="93726"/>
                            <a:pt x="230600" y="38100"/>
                            <a:pt x="162211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</p:grpSp>
            </p:grpSp>
          </p:grpSp>
          <p:grpSp>
            <p:nvGrpSpPr>
              <p:cNvPr id="323" name="Group 322">
                <a:extLst>
                  <a:ext uri="{FF2B5EF4-FFF2-40B4-BE49-F238E27FC236}">
                    <a16:creationId xmlns:a16="http://schemas.microsoft.com/office/drawing/2014/main" id="{3F45ECF1-15C4-4014-9C76-B2CC712887BA}"/>
                  </a:ext>
                </a:extLst>
              </p:cNvPr>
              <p:cNvGrpSpPr/>
              <p:nvPr/>
            </p:nvGrpSpPr>
            <p:grpSpPr>
              <a:xfrm>
                <a:off x="8502654" y="3723031"/>
                <a:ext cx="263476" cy="225927"/>
                <a:chOff x="9230360" y="2173322"/>
                <a:chExt cx="263476" cy="225927"/>
              </a:xfrm>
            </p:grpSpPr>
            <p:sp>
              <p:nvSpPr>
                <p:cNvPr id="332" name="Freeform 125">
                  <a:extLst>
                    <a:ext uri="{FF2B5EF4-FFF2-40B4-BE49-F238E27FC236}">
                      <a16:creationId xmlns:a16="http://schemas.microsoft.com/office/drawing/2014/main" id="{47C18568-5FEA-48B6-97D6-57E242145A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69818" y="2212780"/>
                  <a:ext cx="183288" cy="186469"/>
                </a:xfrm>
                <a:custGeom>
                  <a:avLst/>
                  <a:gdLst>
                    <a:gd name="T0" fmla="*/ 288 w 288"/>
                    <a:gd name="T1" fmla="*/ 129 h 293"/>
                    <a:gd name="T2" fmla="*/ 145 w 288"/>
                    <a:gd name="T3" fmla="*/ 0 h 293"/>
                    <a:gd name="T4" fmla="*/ 145 w 288"/>
                    <a:gd name="T5" fmla="*/ 0 h 293"/>
                    <a:gd name="T6" fmla="*/ 145 w 288"/>
                    <a:gd name="T7" fmla="*/ 0 h 293"/>
                    <a:gd name="T8" fmla="*/ 145 w 288"/>
                    <a:gd name="T9" fmla="*/ 0 h 293"/>
                    <a:gd name="T10" fmla="*/ 0 w 288"/>
                    <a:gd name="T11" fmla="*/ 129 h 293"/>
                    <a:gd name="T12" fmla="*/ 0 w 288"/>
                    <a:gd name="T13" fmla="*/ 293 h 293"/>
                    <a:gd name="T14" fmla="*/ 107 w 288"/>
                    <a:gd name="T15" fmla="*/ 293 h 293"/>
                    <a:gd name="T16" fmla="*/ 107 w 288"/>
                    <a:gd name="T17" fmla="*/ 198 h 293"/>
                    <a:gd name="T18" fmla="*/ 180 w 288"/>
                    <a:gd name="T19" fmla="*/ 198 h 293"/>
                    <a:gd name="T20" fmla="*/ 180 w 288"/>
                    <a:gd name="T21" fmla="*/ 293 h 293"/>
                    <a:gd name="T22" fmla="*/ 288 w 288"/>
                    <a:gd name="T23" fmla="*/ 293 h 293"/>
                    <a:gd name="T24" fmla="*/ 288 w 288"/>
                    <a:gd name="T25" fmla="*/ 129 h 2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88" h="293">
                      <a:moveTo>
                        <a:pt x="288" y="129"/>
                      </a:moveTo>
                      <a:lnTo>
                        <a:pt x="145" y="0"/>
                      </a:lnTo>
                      <a:lnTo>
                        <a:pt x="145" y="0"/>
                      </a:lnTo>
                      <a:lnTo>
                        <a:pt x="145" y="0"/>
                      </a:lnTo>
                      <a:lnTo>
                        <a:pt x="145" y="0"/>
                      </a:lnTo>
                      <a:lnTo>
                        <a:pt x="0" y="129"/>
                      </a:lnTo>
                      <a:lnTo>
                        <a:pt x="0" y="293"/>
                      </a:lnTo>
                      <a:lnTo>
                        <a:pt x="107" y="293"/>
                      </a:lnTo>
                      <a:lnTo>
                        <a:pt x="107" y="198"/>
                      </a:lnTo>
                      <a:lnTo>
                        <a:pt x="180" y="198"/>
                      </a:lnTo>
                      <a:lnTo>
                        <a:pt x="180" y="293"/>
                      </a:lnTo>
                      <a:lnTo>
                        <a:pt x="288" y="293"/>
                      </a:lnTo>
                      <a:lnTo>
                        <a:pt x="288" y="129"/>
                      </a:lnTo>
                      <a:close/>
                    </a:path>
                  </a:pathLst>
                </a:custGeom>
                <a:noFill/>
                <a:ln w="12700" cap="flat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sp>
              <p:nvSpPr>
                <p:cNvPr id="333" name="Freeform 126">
                  <a:extLst>
                    <a:ext uri="{FF2B5EF4-FFF2-40B4-BE49-F238E27FC236}">
                      <a16:creationId xmlns:a16="http://schemas.microsoft.com/office/drawing/2014/main" id="{E068181F-FED7-4F41-8123-372F231808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30360" y="2173322"/>
                  <a:ext cx="263476" cy="114554"/>
                </a:xfrm>
                <a:custGeom>
                  <a:avLst/>
                  <a:gdLst>
                    <a:gd name="T0" fmla="*/ 414 w 414"/>
                    <a:gd name="T1" fmla="*/ 180 h 180"/>
                    <a:gd name="T2" fmla="*/ 207 w 414"/>
                    <a:gd name="T3" fmla="*/ 0 h 180"/>
                    <a:gd name="T4" fmla="*/ 109 w 414"/>
                    <a:gd name="T5" fmla="*/ 84 h 180"/>
                    <a:gd name="T6" fmla="*/ 109 w 414"/>
                    <a:gd name="T7" fmla="*/ 30 h 180"/>
                    <a:gd name="T8" fmla="*/ 64 w 414"/>
                    <a:gd name="T9" fmla="*/ 30 h 180"/>
                    <a:gd name="T10" fmla="*/ 64 w 414"/>
                    <a:gd name="T11" fmla="*/ 123 h 180"/>
                    <a:gd name="T12" fmla="*/ 0 w 414"/>
                    <a:gd name="T13" fmla="*/ 180 h 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14" h="180">
                      <a:moveTo>
                        <a:pt x="414" y="180"/>
                      </a:moveTo>
                      <a:lnTo>
                        <a:pt x="207" y="0"/>
                      </a:lnTo>
                      <a:lnTo>
                        <a:pt x="109" y="84"/>
                      </a:lnTo>
                      <a:lnTo>
                        <a:pt x="109" y="30"/>
                      </a:lnTo>
                      <a:lnTo>
                        <a:pt x="64" y="30"/>
                      </a:lnTo>
                      <a:lnTo>
                        <a:pt x="64" y="123"/>
                      </a:lnTo>
                      <a:lnTo>
                        <a:pt x="0" y="180"/>
                      </a:lnTo>
                    </a:path>
                  </a:pathLst>
                </a:cu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</p:grpSp>
        </p:grpSp>
        <p:grpSp>
          <p:nvGrpSpPr>
            <p:cNvPr id="351" name="Group 350">
              <a:extLst>
                <a:ext uri="{FF2B5EF4-FFF2-40B4-BE49-F238E27FC236}">
                  <a16:creationId xmlns:a16="http://schemas.microsoft.com/office/drawing/2014/main" id="{6394665A-B5D8-4CF8-8668-464D39689592}"/>
                </a:ext>
              </a:extLst>
            </p:cNvPr>
            <p:cNvGrpSpPr/>
            <p:nvPr/>
          </p:nvGrpSpPr>
          <p:grpSpPr>
            <a:xfrm>
              <a:off x="8033021" y="5428106"/>
              <a:ext cx="1098492" cy="310571"/>
              <a:chOff x="8008908" y="5534151"/>
              <a:chExt cx="1098492" cy="310571"/>
            </a:xfrm>
          </p:grpSpPr>
          <p:grpSp>
            <p:nvGrpSpPr>
              <p:cNvPr id="352" name="Group 351">
                <a:extLst>
                  <a:ext uri="{FF2B5EF4-FFF2-40B4-BE49-F238E27FC236}">
                    <a16:creationId xmlns:a16="http://schemas.microsoft.com/office/drawing/2014/main" id="{B22FC74C-F7CC-4241-92F3-2163AE010E1F}"/>
                  </a:ext>
                </a:extLst>
              </p:cNvPr>
              <p:cNvGrpSpPr/>
              <p:nvPr/>
            </p:nvGrpSpPr>
            <p:grpSpPr>
              <a:xfrm>
                <a:off x="8008908" y="5534151"/>
                <a:ext cx="419847" cy="310571"/>
                <a:chOff x="8609927" y="1562831"/>
                <a:chExt cx="419847" cy="310571"/>
              </a:xfrm>
            </p:grpSpPr>
            <p:sp>
              <p:nvSpPr>
                <p:cNvPr id="364" name="Freeform: Shape 363">
                  <a:extLst>
                    <a:ext uri="{FF2B5EF4-FFF2-40B4-BE49-F238E27FC236}">
                      <a16:creationId xmlns:a16="http://schemas.microsoft.com/office/drawing/2014/main" id="{8A9A2DC5-A8C8-438F-976D-155FE754BD43}"/>
                    </a:ext>
                  </a:extLst>
                </p:cNvPr>
                <p:cNvSpPr/>
                <p:nvPr/>
              </p:nvSpPr>
              <p:spPr>
                <a:xfrm>
                  <a:off x="8609927" y="1585836"/>
                  <a:ext cx="149535" cy="149534"/>
                </a:xfrm>
                <a:custGeom>
                  <a:avLst/>
                  <a:gdLst>
                    <a:gd name="connsiteX0" fmla="*/ 247650 w 495300"/>
                    <a:gd name="connsiteY0" fmla="*/ 495300 h 495300"/>
                    <a:gd name="connsiteX1" fmla="*/ 0 w 495300"/>
                    <a:gd name="connsiteY1" fmla="*/ 247650 h 495300"/>
                    <a:gd name="connsiteX2" fmla="*/ 247650 w 495300"/>
                    <a:gd name="connsiteY2" fmla="*/ 0 h 495300"/>
                    <a:gd name="connsiteX3" fmla="*/ 495300 w 495300"/>
                    <a:gd name="connsiteY3" fmla="*/ 247650 h 495300"/>
                    <a:gd name="connsiteX4" fmla="*/ 247650 w 495300"/>
                    <a:gd name="connsiteY4" fmla="*/ 495300 h 495300"/>
                    <a:gd name="connsiteX5" fmla="*/ 247650 w 495300"/>
                    <a:gd name="connsiteY5" fmla="*/ 38100 h 495300"/>
                    <a:gd name="connsiteX6" fmla="*/ 38100 w 495300"/>
                    <a:gd name="connsiteY6" fmla="*/ 247650 h 495300"/>
                    <a:gd name="connsiteX7" fmla="*/ 247650 w 495300"/>
                    <a:gd name="connsiteY7" fmla="*/ 457200 h 495300"/>
                    <a:gd name="connsiteX8" fmla="*/ 457200 w 495300"/>
                    <a:gd name="connsiteY8" fmla="*/ 247650 h 495300"/>
                    <a:gd name="connsiteX9" fmla="*/ 247650 w 495300"/>
                    <a:gd name="connsiteY9" fmla="*/ 38100 h 495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5300" h="495300">
                      <a:moveTo>
                        <a:pt x="247650" y="495300"/>
                      </a:moveTo>
                      <a:cubicBezTo>
                        <a:pt x="111062" y="495300"/>
                        <a:pt x="0" y="384239"/>
                        <a:pt x="0" y="247650"/>
                      </a:cubicBezTo>
                      <a:cubicBezTo>
                        <a:pt x="0" y="111062"/>
                        <a:pt x="111062" y="0"/>
                        <a:pt x="247650" y="0"/>
                      </a:cubicBezTo>
                      <a:cubicBezTo>
                        <a:pt x="384239" y="0"/>
                        <a:pt x="495300" y="111062"/>
                        <a:pt x="495300" y="247650"/>
                      </a:cubicBezTo>
                      <a:cubicBezTo>
                        <a:pt x="495300" y="384239"/>
                        <a:pt x="384239" y="495300"/>
                        <a:pt x="247650" y="495300"/>
                      </a:cubicBezTo>
                      <a:close/>
                      <a:moveTo>
                        <a:pt x="247650" y="38100"/>
                      </a:moveTo>
                      <a:cubicBezTo>
                        <a:pt x="132112" y="38100"/>
                        <a:pt x="38100" y="132112"/>
                        <a:pt x="38100" y="247650"/>
                      </a:cubicBezTo>
                      <a:cubicBezTo>
                        <a:pt x="38100" y="363188"/>
                        <a:pt x="132112" y="457200"/>
                        <a:pt x="247650" y="457200"/>
                      </a:cubicBezTo>
                      <a:cubicBezTo>
                        <a:pt x="363188" y="457200"/>
                        <a:pt x="457200" y="363188"/>
                        <a:pt x="457200" y="247650"/>
                      </a:cubicBezTo>
                      <a:cubicBezTo>
                        <a:pt x="457200" y="132112"/>
                        <a:pt x="363188" y="38100"/>
                        <a:pt x="247650" y="381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365" name="Freeform: Shape 364">
                  <a:extLst>
                    <a:ext uri="{FF2B5EF4-FFF2-40B4-BE49-F238E27FC236}">
                      <a16:creationId xmlns:a16="http://schemas.microsoft.com/office/drawing/2014/main" id="{2F9DC050-1BB7-419A-A7E0-30C867D71B40}"/>
                    </a:ext>
                  </a:extLst>
                </p:cNvPr>
                <p:cNvSpPr/>
                <p:nvPr/>
              </p:nvSpPr>
              <p:spPr>
                <a:xfrm>
                  <a:off x="8678943" y="1700863"/>
                  <a:ext cx="11503" cy="172539"/>
                </a:xfrm>
                <a:custGeom>
                  <a:avLst/>
                  <a:gdLst>
                    <a:gd name="connsiteX0" fmla="*/ 19050 w 38100"/>
                    <a:gd name="connsiteY0" fmla="*/ 571500 h 571500"/>
                    <a:gd name="connsiteX1" fmla="*/ 0 w 38100"/>
                    <a:gd name="connsiteY1" fmla="*/ 552450 h 571500"/>
                    <a:gd name="connsiteX2" fmla="*/ 0 w 38100"/>
                    <a:gd name="connsiteY2" fmla="*/ 19050 h 571500"/>
                    <a:gd name="connsiteX3" fmla="*/ 19050 w 38100"/>
                    <a:gd name="connsiteY3" fmla="*/ 0 h 571500"/>
                    <a:gd name="connsiteX4" fmla="*/ 38100 w 38100"/>
                    <a:gd name="connsiteY4" fmla="*/ 19050 h 571500"/>
                    <a:gd name="connsiteX5" fmla="*/ 38100 w 38100"/>
                    <a:gd name="connsiteY5" fmla="*/ 552450 h 571500"/>
                    <a:gd name="connsiteX6" fmla="*/ 19050 w 38100"/>
                    <a:gd name="connsiteY6" fmla="*/ 571500 h 571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100" h="571500">
                      <a:moveTo>
                        <a:pt x="19050" y="571500"/>
                      </a:moveTo>
                      <a:cubicBezTo>
                        <a:pt x="8477" y="571500"/>
                        <a:pt x="0" y="563023"/>
                        <a:pt x="0" y="552450"/>
                      </a:cubicBezTo>
                      <a:lnTo>
                        <a:pt x="0" y="19050"/>
                      </a:lnTo>
                      <a:cubicBezTo>
                        <a:pt x="0" y="8477"/>
                        <a:pt x="8477" y="0"/>
                        <a:pt x="19050" y="0"/>
                      </a:cubicBezTo>
                      <a:cubicBezTo>
                        <a:pt x="29623" y="0"/>
                        <a:pt x="38100" y="8477"/>
                        <a:pt x="38100" y="19050"/>
                      </a:cubicBezTo>
                      <a:lnTo>
                        <a:pt x="38100" y="552450"/>
                      </a:lnTo>
                      <a:cubicBezTo>
                        <a:pt x="38100" y="563023"/>
                        <a:pt x="29623" y="571500"/>
                        <a:pt x="19050" y="5715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366" name="Freeform: Shape 365">
                  <a:extLst>
                    <a:ext uri="{FF2B5EF4-FFF2-40B4-BE49-F238E27FC236}">
                      <a16:creationId xmlns:a16="http://schemas.microsoft.com/office/drawing/2014/main" id="{5F4B3BD9-C63B-453A-9BC1-87084B49A137}"/>
                    </a:ext>
                  </a:extLst>
                </p:cNvPr>
                <p:cNvSpPr/>
                <p:nvPr/>
              </p:nvSpPr>
              <p:spPr>
                <a:xfrm>
                  <a:off x="8655952" y="1677843"/>
                  <a:ext cx="57513" cy="34522"/>
                </a:xfrm>
                <a:custGeom>
                  <a:avLst/>
                  <a:gdLst>
                    <a:gd name="connsiteX0" fmla="*/ 95202 w 190499"/>
                    <a:gd name="connsiteY0" fmla="*/ 114348 h 114347"/>
                    <a:gd name="connsiteX1" fmla="*/ 81772 w 190499"/>
                    <a:gd name="connsiteY1" fmla="*/ 108728 h 114347"/>
                    <a:gd name="connsiteX2" fmla="*/ 5572 w 190499"/>
                    <a:gd name="connsiteY2" fmla="*/ 32528 h 114347"/>
                    <a:gd name="connsiteX3" fmla="*/ 5572 w 190499"/>
                    <a:gd name="connsiteY3" fmla="*/ 5572 h 114347"/>
                    <a:gd name="connsiteX4" fmla="*/ 32528 w 190499"/>
                    <a:gd name="connsiteY4" fmla="*/ 5572 h 114347"/>
                    <a:gd name="connsiteX5" fmla="*/ 95202 w 190499"/>
                    <a:gd name="connsiteY5" fmla="*/ 68342 h 114347"/>
                    <a:gd name="connsiteX6" fmla="*/ 157972 w 190499"/>
                    <a:gd name="connsiteY6" fmla="*/ 5572 h 114347"/>
                    <a:gd name="connsiteX7" fmla="*/ 184928 w 190499"/>
                    <a:gd name="connsiteY7" fmla="*/ 5572 h 114347"/>
                    <a:gd name="connsiteX8" fmla="*/ 184928 w 190499"/>
                    <a:gd name="connsiteY8" fmla="*/ 32528 h 114347"/>
                    <a:gd name="connsiteX9" fmla="*/ 108728 w 190499"/>
                    <a:gd name="connsiteY9" fmla="*/ 108728 h 114347"/>
                    <a:gd name="connsiteX10" fmla="*/ 95202 w 190499"/>
                    <a:gd name="connsiteY10" fmla="*/ 114348 h 1143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90499" h="114347">
                      <a:moveTo>
                        <a:pt x="95202" y="114348"/>
                      </a:moveTo>
                      <a:cubicBezTo>
                        <a:pt x="90345" y="114348"/>
                        <a:pt x="85487" y="112443"/>
                        <a:pt x="81772" y="108728"/>
                      </a:cubicBezTo>
                      <a:lnTo>
                        <a:pt x="5572" y="32528"/>
                      </a:lnTo>
                      <a:cubicBezTo>
                        <a:pt x="-1857" y="25098"/>
                        <a:pt x="-1857" y="13002"/>
                        <a:pt x="5572" y="5572"/>
                      </a:cubicBezTo>
                      <a:cubicBezTo>
                        <a:pt x="13002" y="-1857"/>
                        <a:pt x="25098" y="-1857"/>
                        <a:pt x="32528" y="5572"/>
                      </a:cubicBezTo>
                      <a:lnTo>
                        <a:pt x="95202" y="68342"/>
                      </a:lnTo>
                      <a:lnTo>
                        <a:pt x="157972" y="5572"/>
                      </a:lnTo>
                      <a:cubicBezTo>
                        <a:pt x="165402" y="-1857"/>
                        <a:pt x="177498" y="-1857"/>
                        <a:pt x="184928" y="5572"/>
                      </a:cubicBezTo>
                      <a:cubicBezTo>
                        <a:pt x="192357" y="13002"/>
                        <a:pt x="192357" y="25098"/>
                        <a:pt x="184928" y="32528"/>
                      </a:cubicBezTo>
                      <a:lnTo>
                        <a:pt x="108728" y="108728"/>
                      </a:lnTo>
                      <a:cubicBezTo>
                        <a:pt x="104918" y="112443"/>
                        <a:pt x="100060" y="114348"/>
                        <a:pt x="95202" y="11434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367" name="Freeform: Shape 366">
                  <a:extLst>
                    <a:ext uri="{FF2B5EF4-FFF2-40B4-BE49-F238E27FC236}">
                      <a16:creationId xmlns:a16="http://schemas.microsoft.com/office/drawing/2014/main" id="{962A7854-E134-4A6E-ACA4-CD5BD43B265A}"/>
                    </a:ext>
                  </a:extLst>
                </p:cNvPr>
                <p:cNvSpPr/>
                <p:nvPr/>
              </p:nvSpPr>
              <p:spPr>
                <a:xfrm>
                  <a:off x="8661689" y="1861899"/>
                  <a:ext cx="368085" cy="11503"/>
                </a:xfrm>
                <a:custGeom>
                  <a:avLst/>
                  <a:gdLst>
                    <a:gd name="connsiteX0" fmla="*/ 0 w 1219200"/>
                    <a:gd name="connsiteY0" fmla="*/ 0 h 38100"/>
                    <a:gd name="connsiteX1" fmla="*/ 1219200 w 1219200"/>
                    <a:gd name="connsiteY1" fmla="*/ 0 h 38100"/>
                    <a:gd name="connsiteX2" fmla="*/ 1219200 w 1219200"/>
                    <a:gd name="connsiteY2" fmla="*/ 38100 h 38100"/>
                    <a:gd name="connsiteX3" fmla="*/ 0 w 1219200"/>
                    <a:gd name="connsiteY3" fmla="*/ 38100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19200" h="38100">
                      <a:moveTo>
                        <a:pt x="0" y="0"/>
                      </a:moveTo>
                      <a:lnTo>
                        <a:pt x="1219200" y="0"/>
                      </a:lnTo>
                      <a:lnTo>
                        <a:pt x="1219200" y="38100"/>
                      </a:lnTo>
                      <a:lnTo>
                        <a:pt x="0" y="3810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368" name="Freeform: Shape 367">
                  <a:extLst>
                    <a:ext uri="{FF2B5EF4-FFF2-40B4-BE49-F238E27FC236}">
                      <a16:creationId xmlns:a16="http://schemas.microsoft.com/office/drawing/2014/main" id="{203F9E30-382E-4F68-80FA-032065D89F58}"/>
                    </a:ext>
                  </a:extLst>
                </p:cNvPr>
                <p:cNvSpPr/>
                <p:nvPr/>
              </p:nvSpPr>
              <p:spPr>
                <a:xfrm>
                  <a:off x="8817003" y="1562831"/>
                  <a:ext cx="57485" cy="34508"/>
                </a:xfrm>
                <a:custGeom>
                  <a:avLst/>
                  <a:gdLst>
                    <a:gd name="connsiteX0" fmla="*/ 95156 w 190405"/>
                    <a:gd name="connsiteY0" fmla="*/ 114300 h 114300"/>
                    <a:gd name="connsiteX1" fmla="*/ 76106 w 190405"/>
                    <a:gd name="connsiteY1" fmla="*/ 95536 h 114300"/>
                    <a:gd name="connsiteX2" fmla="*/ 76106 w 190405"/>
                    <a:gd name="connsiteY2" fmla="*/ 95536 h 114300"/>
                    <a:gd name="connsiteX3" fmla="*/ 76106 w 190405"/>
                    <a:gd name="connsiteY3" fmla="*/ 95536 h 114300"/>
                    <a:gd name="connsiteX4" fmla="*/ 76106 w 190405"/>
                    <a:gd name="connsiteY4" fmla="*/ 95536 h 114300"/>
                    <a:gd name="connsiteX5" fmla="*/ 76106 w 190405"/>
                    <a:gd name="connsiteY5" fmla="*/ 95441 h 114300"/>
                    <a:gd name="connsiteX6" fmla="*/ 76106 w 190405"/>
                    <a:gd name="connsiteY6" fmla="*/ 95345 h 114300"/>
                    <a:gd name="connsiteX7" fmla="*/ 76106 w 190405"/>
                    <a:gd name="connsiteY7" fmla="*/ 95345 h 114300"/>
                    <a:gd name="connsiteX8" fmla="*/ 76106 w 190405"/>
                    <a:gd name="connsiteY8" fmla="*/ 95250 h 114300"/>
                    <a:gd name="connsiteX9" fmla="*/ 18860 w 190405"/>
                    <a:gd name="connsiteY9" fmla="*/ 38100 h 114300"/>
                    <a:gd name="connsiteX10" fmla="*/ 1 w 190405"/>
                    <a:gd name="connsiteY10" fmla="*/ 18955 h 114300"/>
                    <a:gd name="connsiteX11" fmla="*/ 18956 w 190405"/>
                    <a:gd name="connsiteY11" fmla="*/ 0 h 114300"/>
                    <a:gd name="connsiteX12" fmla="*/ 95441 w 190405"/>
                    <a:gd name="connsiteY12" fmla="*/ 35243 h 114300"/>
                    <a:gd name="connsiteX13" fmla="*/ 171356 w 190405"/>
                    <a:gd name="connsiteY13" fmla="*/ 0 h 114300"/>
                    <a:gd name="connsiteX14" fmla="*/ 190406 w 190405"/>
                    <a:gd name="connsiteY14" fmla="*/ 19050 h 114300"/>
                    <a:gd name="connsiteX15" fmla="*/ 171356 w 190405"/>
                    <a:gd name="connsiteY15" fmla="*/ 38100 h 114300"/>
                    <a:gd name="connsiteX16" fmla="*/ 114206 w 190405"/>
                    <a:gd name="connsiteY16" fmla="*/ 95345 h 114300"/>
                    <a:gd name="connsiteX17" fmla="*/ 95156 w 190405"/>
                    <a:gd name="connsiteY17" fmla="*/ 114300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0405" h="114300">
                      <a:moveTo>
                        <a:pt x="95156" y="114300"/>
                      </a:moveTo>
                      <a:cubicBezTo>
                        <a:pt x="84678" y="114300"/>
                        <a:pt x="76296" y="105918"/>
                        <a:pt x="76106" y="95536"/>
                      </a:cubicBezTo>
                      <a:cubicBezTo>
                        <a:pt x="76106" y="95536"/>
                        <a:pt x="76106" y="95536"/>
                        <a:pt x="76106" y="95536"/>
                      </a:cubicBezTo>
                      <a:lnTo>
                        <a:pt x="76106" y="95536"/>
                      </a:lnTo>
                      <a:lnTo>
                        <a:pt x="76106" y="95536"/>
                      </a:lnTo>
                      <a:cubicBezTo>
                        <a:pt x="76106" y="95536"/>
                        <a:pt x="76106" y="95441"/>
                        <a:pt x="76106" y="95441"/>
                      </a:cubicBezTo>
                      <a:cubicBezTo>
                        <a:pt x="76106" y="95441"/>
                        <a:pt x="76106" y="95441"/>
                        <a:pt x="76106" y="95345"/>
                      </a:cubicBezTo>
                      <a:lnTo>
                        <a:pt x="76106" y="95345"/>
                      </a:lnTo>
                      <a:cubicBezTo>
                        <a:pt x="76106" y="95345"/>
                        <a:pt x="76106" y="95345"/>
                        <a:pt x="76106" y="95250"/>
                      </a:cubicBezTo>
                      <a:cubicBezTo>
                        <a:pt x="76106" y="41434"/>
                        <a:pt x="28385" y="38195"/>
                        <a:pt x="18860" y="38100"/>
                      </a:cubicBezTo>
                      <a:cubicBezTo>
                        <a:pt x="8383" y="38005"/>
                        <a:pt x="-94" y="29432"/>
                        <a:pt x="1" y="18955"/>
                      </a:cubicBezTo>
                      <a:cubicBezTo>
                        <a:pt x="1" y="8477"/>
                        <a:pt x="8478" y="0"/>
                        <a:pt x="18956" y="0"/>
                      </a:cubicBezTo>
                      <a:cubicBezTo>
                        <a:pt x="40482" y="0"/>
                        <a:pt x="74391" y="8477"/>
                        <a:pt x="95441" y="35243"/>
                      </a:cubicBezTo>
                      <a:cubicBezTo>
                        <a:pt x="109824" y="15621"/>
                        <a:pt x="133637" y="0"/>
                        <a:pt x="171356" y="0"/>
                      </a:cubicBezTo>
                      <a:cubicBezTo>
                        <a:pt x="181928" y="0"/>
                        <a:pt x="190406" y="8573"/>
                        <a:pt x="190406" y="19050"/>
                      </a:cubicBezTo>
                      <a:cubicBezTo>
                        <a:pt x="190406" y="29528"/>
                        <a:pt x="181928" y="38100"/>
                        <a:pt x="171356" y="38100"/>
                      </a:cubicBezTo>
                      <a:cubicBezTo>
                        <a:pt x="117635" y="38100"/>
                        <a:pt x="114301" y="85725"/>
                        <a:pt x="114206" y="95345"/>
                      </a:cubicBezTo>
                      <a:cubicBezTo>
                        <a:pt x="114110" y="105823"/>
                        <a:pt x="105633" y="114300"/>
                        <a:pt x="95156" y="1143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369" name="Freeform: Shape 368">
                  <a:extLst>
                    <a:ext uri="{FF2B5EF4-FFF2-40B4-BE49-F238E27FC236}">
                      <a16:creationId xmlns:a16="http://schemas.microsoft.com/office/drawing/2014/main" id="{D4B19588-0A27-4BA9-B0CF-356677DA252D}"/>
                    </a:ext>
                  </a:extLst>
                </p:cNvPr>
                <p:cNvSpPr/>
                <p:nvPr/>
              </p:nvSpPr>
              <p:spPr>
                <a:xfrm>
                  <a:off x="8863014" y="1585836"/>
                  <a:ext cx="57485" cy="34508"/>
                </a:xfrm>
                <a:custGeom>
                  <a:avLst/>
                  <a:gdLst>
                    <a:gd name="connsiteX0" fmla="*/ 95156 w 190405"/>
                    <a:gd name="connsiteY0" fmla="*/ 114300 h 114300"/>
                    <a:gd name="connsiteX1" fmla="*/ 76106 w 190405"/>
                    <a:gd name="connsiteY1" fmla="*/ 95536 h 114300"/>
                    <a:gd name="connsiteX2" fmla="*/ 76106 w 190405"/>
                    <a:gd name="connsiteY2" fmla="*/ 95536 h 114300"/>
                    <a:gd name="connsiteX3" fmla="*/ 76106 w 190405"/>
                    <a:gd name="connsiteY3" fmla="*/ 95536 h 114300"/>
                    <a:gd name="connsiteX4" fmla="*/ 76106 w 190405"/>
                    <a:gd name="connsiteY4" fmla="*/ 95536 h 114300"/>
                    <a:gd name="connsiteX5" fmla="*/ 76106 w 190405"/>
                    <a:gd name="connsiteY5" fmla="*/ 95441 h 114300"/>
                    <a:gd name="connsiteX6" fmla="*/ 76106 w 190405"/>
                    <a:gd name="connsiteY6" fmla="*/ 95345 h 114300"/>
                    <a:gd name="connsiteX7" fmla="*/ 76106 w 190405"/>
                    <a:gd name="connsiteY7" fmla="*/ 95345 h 114300"/>
                    <a:gd name="connsiteX8" fmla="*/ 76106 w 190405"/>
                    <a:gd name="connsiteY8" fmla="*/ 95250 h 114300"/>
                    <a:gd name="connsiteX9" fmla="*/ 18860 w 190405"/>
                    <a:gd name="connsiteY9" fmla="*/ 38100 h 114300"/>
                    <a:gd name="connsiteX10" fmla="*/ 1 w 190405"/>
                    <a:gd name="connsiteY10" fmla="*/ 18955 h 114300"/>
                    <a:gd name="connsiteX11" fmla="*/ 18956 w 190405"/>
                    <a:gd name="connsiteY11" fmla="*/ 0 h 114300"/>
                    <a:gd name="connsiteX12" fmla="*/ 95441 w 190405"/>
                    <a:gd name="connsiteY12" fmla="*/ 35243 h 114300"/>
                    <a:gd name="connsiteX13" fmla="*/ 171356 w 190405"/>
                    <a:gd name="connsiteY13" fmla="*/ 0 h 114300"/>
                    <a:gd name="connsiteX14" fmla="*/ 190406 w 190405"/>
                    <a:gd name="connsiteY14" fmla="*/ 19050 h 114300"/>
                    <a:gd name="connsiteX15" fmla="*/ 171356 w 190405"/>
                    <a:gd name="connsiteY15" fmla="*/ 38100 h 114300"/>
                    <a:gd name="connsiteX16" fmla="*/ 114206 w 190405"/>
                    <a:gd name="connsiteY16" fmla="*/ 95345 h 114300"/>
                    <a:gd name="connsiteX17" fmla="*/ 95156 w 190405"/>
                    <a:gd name="connsiteY17" fmla="*/ 114300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0405" h="114300">
                      <a:moveTo>
                        <a:pt x="95156" y="114300"/>
                      </a:moveTo>
                      <a:cubicBezTo>
                        <a:pt x="84678" y="114300"/>
                        <a:pt x="76296" y="105918"/>
                        <a:pt x="76106" y="95536"/>
                      </a:cubicBezTo>
                      <a:cubicBezTo>
                        <a:pt x="76106" y="95536"/>
                        <a:pt x="76106" y="95536"/>
                        <a:pt x="76106" y="95536"/>
                      </a:cubicBezTo>
                      <a:lnTo>
                        <a:pt x="76106" y="95536"/>
                      </a:lnTo>
                      <a:lnTo>
                        <a:pt x="76106" y="95536"/>
                      </a:lnTo>
                      <a:cubicBezTo>
                        <a:pt x="76106" y="95536"/>
                        <a:pt x="76106" y="95441"/>
                        <a:pt x="76106" y="95441"/>
                      </a:cubicBezTo>
                      <a:cubicBezTo>
                        <a:pt x="76106" y="95441"/>
                        <a:pt x="76106" y="95441"/>
                        <a:pt x="76106" y="95345"/>
                      </a:cubicBezTo>
                      <a:lnTo>
                        <a:pt x="76106" y="95345"/>
                      </a:lnTo>
                      <a:cubicBezTo>
                        <a:pt x="76106" y="95345"/>
                        <a:pt x="76106" y="95345"/>
                        <a:pt x="76106" y="95250"/>
                      </a:cubicBezTo>
                      <a:cubicBezTo>
                        <a:pt x="76106" y="41434"/>
                        <a:pt x="28385" y="38195"/>
                        <a:pt x="18860" y="38100"/>
                      </a:cubicBezTo>
                      <a:cubicBezTo>
                        <a:pt x="8383" y="38005"/>
                        <a:pt x="-94" y="29432"/>
                        <a:pt x="1" y="18955"/>
                      </a:cubicBezTo>
                      <a:cubicBezTo>
                        <a:pt x="1" y="8477"/>
                        <a:pt x="8478" y="0"/>
                        <a:pt x="18956" y="0"/>
                      </a:cubicBezTo>
                      <a:cubicBezTo>
                        <a:pt x="40482" y="0"/>
                        <a:pt x="74391" y="8477"/>
                        <a:pt x="95441" y="35243"/>
                      </a:cubicBezTo>
                      <a:cubicBezTo>
                        <a:pt x="109824" y="15621"/>
                        <a:pt x="133637" y="0"/>
                        <a:pt x="171356" y="0"/>
                      </a:cubicBezTo>
                      <a:cubicBezTo>
                        <a:pt x="181928" y="0"/>
                        <a:pt x="190406" y="8572"/>
                        <a:pt x="190406" y="19050"/>
                      </a:cubicBezTo>
                      <a:cubicBezTo>
                        <a:pt x="190406" y="29528"/>
                        <a:pt x="181928" y="38100"/>
                        <a:pt x="171356" y="38100"/>
                      </a:cubicBezTo>
                      <a:cubicBezTo>
                        <a:pt x="117635" y="38100"/>
                        <a:pt x="114301" y="85725"/>
                        <a:pt x="114206" y="95345"/>
                      </a:cubicBezTo>
                      <a:cubicBezTo>
                        <a:pt x="114110" y="105823"/>
                        <a:pt x="105633" y="114300"/>
                        <a:pt x="95156" y="1143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370" name="Freeform: Shape 369">
                  <a:extLst>
                    <a:ext uri="{FF2B5EF4-FFF2-40B4-BE49-F238E27FC236}">
                      <a16:creationId xmlns:a16="http://schemas.microsoft.com/office/drawing/2014/main" id="{66820654-6FBF-4E78-AB09-8834F94B1347}"/>
                    </a:ext>
                  </a:extLst>
                </p:cNvPr>
                <p:cNvSpPr/>
                <p:nvPr/>
              </p:nvSpPr>
              <p:spPr>
                <a:xfrm>
                  <a:off x="8793998" y="1608842"/>
                  <a:ext cx="57485" cy="34508"/>
                </a:xfrm>
                <a:custGeom>
                  <a:avLst/>
                  <a:gdLst>
                    <a:gd name="connsiteX0" fmla="*/ 95156 w 190405"/>
                    <a:gd name="connsiteY0" fmla="*/ 114300 h 114300"/>
                    <a:gd name="connsiteX1" fmla="*/ 76106 w 190405"/>
                    <a:gd name="connsiteY1" fmla="*/ 95536 h 114300"/>
                    <a:gd name="connsiteX2" fmla="*/ 76106 w 190405"/>
                    <a:gd name="connsiteY2" fmla="*/ 95536 h 114300"/>
                    <a:gd name="connsiteX3" fmla="*/ 76106 w 190405"/>
                    <a:gd name="connsiteY3" fmla="*/ 95536 h 114300"/>
                    <a:gd name="connsiteX4" fmla="*/ 76106 w 190405"/>
                    <a:gd name="connsiteY4" fmla="*/ 95536 h 114300"/>
                    <a:gd name="connsiteX5" fmla="*/ 76106 w 190405"/>
                    <a:gd name="connsiteY5" fmla="*/ 95441 h 114300"/>
                    <a:gd name="connsiteX6" fmla="*/ 76106 w 190405"/>
                    <a:gd name="connsiteY6" fmla="*/ 95345 h 114300"/>
                    <a:gd name="connsiteX7" fmla="*/ 76106 w 190405"/>
                    <a:gd name="connsiteY7" fmla="*/ 95345 h 114300"/>
                    <a:gd name="connsiteX8" fmla="*/ 76106 w 190405"/>
                    <a:gd name="connsiteY8" fmla="*/ 95250 h 114300"/>
                    <a:gd name="connsiteX9" fmla="*/ 18860 w 190405"/>
                    <a:gd name="connsiteY9" fmla="*/ 38100 h 114300"/>
                    <a:gd name="connsiteX10" fmla="*/ 1 w 190405"/>
                    <a:gd name="connsiteY10" fmla="*/ 18955 h 114300"/>
                    <a:gd name="connsiteX11" fmla="*/ 18956 w 190405"/>
                    <a:gd name="connsiteY11" fmla="*/ 0 h 114300"/>
                    <a:gd name="connsiteX12" fmla="*/ 95441 w 190405"/>
                    <a:gd name="connsiteY12" fmla="*/ 35243 h 114300"/>
                    <a:gd name="connsiteX13" fmla="*/ 171356 w 190405"/>
                    <a:gd name="connsiteY13" fmla="*/ 0 h 114300"/>
                    <a:gd name="connsiteX14" fmla="*/ 190406 w 190405"/>
                    <a:gd name="connsiteY14" fmla="*/ 19050 h 114300"/>
                    <a:gd name="connsiteX15" fmla="*/ 171356 w 190405"/>
                    <a:gd name="connsiteY15" fmla="*/ 38100 h 114300"/>
                    <a:gd name="connsiteX16" fmla="*/ 114206 w 190405"/>
                    <a:gd name="connsiteY16" fmla="*/ 95345 h 114300"/>
                    <a:gd name="connsiteX17" fmla="*/ 95156 w 190405"/>
                    <a:gd name="connsiteY17" fmla="*/ 114300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0405" h="114300">
                      <a:moveTo>
                        <a:pt x="95156" y="114300"/>
                      </a:moveTo>
                      <a:cubicBezTo>
                        <a:pt x="84678" y="114300"/>
                        <a:pt x="76296" y="105918"/>
                        <a:pt x="76106" y="95536"/>
                      </a:cubicBezTo>
                      <a:cubicBezTo>
                        <a:pt x="76106" y="95536"/>
                        <a:pt x="76106" y="95536"/>
                        <a:pt x="76106" y="95536"/>
                      </a:cubicBezTo>
                      <a:lnTo>
                        <a:pt x="76106" y="95536"/>
                      </a:lnTo>
                      <a:lnTo>
                        <a:pt x="76106" y="95536"/>
                      </a:lnTo>
                      <a:cubicBezTo>
                        <a:pt x="76106" y="95536"/>
                        <a:pt x="76106" y="95441"/>
                        <a:pt x="76106" y="95441"/>
                      </a:cubicBezTo>
                      <a:cubicBezTo>
                        <a:pt x="76106" y="95441"/>
                        <a:pt x="76106" y="95441"/>
                        <a:pt x="76106" y="95345"/>
                      </a:cubicBezTo>
                      <a:lnTo>
                        <a:pt x="76106" y="95345"/>
                      </a:lnTo>
                      <a:cubicBezTo>
                        <a:pt x="76106" y="95345"/>
                        <a:pt x="76106" y="95345"/>
                        <a:pt x="76106" y="95250"/>
                      </a:cubicBezTo>
                      <a:cubicBezTo>
                        <a:pt x="76106" y="41434"/>
                        <a:pt x="28385" y="38195"/>
                        <a:pt x="18860" y="38100"/>
                      </a:cubicBezTo>
                      <a:cubicBezTo>
                        <a:pt x="8383" y="38005"/>
                        <a:pt x="-94" y="29432"/>
                        <a:pt x="1" y="18955"/>
                      </a:cubicBezTo>
                      <a:cubicBezTo>
                        <a:pt x="1" y="8477"/>
                        <a:pt x="8478" y="0"/>
                        <a:pt x="18956" y="0"/>
                      </a:cubicBezTo>
                      <a:cubicBezTo>
                        <a:pt x="40482" y="0"/>
                        <a:pt x="74391" y="8477"/>
                        <a:pt x="95441" y="35243"/>
                      </a:cubicBezTo>
                      <a:cubicBezTo>
                        <a:pt x="109824" y="15621"/>
                        <a:pt x="133637" y="0"/>
                        <a:pt x="171356" y="0"/>
                      </a:cubicBezTo>
                      <a:cubicBezTo>
                        <a:pt x="181928" y="0"/>
                        <a:pt x="190406" y="8572"/>
                        <a:pt x="190406" y="19050"/>
                      </a:cubicBezTo>
                      <a:cubicBezTo>
                        <a:pt x="190406" y="29528"/>
                        <a:pt x="181928" y="38100"/>
                        <a:pt x="171356" y="38100"/>
                      </a:cubicBezTo>
                      <a:cubicBezTo>
                        <a:pt x="117635" y="38100"/>
                        <a:pt x="114301" y="85725"/>
                        <a:pt x="114206" y="95345"/>
                      </a:cubicBezTo>
                      <a:cubicBezTo>
                        <a:pt x="114110" y="105823"/>
                        <a:pt x="105633" y="114300"/>
                        <a:pt x="95156" y="1143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grpSp>
              <p:nvGrpSpPr>
                <p:cNvPr id="371" name="Graphic 112">
                  <a:extLst>
                    <a:ext uri="{FF2B5EF4-FFF2-40B4-BE49-F238E27FC236}">
                      <a16:creationId xmlns:a16="http://schemas.microsoft.com/office/drawing/2014/main" id="{CBD84189-F3AD-4A5D-ADCF-41C3B793B6AB}"/>
                    </a:ext>
                  </a:extLst>
                </p:cNvPr>
                <p:cNvGrpSpPr/>
                <p:nvPr/>
              </p:nvGrpSpPr>
              <p:grpSpPr>
                <a:xfrm>
                  <a:off x="8721129" y="1723948"/>
                  <a:ext cx="249205" cy="146665"/>
                  <a:chOff x="5769006" y="3448315"/>
                  <a:chExt cx="825436" cy="485795"/>
                </a:xfrm>
                <a:solidFill>
                  <a:schemeClr val="accent3"/>
                </a:solidFill>
              </p:grpSpPr>
              <p:sp>
                <p:nvSpPr>
                  <p:cNvPr id="372" name="Freeform: Shape 371">
                    <a:extLst>
                      <a:ext uri="{FF2B5EF4-FFF2-40B4-BE49-F238E27FC236}">
                        <a16:creationId xmlns:a16="http://schemas.microsoft.com/office/drawing/2014/main" id="{6997DBED-4CC8-4F41-962E-23B758B7DEAF}"/>
                      </a:ext>
                    </a:extLst>
                  </p:cNvPr>
                  <p:cNvSpPr/>
                  <p:nvPr/>
                </p:nvSpPr>
                <p:spPr>
                  <a:xfrm>
                    <a:off x="5932836" y="3448335"/>
                    <a:ext cx="133540" cy="38100"/>
                  </a:xfrm>
                  <a:custGeom>
                    <a:avLst/>
                    <a:gdLst>
                      <a:gd name="connsiteX0" fmla="*/ 114491 w 133540"/>
                      <a:gd name="connsiteY0" fmla="*/ 38100 h 38100"/>
                      <a:gd name="connsiteX1" fmla="*/ 19050 w 133540"/>
                      <a:gd name="connsiteY1" fmla="*/ 38100 h 38100"/>
                      <a:gd name="connsiteX2" fmla="*/ 0 w 133540"/>
                      <a:gd name="connsiteY2" fmla="*/ 19050 h 38100"/>
                      <a:gd name="connsiteX3" fmla="*/ 19050 w 133540"/>
                      <a:gd name="connsiteY3" fmla="*/ 0 h 38100"/>
                      <a:gd name="connsiteX4" fmla="*/ 114491 w 133540"/>
                      <a:gd name="connsiteY4" fmla="*/ 0 h 38100"/>
                      <a:gd name="connsiteX5" fmla="*/ 133541 w 133540"/>
                      <a:gd name="connsiteY5" fmla="*/ 19050 h 38100"/>
                      <a:gd name="connsiteX6" fmla="*/ 114491 w 133540"/>
                      <a:gd name="connsiteY6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3540" h="38100">
                        <a:moveTo>
                          <a:pt x="114491" y="38100"/>
                        </a:moveTo>
                        <a:lnTo>
                          <a:pt x="19050" y="38100"/>
                        </a:lnTo>
                        <a:cubicBezTo>
                          <a:pt x="8477" y="38100"/>
                          <a:pt x="0" y="29623"/>
                          <a:pt x="0" y="19050"/>
                        </a:cubicBezTo>
                        <a:cubicBezTo>
                          <a:pt x="0" y="8477"/>
                          <a:pt x="8477" y="0"/>
                          <a:pt x="19050" y="0"/>
                        </a:cubicBezTo>
                        <a:lnTo>
                          <a:pt x="114491" y="0"/>
                        </a:lnTo>
                        <a:cubicBezTo>
                          <a:pt x="125063" y="0"/>
                          <a:pt x="133541" y="8477"/>
                          <a:pt x="133541" y="19050"/>
                        </a:cubicBezTo>
                        <a:cubicBezTo>
                          <a:pt x="133541" y="29528"/>
                          <a:pt x="125063" y="38100"/>
                          <a:pt x="114491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grpSp>
                <p:nvGrpSpPr>
                  <p:cNvPr id="373" name="Graphic 112">
                    <a:extLst>
                      <a:ext uri="{FF2B5EF4-FFF2-40B4-BE49-F238E27FC236}">
                        <a16:creationId xmlns:a16="http://schemas.microsoft.com/office/drawing/2014/main" id="{A24EC2C6-C017-4876-9AD6-59983A22C097}"/>
                      </a:ext>
                    </a:extLst>
                  </p:cNvPr>
                  <p:cNvGrpSpPr/>
                  <p:nvPr/>
                </p:nvGrpSpPr>
                <p:grpSpPr>
                  <a:xfrm>
                    <a:off x="5769006" y="3448315"/>
                    <a:ext cx="825436" cy="485795"/>
                    <a:chOff x="5769006" y="3448315"/>
                    <a:chExt cx="825436" cy="485795"/>
                  </a:xfrm>
                  <a:grpFill/>
                </p:grpSpPr>
                <p:sp>
                  <p:nvSpPr>
                    <p:cNvPr id="374" name="Freeform: Shape 373">
                      <a:extLst>
                        <a:ext uri="{FF2B5EF4-FFF2-40B4-BE49-F238E27FC236}">
                          <a16:creationId xmlns:a16="http://schemas.microsoft.com/office/drawing/2014/main" id="{A7242C49-6418-41A4-9317-C23446B0E5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2148" y="3538061"/>
                      <a:ext cx="431762" cy="252888"/>
                    </a:xfrm>
                    <a:custGeom>
                      <a:avLst/>
                      <a:gdLst>
                        <a:gd name="connsiteX0" fmla="*/ 269576 w 431762"/>
                        <a:gd name="connsiteY0" fmla="*/ 252889 h 252888"/>
                        <a:gd name="connsiteX1" fmla="*/ 19069 w 431762"/>
                        <a:gd name="connsiteY1" fmla="*/ 252889 h 252888"/>
                        <a:gd name="connsiteX2" fmla="*/ 2876 w 431762"/>
                        <a:gd name="connsiteY2" fmla="*/ 243840 h 252888"/>
                        <a:gd name="connsiteX3" fmla="*/ 2019 w 431762"/>
                        <a:gd name="connsiteY3" fmla="*/ 225266 h 252888"/>
                        <a:gd name="connsiteX4" fmla="*/ 109366 w 431762"/>
                        <a:gd name="connsiteY4" fmla="*/ 10573 h 252888"/>
                        <a:gd name="connsiteX5" fmla="*/ 126416 w 431762"/>
                        <a:gd name="connsiteY5" fmla="*/ 0 h 252888"/>
                        <a:gd name="connsiteX6" fmla="*/ 412737 w 431762"/>
                        <a:gd name="connsiteY6" fmla="*/ 0 h 252888"/>
                        <a:gd name="connsiteX7" fmla="*/ 429501 w 431762"/>
                        <a:gd name="connsiteY7" fmla="*/ 10097 h 252888"/>
                        <a:gd name="connsiteX8" fmla="*/ 428549 w 431762"/>
                        <a:gd name="connsiteY8" fmla="*/ 29623 h 252888"/>
                        <a:gd name="connsiteX9" fmla="*/ 285388 w 431762"/>
                        <a:gd name="connsiteY9" fmla="*/ 244412 h 252888"/>
                        <a:gd name="connsiteX10" fmla="*/ 269576 w 431762"/>
                        <a:gd name="connsiteY10" fmla="*/ 252889 h 252888"/>
                        <a:gd name="connsiteX11" fmla="*/ 49835 w 431762"/>
                        <a:gd name="connsiteY11" fmla="*/ 214789 h 252888"/>
                        <a:gd name="connsiteX12" fmla="*/ 259385 w 431762"/>
                        <a:gd name="connsiteY12" fmla="*/ 214789 h 252888"/>
                        <a:gd name="connsiteX13" fmla="*/ 377114 w 431762"/>
                        <a:gd name="connsiteY13" fmla="*/ 38195 h 252888"/>
                        <a:gd name="connsiteX14" fmla="*/ 138227 w 431762"/>
                        <a:gd name="connsiteY14" fmla="*/ 38195 h 252888"/>
                        <a:gd name="connsiteX15" fmla="*/ 49835 w 431762"/>
                        <a:gd name="connsiteY15" fmla="*/ 214789 h 2528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431762" h="252888">
                          <a:moveTo>
                            <a:pt x="269576" y="252889"/>
                          </a:moveTo>
                          <a:lnTo>
                            <a:pt x="19069" y="252889"/>
                          </a:lnTo>
                          <a:cubicBezTo>
                            <a:pt x="12497" y="252889"/>
                            <a:pt x="6305" y="249460"/>
                            <a:pt x="2876" y="243840"/>
                          </a:cubicBezTo>
                          <a:cubicBezTo>
                            <a:pt x="-648" y="238220"/>
                            <a:pt x="-934" y="231172"/>
                            <a:pt x="2019" y="225266"/>
                          </a:cubicBezTo>
                          <a:lnTo>
                            <a:pt x="109366" y="10573"/>
                          </a:lnTo>
                          <a:cubicBezTo>
                            <a:pt x="112604" y="4096"/>
                            <a:pt x="119177" y="0"/>
                            <a:pt x="126416" y="0"/>
                          </a:cubicBezTo>
                          <a:lnTo>
                            <a:pt x="412737" y="0"/>
                          </a:lnTo>
                          <a:cubicBezTo>
                            <a:pt x="419786" y="0"/>
                            <a:pt x="426263" y="3905"/>
                            <a:pt x="429501" y="10097"/>
                          </a:cubicBezTo>
                          <a:cubicBezTo>
                            <a:pt x="432835" y="16288"/>
                            <a:pt x="432454" y="23813"/>
                            <a:pt x="428549" y="29623"/>
                          </a:cubicBezTo>
                          <a:lnTo>
                            <a:pt x="285388" y="244412"/>
                          </a:lnTo>
                          <a:cubicBezTo>
                            <a:pt x="281864" y="249746"/>
                            <a:pt x="275958" y="252889"/>
                            <a:pt x="269576" y="252889"/>
                          </a:cubicBezTo>
                          <a:close/>
                          <a:moveTo>
                            <a:pt x="49835" y="214789"/>
                          </a:moveTo>
                          <a:lnTo>
                            <a:pt x="259385" y="214789"/>
                          </a:lnTo>
                          <a:lnTo>
                            <a:pt x="377114" y="38195"/>
                          </a:lnTo>
                          <a:lnTo>
                            <a:pt x="138227" y="38195"/>
                          </a:lnTo>
                          <a:lnTo>
                            <a:pt x="49835" y="214789"/>
                          </a:ln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375" name="Freeform: Shape 374">
                      <a:extLst>
                        <a:ext uri="{FF2B5EF4-FFF2-40B4-BE49-F238E27FC236}">
                          <a16:creationId xmlns:a16="http://schemas.microsoft.com/office/drawing/2014/main" id="{169DBB66-E3DA-4A3E-BA44-3A265472AE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68630" y="3448315"/>
                      <a:ext cx="232070" cy="342634"/>
                    </a:xfrm>
                    <a:custGeom>
                      <a:avLst/>
                      <a:gdLst>
                        <a:gd name="connsiteX0" fmla="*/ 213095 w 232070"/>
                        <a:gd name="connsiteY0" fmla="*/ 342635 h 342634"/>
                        <a:gd name="connsiteX1" fmla="*/ 196998 w 232070"/>
                        <a:gd name="connsiteY1" fmla="*/ 333777 h 342634"/>
                        <a:gd name="connsiteX2" fmla="*/ 2973 w 232070"/>
                        <a:gd name="connsiteY2" fmla="*/ 29262 h 342634"/>
                        <a:gd name="connsiteX3" fmla="*/ 8784 w 232070"/>
                        <a:gd name="connsiteY3" fmla="*/ 2973 h 342634"/>
                        <a:gd name="connsiteX4" fmla="*/ 35073 w 232070"/>
                        <a:gd name="connsiteY4" fmla="*/ 8784 h 342634"/>
                        <a:gd name="connsiteX5" fmla="*/ 229097 w 232070"/>
                        <a:gd name="connsiteY5" fmla="*/ 313298 h 342634"/>
                        <a:gd name="connsiteX6" fmla="*/ 223287 w 232070"/>
                        <a:gd name="connsiteY6" fmla="*/ 339587 h 342634"/>
                        <a:gd name="connsiteX7" fmla="*/ 213095 w 232070"/>
                        <a:gd name="connsiteY7" fmla="*/ 342635 h 34263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232070" h="342634">
                          <a:moveTo>
                            <a:pt x="213095" y="342635"/>
                          </a:moveTo>
                          <a:cubicBezTo>
                            <a:pt x="206808" y="342635"/>
                            <a:pt x="200617" y="339492"/>
                            <a:pt x="196998" y="333777"/>
                          </a:cubicBezTo>
                          <a:lnTo>
                            <a:pt x="2973" y="29262"/>
                          </a:lnTo>
                          <a:cubicBezTo>
                            <a:pt x="-2646" y="20404"/>
                            <a:pt x="-75" y="8593"/>
                            <a:pt x="8784" y="2973"/>
                          </a:cubicBezTo>
                          <a:cubicBezTo>
                            <a:pt x="17642" y="-2646"/>
                            <a:pt x="29453" y="-75"/>
                            <a:pt x="35073" y="8784"/>
                          </a:cubicBezTo>
                          <a:lnTo>
                            <a:pt x="229097" y="313298"/>
                          </a:lnTo>
                          <a:cubicBezTo>
                            <a:pt x="234717" y="322156"/>
                            <a:pt x="232145" y="333967"/>
                            <a:pt x="223287" y="339587"/>
                          </a:cubicBezTo>
                          <a:cubicBezTo>
                            <a:pt x="220143" y="341682"/>
                            <a:pt x="216619" y="342635"/>
                            <a:pt x="213095" y="342635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376" name="Freeform: Shape 375">
                      <a:extLst>
                        <a:ext uri="{FF2B5EF4-FFF2-40B4-BE49-F238E27FC236}">
                          <a16:creationId xmlns:a16="http://schemas.microsoft.com/office/drawing/2014/main" id="{7438851C-0EF3-419C-85B7-F01F4E2D81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98489" y="3466528"/>
                      <a:ext cx="252882" cy="324421"/>
                    </a:xfrm>
                    <a:custGeom>
                      <a:avLst/>
                      <a:gdLst>
                        <a:gd name="connsiteX0" fmla="*/ 233744 w 252882"/>
                        <a:gd name="connsiteY0" fmla="*/ 324422 h 324421"/>
                        <a:gd name="connsiteX1" fmla="*/ 216694 w 252882"/>
                        <a:gd name="connsiteY1" fmla="*/ 313849 h 324421"/>
                        <a:gd name="connsiteX2" fmla="*/ 78867 w 252882"/>
                        <a:gd name="connsiteY2" fmla="*/ 38100 h 324421"/>
                        <a:gd name="connsiteX3" fmla="*/ 19050 w 252882"/>
                        <a:gd name="connsiteY3" fmla="*/ 38100 h 324421"/>
                        <a:gd name="connsiteX4" fmla="*/ 0 w 252882"/>
                        <a:gd name="connsiteY4" fmla="*/ 19050 h 324421"/>
                        <a:gd name="connsiteX5" fmla="*/ 19050 w 252882"/>
                        <a:gd name="connsiteY5" fmla="*/ 0 h 324421"/>
                        <a:gd name="connsiteX6" fmla="*/ 90678 w 252882"/>
                        <a:gd name="connsiteY6" fmla="*/ 0 h 324421"/>
                        <a:gd name="connsiteX7" fmla="*/ 107728 w 252882"/>
                        <a:gd name="connsiteY7" fmla="*/ 10573 h 324421"/>
                        <a:gd name="connsiteX8" fmla="*/ 250888 w 252882"/>
                        <a:gd name="connsiteY8" fmla="*/ 296894 h 324421"/>
                        <a:gd name="connsiteX9" fmla="*/ 242411 w 252882"/>
                        <a:gd name="connsiteY9" fmla="*/ 322421 h 324421"/>
                        <a:gd name="connsiteX10" fmla="*/ 233744 w 252882"/>
                        <a:gd name="connsiteY10" fmla="*/ 324422 h 3244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252882" h="324421">
                          <a:moveTo>
                            <a:pt x="233744" y="324422"/>
                          </a:moveTo>
                          <a:cubicBezTo>
                            <a:pt x="226790" y="324422"/>
                            <a:pt x="220027" y="320612"/>
                            <a:pt x="216694" y="313849"/>
                          </a:cubicBezTo>
                          <a:lnTo>
                            <a:pt x="78867" y="38100"/>
                          </a:lnTo>
                          <a:lnTo>
                            <a:pt x="19050" y="38100"/>
                          </a:lnTo>
                          <a:cubicBezTo>
                            <a:pt x="8477" y="38100"/>
                            <a:pt x="0" y="29623"/>
                            <a:pt x="0" y="19050"/>
                          </a:cubicBezTo>
                          <a:cubicBezTo>
                            <a:pt x="0" y="8477"/>
                            <a:pt x="8477" y="0"/>
                            <a:pt x="19050" y="0"/>
                          </a:cubicBezTo>
                          <a:lnTo>
                            <a:pt x="90678" y="0"/>
                          </a:lnTo>
                          <a:cubicBezTo>
                            <a:pt x="97917" y="0"/>
                            <a:pt x="104489" y="4096"/>
                            <a:pt x="107728" y="10573"/>
                          </a:cubicBezTo>
                          <a:lnTo>
                            <a:pt x="250888" y="296894"/>
                          </a:lnTo>
                          <a:cubicBezTo>
                            <a:pt x="255556" y="306324"/>
                            <a:pt x="251746" y="317754"/>
                            <a:pt x="242411" y="322421"/>
                          </a:cubicBezTo>
                          <a:cubicBezTo>
                            <a:pt x="239554" y="323755"/>
                            <a:pt x="236696" y="324422"/>
                            <a:pt x="233744" y="324422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377" name="Freeform: Shape 376">
                      <a:extLst>
                        <a:ext uri="{FF2B5EF4-FFF2-40B4-BE49-F238E27FC236}">
                          <a16:creationId xmlns:a16="http://schemas.microsoft.com/office/drawing/2014/main" id="{A78A72D8-FE3F-4E24-951C-B14BBA5A16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77368" y="3717035"/>
                      <a:ext cx="109727" cy="109728"/>
                    </a:xfrm>
                    <a:custGeom>
                      <a:avLst/>
                      <a:gdLst>
                        <a:gd name="connsiteX0" fmla="*/ 54864 w 109727"/>
                        <a:gd name="connsiteY0" fmla="*/ 109728 h 109728"/>
                        <a:gd name="connsiteX1" fmla="*/ 0 w 109727"/>
                        <a:gd name="connsiteY1" fmla="*/ 54864 h 109728"/>
                        <a:gd name="connsiteX2" fmla="*/ 54864 w 109727"/>
                        <a:gd name="connsiteY2" fmla="*/ 0 h 109728"/>
                        <a:gd name="connsiteX3" fmla="*/ 109728 w 109727"/>
                        <a:gd name="connsiteY3" fmla="*/ 54864 h 109728"/>
                        <a:gd name="connsiteX4" fmla="*/ 54864 w 109727"/>
                        <a:gd name="connsiteY4" fmla="*/ 109728 h 109728"/>
                        <a:gd name="connsiteX5" fmla="*/ 54864 w 109727"/>
                        <a:gd name="connsiteY5" fmla="*/ 38100 h 109728"/>
                        <a:gd name="connsiteX6" fmla="*/ 38100 w 109727"/>
                        <a:gd name="connsiteY6" fmla="*/ 54864 h 109728"/>
                        <a:gd name="connsiteX7" fmla="*/ 54864 w 109727"/>
                        <a:gd name="connsiteY7" fmla="*/ 71628 h 109728"/>
                        <a:gd name="connsiteX8" fmla="*/ 71628 w 109727"/>
                        <a:gd name="connsiteY8" fmla="*/ 54864 h 109728"/>
                        <a:gd name="connsiteX9" fmla="*/ 54864 w 109727"/>
                        <a:gd name="connsiteY9" fmla="*/ 38100 h 1097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9727" h="109728">
                          <a:moveTo>
                            <a:pt x="54864" y="109728"/>
                          </a:moveTo>
                          <a:cubicBezTo>
                            <a:pt x="24670" y="109728"/>
                            <a:pt x="0" y="85154"/>
                            <a:pt x="0" y="54864"/>
                          </a:cubicBezTo>
                          <a:cubicBezTo>
                            <a:pt x="0" y="24575"/>
                            <a:pt x="24575" y="0"/>
                            <a:pt x="54864" y="0"/>
                          </a:cubicBezTo>
                          <a:cubicBezTo>
                            <a:pt x="85154" y="0"/>
                            <a:pt x="109728" y="24575"/>
                            <a:pt x="109728" y="54864"/>
                          </a:cubicBezTo>
                          <a:cubicBezTo>
                            <a:pt x="109728" y="85154"/>
                            <a:pt x="85154" y="109728"/>
                            <a:pt x="54864" y="109728"/>
                          </a:cubicBezTo>
                          <a:close/>
                          <a:moveTo>
                            <a:pt x="54864" y="38100"/>
                          </a:moveTo>
                          <a:cubicBezTo>
                            <a:pt x="45625" y="38100"/>
                            <a:pt x="38100" y="45625"/>
                            <a:pt x="38100" y="54864"/>
                          </a:cubicBezTo>
                          <a:cubicBezTo>
                            <a:pt x="38100" y="64103"/>
                            <a:pt x="45625" y="71628"/>
                            <a:pt x="54864" y="71628"/>
                          </a:cubicBezTo>
                          <a:cubicBezTo>
                            <a:pt x="64103" y="71628"/>
                            <a:pt x="71628" y="64103"/>
                            <a:pt x="71628" y="54864"/>
                          </a:cubicBezTo>
                          <a:cubicBezTo>
                            <a:pt x="71628" y="45625"/>
                            <a:pt x="64103" y="38100"/>
                            <a:pt x="54864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378" name="Freeform: Shape 377">
                      <a:extLst>
                        <a:ext uri="{FF2B5EF4-FFF2-40B4-BE49-F238E27FC236}">
                          <a16:creationId xmlns:a16="http://schemas.microsoft.com/office/drawing/2014/main" id="{255EA9EB-FD1B-4BE4-ADB2-50BE876955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76353" y="3717035"/>
                      <a:ext cx="109728" cy="109728"/>
                    </a:xfrm>
                    <a:custGeom>
                      <a:avLst/>
                      <a:gdLst>
                        <a:gd name="connsiteX0" fmla="*/ 54864 w 109728"/>
                        <a:gd name="connsiteY0" fmla="*/ 109728 h 109728"/>
                        <a:gd name="connsiteX1" fmla="*/ 0 w 109728"/>
                        <a:gd name="connsiteY1" fmla="*/ 54864 h 109728"/>
                        <a:gd name="connsiteX2" fmla="*/ 54864 w 109728"/>
                        <a:gd name="connsiteY2" fmla="*/ 0 h 109728"/>
                        <a:gd name="connsiteX3" fmla="*/ 109728 w 109728"/>
                        <a:gd name="connsiteY3" fmla="*/ 54864 h 109728"/>
                        <a:gd name="connsiteX4" fmla="*/ 54864 w 109728"/>
                        <a:gd name="connsiteY4" fmla="*/ 109728 h 109728"/>
                        <a:gd name="connsiteX5" fmla="*/ 54864 w 109728"/>
                        <a:gd name="connsiteY5" fmla="*/ 38100 h 109728"/>
                        <a:gd name="connsiteX6" fmla="*/ 38100 w 109728"/>
                        <a:gd name="connsiteY6" fmla="*/ 54864 h 109728"/>
                        <a:gd name="connsiteX7" fmla="*/ 54864 w 109728"/>
                        <a:gd name="connsiteY7" fmla="*/ 71628 h 109728"/>
                        <a:gd name="connsiteX8" fmla="*/ 71628 w 109728"/>
                        <a:gd name="connsiteY8" fmla="*/ 54864 h 109728"/>
                        <a:gd name="connsiteX9" fmla="*/ 54864 w 109728"/>
                        <a:gd name="connsiteY9" fmla="*/ 38100 h 1097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9728" h="109728">
                          <a:moveTo>
                            <a:pt x="54864" y="109728"/>
                          </a:moveTo>
                          <a:cubicBezTo>
                            <a:pt x="24575" y="109728"/>
                            <a:pt x="0" y="85154"/>
                            <a:pt x="0" y="54864"/>
                          </a:cubicBezTo>
                          <a:cubicBezTo>
                            <a:pt x="0" y="24575"/>
                            <a:pt x="24575" y="0"/>
                            <a:pt x="54864" y="0"/>
                          </a:cubicBezTo>
                          <a:cubicBezTo>
                            <a:pt x="85154" y="0"/>
                            <a:pt x="109728" y="24575"/>
                            <a:pt x="109728" y="54864"/>
                          </a:cubicBezTo>
                          <a:cubicBezTo>
                            <a:pt x="109728" y="85154"/>
                            <a:pt x="85058" y="109728"/>
                            <a:pt x="54864" y="109728"/>
                          </a:cubicBezTo>
                          <a:close/>
                          <a:moveTo>
                            <a:pt x="54864" y="38100"/>
                          </a:moveTo>
                          <a:cubicBezTo>
                            <a:pt x="45625" y="38100"/>
                            <a:pt x="38100" y="45625"/>
                            <a:pt x="38100" y="54864"/>
                          </a:cubicBezTo>
                          <a:cubicBezTo>
                            <a:pt x="38100" y="64103"/>
                            <a:pt x="45625" y="71628"/>
                            <a:pt x="54864" y="71628"/>
                          </a:cubicBezTo>
                          <a:cubicBezTo>
                            <a:pt x="64103" y="71628"/>
                            <a:pt x="71628" y="64103"/>
                            <a:pt x="71628" y="54864"/>
                          </a:cubicBezTo>
                          <a:cubicBezTo>
                            <a:pt x="71533" y="45625"/>
                            <a:pt x="64008" y="38100"/>
                            <a:pt x="54864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379" name="Freeform: Shape 378">
                      <a:extLst>
                        <a:ext uri="{FF2B5EF4-FFF2-40B4-BE49-F238E27FC236}">
                          <a16:creationId xmlns:a16="http://schemas.microsoft.com/office/drawing/2014/main" id="{D21C941B-D01C-4C92-BCF5-F747BF4CCD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70021" y="3609689"/>
                      <a:ext cx="324421" cy="324421"/>
                    </a:xfrm>
                    <a:custGeom>
                      <a:avLst/>
                      <a:gdLst>
                        <a:gd name="connsiteX0" fmla="*/ 162211 w 324421"/>
                        <a:gd name="connsiteY0" fmla="*/ 324421 h 324421"/>
                        <a:gd name="connsiteX1" fmla="*/ 0 w 324421"/>
                        <a:gd name="connsiteY1" fmla="*/ 162211 h 324421"/>
                        <a:gd name="connsiteX2" fmla="*/ 162211 w 324421"/>
                        <a:gd name="connsiteY2" fmla="*/ 0 h 324421"/>
                        <a:gd name="connsiteX3" fmla="*/ 324422 w 324421"/>
                        <a:gd name="connsiteY3" fmla="*/ 162211 h 324421"/>
                        <a:gd name="connsiteX4" fmla="*/ 162211 w 324421"/>
                        <a:gd name="connsiteY4" fmla="*/ 324421 h 324421"/>
                        <a:gd name="connsiteX5" fmla="*/ 162211 w 324421"/>
                        <a:gd name="connsiteY5" fmla="*/ 38100 h 324421"/>
                        <a:gd name="connsiteX6" fmla="*/ 38100 w 324421"/>
                        <a:gd name="connsiteY6" fmla="*/ 162211 h 324421"/>
                        <a:gd name="connsiteX7" fmla="*/ 162211 w 324421"/>
                        <a:gd name="connsiteY7" fmla="*/ 286321 h 324421"/>
                        <a:gd name="connsiteX8" fmla="*/ 286322 w 324421"/>
                        <a:gd name="connsiteY8" fmla="*/ 162211 h 324421"/>
                        <a:gd name="connsiteX9" fmla="*/ 162211 w 324421"/>
                        <a:gd name="connsiteY9" fmla="*/ 38100 h 3244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24421" h="324421">
                          <a:moveTo>
                            <a:pt x="162211" y="324421"/>
                          </a:moveTo>
                          <a:cubicBezTo>
                            <a:pt x="72771" y="324421"/>
                            <a:pt x="0" y="251650"/>
                            <a:pt x="0" y="162211"/>
                          </a:cubicBezTo>
                          <a:cubicBezTo>
                            <a:pt x="0" y="72771"/>
                            <a:pt x="72771" y="0"/>
                            <a:pt x="162211" y="0"/>
                          </a:cubicBezTo>
                          <a:cubicBezTo>
                            <a:pt x="251651" y="0"/>
                            <a:pt x="324422" y="72771"/>
                            <a:pt x="324422" y="162211"/>
                          </a:cubicBezTo>
                          <a:cubicBezTo>
                            <a:pt x="324422" y="251650"/>
                            <a:pt x="251651" y="324421"/>
                            <a:pt x="162211" y="324421"/>
                          </a:cubicBezTo>
                          <a:close/>
                          <a:moveTo>
                            <a:pt x="162211" y="38100"/>
                          </a:moveTo>
                          <a:cubicBezTo>
                            <a:pt x="93821" y="38100"/>
                            <a:pt x="38100" y="93821"/>
                            <a:pt x="38100" y="162211"/>
                          </a:cubicBezTo>
                          <a:cubicBezTo>
                            <a:pt x="38100" y="230696"/>
                            <a:pt x="93821" y="286321"/>
                            <a:pt x="162211" y="286321"/>
                          </a:cubicBezTo>
                          <a:cubicBezTo>
                            <a:pt x="230600" y="286321"/>
                            <a:pt x="286322" y="230600"/>
                            <a:pt x="286322" y="162211"/>
                          </a:cubicBezTo>
                          <a:cubicBezTo>
                            <a:pt x="286322" y="93726"/>
                            <a:pt x="230696" y="38100"/>
                            <a:pt x="162211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380" name="Freeform: Shape 379">
                      <a:extLst>
                        <a:ext uri="{FF2B5EF4-FFF2-40B4-BE49-F238E27FC236}">
                          <a16:creationId xmlns:a16="http://schemas.microsoft.com/office/drawing/2014/main" id="{18C7B766-399E-4033-A0EA-588399E7C2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9006" y="3609689"/>
                      <a:ext cx="324421" cy="324421"/>
                    </a:xfrm>
                    <a:custGeom>
                      <a:avLst/>
                      <a:gdLst>
                        <a:gd name="connsiteX0" fmla="*/ 162211 w 324421"/>
                        <a:gd name="connsiteY0" fmla="*/ 324421 h 324421"/>
                        <a:gd name="connsiteX1" fmla="*/ 0 w 324421"/>
                        <a:gd name="connsiteY1" fmla="*/ 162211 h 324421"/>
                        <a:gd name="connsiteX2" fmla="*/ 162211 w 324421"/>
                        <a:gd name="connsiteY2" fmla="*/ 0 h 324421"/>
                        <a:gd name="connsiteX3" fmla="*/ 324422 w 324421"/>
                        <a:gd name="connsiteY3" fmla="*/ 162211 h 324421"/>
                        <a:gd name="connsiteX4" fmla="*/ 162211 w 324421"/>
                        <a:gd name="connsiteY4" fmla="*/ 324421 h 324421"/>
                        <a:gd name="connsiteX5" fmla="*/ 162211 w 324421"/>
                        <a:gd name="connsiteY5" fmla="*/ 38100 h 324421"/>
                        <a:gd name="connsiteX6" fmla="*/ 38100 w 324421"/>
                        <a:gd name="connsiteY6" fmla="*/ 162211 h 324421"/>
                        <a:gd name="connsiteX7" fmla="*/ 162211 w 324421"/>
                        <a:gd name="connsiteY7" fmla="*/ 286321 h 324421"/>
                        <a:gd name="connsiteX8" fmla="*/ 286322 w 324421"/>
                        <a:gd name="connsiteY8" fmla="*/ 162211 h 324421"/>
                        <a:gd name="connsiteX9" fmla="*/ 162211 w 324421"/>
                        <a:gd name="connsiteY9" fmla="*/ 38100 h 3244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24421" h="324421">
                          <a:moveTo>
                            <a:pt x="162211" y="324421"/>
                          </a:moveTo>
                          <a:cubicBezTo>
                            <a:pt x="72771" y="324421"/>
                            <a:pt x="0" y="251650"/>
                            <a:pt x="0" y="162211"/>
                          </a:cubicBezTo>
                          <a:cubicBezTo>
                            <a:pt x="0" y="72771"/>
                            <a:pt x="72676" y="0"/>
                            <a:pt x="162211" y="0"/>
                          </a:cubicBezTo>
                          <a:cubicBezTo>
                            <a:pt x="251650" y="0"/>
                            <a:pt x="324422" y="72771"/>
                            <a:pt x="324422" y="162211"/>
                          </a:cubicBezTo>
                          <a:cubicBezTo>
                            <a:pt x="324422" y="251650"/>
                            <a:pt x="251650" y="324421"/>
                            <a:pt x="162211" y="324421"/>
                          </a:cubicBezTo>
                          <a:close/>
                          <a:moveTo>
                            <a:pt x="162211" y="38100"/>
                          </a:moveTo>
                          <a:cubicBezTo>
                            <a:pt x="93726" y="38100"/>
                            <a:pt x="38100" y="93821"/>
                            <a:pt x="38100" y="162211"/>
                          </a:cubicBezTo>
                          <a:cubicBezTo>
                            <a:pt x="38100" y="230696"/>
                            <a:pt x="93821" y="286321"/>
                            <a:pt x="162211" y="286321"/>
                          </a:cubicBezTo>
                          <a:cubicBezTo>
                            <a:pt x="230696" y="286321"/>
                            <a:pt x="286322" y="230600"/>
                            <a:pt x="286322" y="162211"/>
                          </a:cubicBezTo>
                          <a:cubicBezTo>
                            <a:pt x="286322" y="93726"/>
                            <a:pt x="230600" y="38100"/>
                            <a:pt x="162211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</p:grpSp>
            </p:grpSp>
          </p:grpSp>
          <p:grpSp>
            <p:nvGrpSpPr>
              <p:cNvPr id="353" name="Group 352">
                <a:extLst>
                  <a:ext uri="{FF2B5EF4-FFF2-40B4-BE49-F238E27FC236}">
                    <a16:creationId xmlns:a16="http://schemas.microsoft.com/office/drawing/2014/main" id="{F6043538-9E3C-47F4-946A-6A32239D8127}"/>
                  </a:ext>
                </a:extLst>
              </p:cNvPr>
              <p:cNvGrpSpPr/>
              <p:nvPr/>
            </p:nvGrpSpPr>
            <p:grpSpPr>
              <a:xfrm>
                <a:off x="8502654" y="5607292"/>
                <a:ext cx="263476" cy="225927"/>
                <a:chOff x="9230360" y="2173322"/>
                <a:chExt cx="263476" cy="225927"/>
              </a:xfrm>
            </p:grpSpPr>
            <p:sp>
              <p:nvSpPr>
                <p:cNvPr id="362" name="Freeform 125">
                  <a:extLst>
                    <a:ext uri="{FF2B5EF4-FFF2-40B4-BE49-F238E27FC236}">
                      <a16:creationId xmlns:a16="http://schemas.microsoft.com/office/drawing/2014/main" id="{C3458B21-2CBA-4940-9F65-BB85F0CF13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69818" y="2212780"/>
                  <a:ext cx="183288" cy="186469"/>
                </a:xfrm>
                <a:custGeom>
                  <a:avLst/>
                  <a:gdLst>
                    <a:gd name="T0" fmla="*/ 288 w 288"/>
                    <a:gd name="T1" fmla="*/ 129 h 293"/>
                    <a:gd name="T2" fmla="*/ 145 w 288"/>
                    <a:gd name="T3" fmla="*/ 0 h 293"/>
                    <a:gd name="T4" fmla="*/ 145 w 288"/>
                    <a:gd name="T5" fmla="*/ 0 h 293"/>
                    <a:gd name="T6" fmla="*/ 145 w 288"/>
                    <a:gd name="T7" fmla="*/ 0 h 293"/>
                    <a:gd name="T8" fmla="*/ 145 w 288"/>
                    <a:gd name="T9" fmla="*/ 0 h 293"/>
                    <a:gd name="T10" fmla="*/ 0 w 288"/>
                    <a:gd name="T11" fmla="*/ 129 h 293"/>
                    <a:gd name="T12" fmla="*/ 0 w 288"/>
                    <a:gd name="T13" fmla="*/ 293 h 293"/>
                    <a:gd name="T14" fmla="*/ 107 w 288"/>
                    <a:gd name="T15" fmla="*/ 293 h 293"/>
                    <a:gd name="T16" fmla="*/ 107 w 288"/>
                    <a:gd name="T17" fmla="*/ 198 h 293"/>
                    <a:gd name="T18" fmla="*/ 180 w 288"/>
                    <a:gd name="T19" fmla="*/ 198 h 293"/>
                    <a:gd name="T20" fmla="*/ 180 w 288"/>
                    <a:gd name="T21" fmla="*/ 293 h 293"/>
                    <a:gd name="T22" fmla="*/ 288 w 288"/>
                    <a:gd name="T23" fmla="*/ 293 h 293"/>
                    <a:gd name="T24" fmla="*/ 288 w 288"/>
                    <a:gd name="T25" fmla="*/ 129 h 2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88" h="293">
                      <a:moveTo>
                        <a:pt x="288" y="129"/>
                      </a:moveTo>
                      <a:lnTo>
                        <a:pt x="145" y="0"/>
                      </a:lnTo>
                      <a:lnTo>
                        <a:pt x="145" y="0"/>
                      </a:lnTo>
                      <a:lnTo>
                        <a:pt x="145" y="0"/>
                      </a:lnTo>
                      <a:lnTo>
                        <a:pt x="145" y="0"/>
                      </a:lnTo>
                      <a:lnTo>
                        <a:pt x="0" y="129"/>
                      </a:lnTo>
                      <a:lnTo>
                        <a:pt x="0" y="293"/>
                      </a:lnTo>
                      <a:lnTo>
                        <a:pt x="107" y="293"/>
                      </a:lnTo>
                      <a:lnTo>
                        <a:pt x="107" y="198"/>
                      </a:lnTo>
                      <a:lnTo>
                        <a:pt x="180" y="198"/>
                      </a:lnTo>
                      <a:lnTo>
                        <a:pt x="180" y="293"/>
                      </a:lnTo>
                      <a:lnTo>
                        <a:pt x="288" y="293"/>
                      </a:lnTo>
                      <a:lnTo>
                        <a:pt x="288" y="129"/>
                      </a:lnTo>
                      <a:close/>
                    </a:path>
                  </a:pathLst>
                </a:custGeom>
                <a:noFill/>
                <a:ln w="12700" cap="flat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sp>
              <p:nvSpPr>
                <p:cNvPr id="363" name="Freeform 126">
                  <a:extLst>
                    <a:ext uri="{FF2B5EF4-FFF2-40B4-BE49-F238E27FC236}">
                      <a16:creationId xmlns:a16="http://schemas.microsoft.com/office/drawing/2014/main" id="{3FC4A6C6-5626-4CF0-8C95-496D055F09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30360" y="2173322"/>
                  <a:ext cx="263476" cy="114554"/>
                </a:xfrm>
                <a:custGeom>
                  <a:avLst/>
                  <a:gdLst>
                    <a:gd name="T0" fmla="*/ 414 w 414"/>
                    <a:gd name="T1" fmla="*/ 180 h 180"/>
                    <a:gd name="T2" fmla="*/ 207 w 414"/>
                    <a:gd name="T3" fmla="*/ 0 h 180"/>
                    <a:gd name="T4" fmla="*/ 109 w 414"/>
                    <a:gd name="T5" fmla="*/ 84 h 180"/>
                    <a:gd name="T6" fmla="*/ 109 w 414"/>
                    <a:gd name="T7" fmla="*/ 30 h 180"/>
                    <a:gd name="T8" fmla="*/ 64 w 414"/>
                    <a:gd name="T9" fmla="*/ 30 h 180"/>
                    <a:gd name="T10" fmla="*/ 64 w 414"/>
                    <a:gd name="T11" fmla="*/ 123 h 180"/>
                    <a:gd name="T12" fmla="*/ 0 w 414"/>
                    <a:gd name="T13" fmla="*/ 180 h 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14" h="180">
                      <a:moveTo>
                        <a:pt x="414" y="180"/>
                      </a:moveTo>
                      <a:lnTo>
                        <a:pt x="207" y="0"/>
                      </a:lnTo>
                      <a:lnTo>
                        <a:pt x="109" y="84"/>
                      </a:lnTo>
                      <a:lnTo>
                        <a:pt x="109" y="30"/>
                      </a:lnTo>
                      <a:lnTo>
                        <a:pt x="64" y="30"/>
                      </a:lnTo>
                      <a:lnTo>
                        <a:pt x="64" y="123"/>
                      </a:lnTo>
                      <a:lnTo>
                        <a:pt x="0" y="180"/>
                      </a:lnTo>
                    </a:path>
                  </a:pathLst>
                </a:cu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</p:grpSp>
          <p:grpSp>
            <p:nvGrpSpPr>
              <p:cNvPr id="354" name="Group 353">
                <a:extLst>
                  <a:ext uri="{FF2B5EF4-FFF2-40B4-BE49-F238E27FC236}">
                    <a16:creationId xmlns:a16="http://schemas.microsoft.com/office/drawing/2014/main" id="{0A5DFDFA-4CF2-4E20-8515-C1160791B793}"/>
                  </a:ext>
                </a:extLst>
              </p:cNvPr>
              <p:cNvGrpSpPr/>
              <p:nvPr/>
            </p:nvGrpSpPr>
            <p:grpSpPr>
              <a:xfrm>
                <a:off x="8883312" y="5653886"/>
                <a:ext cx="224088" cy="182987"/>
                <a:chOff x="9250054" y="6147809"/>
                <a:chExt cx="224088" cy="182987"/>
              </a:xfrm>
            </p:grpSpPr>
            <p:sp>
              <p:nvSpPr>
                <p:cNvPr id="355" name="Freeform 114">
                  <a:extLst>
                    <a:ext uri="{FF2B5EF4-FFF2-40B4-BE49-F238E27FC236}">
                      <a16:creationId xmlns:a16="http://schemas.microsoft.com/office/drawing/2014/main" id="{44A3A849-A211-43E3-81F1-FF9F0E3328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445990" y="6147809"/>
                  <a:ext cx="28152" cy="25337"/>
                </a:xfrm>
                <a:custGeom>
                  <a:avLst/>
                  <a:gdLst>
                    <a:gd name="T0" fmla="*/ 0 w 50"/>
                    <a:gd name="T1" fmla="*/ 0 h 45"/>
                    <a:gd name="T2" fmla="*/ 50 w 50"/>
                    <a:gd name="T3" fmla="*/ 0 h 45"/>
                    <a:gd name="T4" fmla="*/ 50 w 50"/>
                    <a:gd name="T5" fmla="*/ 45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0" h="45">
                      <a:moveTo>
                        <a:pt x="0" y="0"/>
                      </a:moveTo>
                      <a:lnTo>
                        <a:pt x="50" y="0"/>
                      </a:lnTo>
                      <a:lnTo>
                        <a:pt x="50" y="45"/>
                      </a:lnTo>
                    </a:path>
                  </a:pathLst>
                </a:cu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sp>
              <p:nvSpPr>
                <p:cNvPr id="356" name="Freeform 115">
                  <a:extLst>
                    <a:ext uri="{FF2B5EF4-FFF2-40B4-BE49-F238E27FC236}">
                      <a16:creationId xmlns:a16="http://schemas.microsoft.com/office/drawing/2014/main" id="{992F89B4-0E35-4C92-8E35-1BB420B440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50054" y="6147809"/>
                  <a:ext cx="224088" cy="182987"/>
                </a:xfrm>
                <a:custGeom>
                  <a:avLst/>
                  <a:gdLst>
                    <a:gd name="T0" fmla="*/ 398 w 398"/>
                    <a:gd name="T1" fmla="*/ 262 h 325"/>
                    <a:gd name="T2" fmla="*/ 398 w 398"/>
                    <a:gd name="T3" fmla="*/ 325 h 325"/>
                    <a:gd name="T4" fmla="*/ 0 w 398"/>
                    <a:gd name="T5" fmla="*/ 325 h 325"/>
                    <a:gd name="T6" fmla="*/ 0 w 398"/>
                    <a:gd name="T7" fmla="*/ 0 h 325"/>
                    <a:gd name="T8" fmla="*/ 284 w 398"/>
                    <a:gd name="T9" fmla="*/ 0 h 3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8" h="325">
                      <a:moveTo>
                        <a:pt x="398" y="262"/>
                      </a:moveTo>
                      <a:lnTo>
                        <a:pt x="398" y="325"/>
                      </a:lnTo>
                      <a:lnTo>
                        <a:pt x="0" y="325"/>
                      </a:lnTo>
                      <a:lnTo>
                        <a:pt x="0" y="0"/>
                      </a:lnTo>
                      <a:lnTo>
                        <a:pt x="284" y="0"/>
                      </a:lnTo>
                    </a:path>
                  </a:pathLst>
                </a:cu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sp>
              <p:nvSpPr>
                <p:cNvPr id="357" name="Line 116">
                  <a:extLst>
                    <a:ext uri="{FF2B5EF4-FFF2-40B4-BE49-F238E27FC236}">
                      <a16:creationId xmlns:a16="http://schemas.microsoft.com/office/drawing/2014/main" id="{FB6B0063-BF10-4016-87C5-28359CC44B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51180" y="6239584"/>
                  <a:ext cx="97405" cy="0"/>
                </a:xfrm>
                <a:prstGeom prst="line">
                  <a:avLst/>
                </a:pr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sp>
              <p:nvSpPr>
                <p:cNvPr id="358" name="Line 117">
                  <a:extLst>
                    <a:ext uri="{FF2B5EF4-FFF2-40B4-BE49-F238E27FC236}">
                      <a16:creationId xmlns:a16="http://schemas.microsoft.com/office/drawing/2014/main" id="{0C56C049-5F19-43CA-B464-0575AEDA8E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348585" y="6211432"/>
                  <a:ext cx="0" cy="56867"/>
                </a:xfrm>
                <a:prstGeom prst="line">
                  <a:avLst/>
                </a:pr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sp>
              <p:nvSpPr>
                <p:cNvPr id="359" name="Line 118">
                  <a:extLst>
                    <a:ext uri="{FF2B5EF4-FFF2-40B4-BE49-F238E27FC236}">
                      <a16:creationId xmlns:a16="http://schemas.microsoft.com/office/drawing/2014/main" id="{F988F1AF-EE87-4132-B1F9-7F6FE9DB05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348585" y="6147809"/>
                  <a:ext cx="0" cy="34345"/>
                </a:xfrm>
                <a:prstGeom prst="line">
                  <a:avLst/>
                </a:pr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sp>
              <p:nvSpPr>
                <p:cNvPr id="360" name="Line 119">
                  <a:extLst>
                    <a:ext uri="{FF2B5EF4-FFF2-40B4-BE49-F238E27FC236}">
                      <a16:creationId xmlns:a16="http://schemas.microsoft.com/office/drawing/2014/main" id="{B45990FD-1862-4ED8-85E9-7724C89FEA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348585" y="6300392"/>
                  <a:ext cx="0" cy="30404"/>
                </a:xfrm>
                <a:prstGeom prst="line">
                  <a:avLst/>
                </a:pr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cxnSp>
              <p:nvCxnSpPr>
                <p:cNvPr id="361" name="Straight Connector 360">
                  <a:extLst>
                    <a:ext uri="{FF2B5EF4-FFF2-40B4-BE49-F238E27FC236}">
                      <a16:creationId xmlns:a16="http://schemas.microsoft.com/office/drawing/2014/main" id="{6EF272CD-AC01-4E52-9903-EFA419D85A73}"/>
                    </a:ext>
                  </a:extLst>
                </p:cNvPr>
                <p:cNvCxnSpPr>
                  <a:cxnSpLocks/>
                  <a:stCxn id="355" idx="2"/>
                  <a:endCxn id="356" idx="0"/>
                </p:cNvCxnSpPr>
                <p:nvPr/>
              </p:nvCxnSpPr>
              <p:spPr>
                <a:xfrm>
                  <a:off x="9474142" y="6173146"/>
                  <a:ext cx="0" cy="122179"/>
                </a:xfrm>
                <a:prstGeom prst="line">
                  <a:avLst/>
                </a:pr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cxnSp>
          </p:grpSp>
        </p:grpSp>
      </p:grpSp>
      <p:sp>
        <p:nvSpPr>
          <p:cNvPr id="212" name="TextBox 211">
            <a:extLst>
              <a:ext uri="{FF2B5EF4-FFF2-40B4-BE49-F238E27FC236}">
                <a16:creationId xmlns:a16="http://schemas.microsoft.com/office/drawing/2014/main" id="{3F6203DD-D64E-49D1-9A2A-717758FBD723}"/>
              </a:ext>
            </a:extLst>
          </p:cNvPr>
          <p:cNvSpPr txBox="1">
            <a:spLocks/>
          </p:cNvSpPr>
          <p:nvPr/>
        </p:nvSpPr>
        <p:spPr>
          <a:xfrm>
            <a:off x="547688" y="1373675"/>
            <a:ext cx="2082565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b="1" dirty="0"/>
              <a:t>Название решения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18F0DE2A-2C0C-456F-8DCE-2E774D908B44}"/>
              </a:ext>
            </a:extLst>
          </p:cNvPr>
          <p:cNvSpPr txBox="1">
            <a:spLocks/>
          </p:cNvSpPr>
          <p:nvPr/>
        </p:nvSpPr>
        <p:spPr>
          <a:xfrm>
            <a:off x="3351682" y="1373675"/>
            <a:ext cx="5084597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b="1" dirty="0"/>
              <a:t>Описание решения</a:t>
            </a:r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79296496-B49B-4A16-9577-66547E7C7BAF}"/>
              </a:ext>
            </a:extLst>
          </p:cNvPr>
          <p:cNvGrpSpPr/>
          <p:nvPr/>
        </p:nvGrpSpPr>
        <p:grpSpPr>
          <a:xfrm>
            <a:off x="3351682" y="900941"/>
            <a:ext cx="8166619" cy="323122"/>
            <a:chOff x="2705120" y="920458"/>
            <a:chExt cx="8166619" cy="323122"/>
          </a:xfrm>
        </p:grpSpPr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E272839E-3573-4259-AEC5-7245D9D0192F}"/>
                </a:ext>
              </a:extLst>
            </p:cNvPr>
            <p:cNvGrpSpPr/>
            <p:nvPr/>
          </p:nvGrpSpPr>
          <p:grpSpPr>
            <a:xfrm>
              <a:off x="2705120" y="920458"/>
              <a:ext cx="3153057" cy="278052"/>
              <a:chOff x="5625268" y="920102"/>
              <a:chExt cx="3153057" cy="278052"/>
            </a:xfrm>
          </p:grpSpPr>
          <p:grpSp>
            <p:nvGrpSpPr>
              <p:cNvPr id="199" name="Group 198">
                <a:extLst>
                  <a:ext uri="{FF2B5EF4-FFF2-40B4-BE49-F238E27FC236}">
                    <a16:creationId xmlns:a16="http://schemas.microsoft.com/office/drawing/2014/main" id="{3187DA00-1F1C-4070-9F93-3D129FC90E5D}"/>
                  </a:ext>
                </a:extLst>
              </p:cNvPr>
              <p:cNvGrpSpPr/>
              <p:nvPr/>
            </p:nvGrpSpPr>
            <p:grpSpPr>
              <a:xfrm>
                <a:off x="7425864" y="1016505"/>
                <a:ext cx="486181" cy="181649"/>
                <a:chOff x="7181501" y="986025"/>
                <a:chExt cx="486181" cy="181649"/>
              </a:xfrm>
            </p:grpSpPr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id="{E76435FA-9AC4-4368-924E-F9DAF0F43C15}"/>
                    </a:ext>
                  </a:extLst>
                </p:cNvPr>
                <p:cNvSpPr txBox="1"/>
                <p:nvPr/>
              </p:nvSpPr>
              <p:spPr>
                <a:xfrm>
                  <a:off x="7419730" y="1044563"/>
                  <a:ext cx="247952" cy="123111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lang="en-US" sz="1400" dirty="0">
                      <a:sym typeface="+mn-lt"/>
                    </a:defRPr>
                  </a:lvl1pPr>
                  <a:lvl2pPr marL="230396" lvl="1" indent="-226796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10000"/>
                    <a:buFont typeface="Wingdings" panose="05000000000000000000" pitchFamily="2" charset="2"/>
                    <a:buChar char=""/>
                    <a:defRPr lang="en-US" sz="1400" dirty="0">
                      <a:sym typeface="+mn-lt"/>
                    </a:defRPr>
                  </a:lvl2pPr>
                  <a:lvl3pPr marL="442793" lvl="2" indent="-215997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10000"/>
                    <a:buFont typeface="Arial" panose="020B0604020202020204" pitchFamily="34" charset="0"/>
                    <a:buChar char="‒"/>
                    <a:defRPr lang="en-US" sz="1400" dirty="0">
                      <a:sym typeface="+mn-lt"/>
                    </a:defRPr>
                  </a:lvl3pPr>
                  <a:lvl4pPr marL="597590" lvl="3" indent="-15119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00000"/>
                    <a:buFont typeface="Arial" panose="020B0604020202020204" pitchFamily="34" charset="0"/>
                    <a:buChar char="•"/>
                    <a:defRPr lang="en-US" sz="1400" dirty="0">
                      <a:sym typeface="+mn-lt"/>
                    </a:defRPr>
                  </a:lvl4pPr>
                  <a:lvl5pPr marL="817187" lvl="4" indent="-14759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00000"/>
                    <a:buFont typeface="Arial" panose="020B0604020202020204" pitchFamily="34" charset="0"/>
                    <a:buChar char="̶"/>
                    <a:defRPr lang="en-US" sz="1400" dirty="0">
                      <a:sym typeface="+mn-lt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ru-RU" sz="800" dirty="0">
                      <a:solidFill>
                        <a:schemeClr val="accent5"/>
                      </a:solidFill>
                    </a:rPr>
                    <a:t>Дом</a:t>
                  </a:r>
                  <a:endParaRPr lang="en-US" sz="800" dirty="0">
                    <a:solidFill>
                      <a:schemeClr val="accent5"/>
                    </a:solidFill>
                  </a:endParaRPr>
                </a:p>
              </p:txBody>
            </p:sp>
            <p:grpSp>
              <p:nvGrpSpPr>
                <p:cNvPr id="254" name="Group 253">
                  <a:extLst>
                    <a:ext uri="{FF2B5EF4-FFF2-40B4-BE49-F238E27FC236}">
                      <a16:creationId xmlns:a16="http://schemas.microsoft.com/office/drawing/2014/main" id="{A516579F-7252-4BEA-8C79-3CE863CCD69A}"/>
                    </a:ext>
                  </a:extLst>
                </p:cNvPr>
                <p:cNvGrpSpPr/>
                <p:nvPr/>
              </p:nvGrpSpPr>
              <p:grpSpPr>
                <a:xfrm>
                  <a:off x="7181501" y="986025"/>
                  <a:ext cx="195755" cy="167857"/>
                  <a:chOff x="3885239" y="5650072"/>
                  <a:chExt cx="657225" cy="563563"/>
                </a:xfrm>
              </p:grpSpPr>
              <p:sp>
                <p:nvSpPr>
                  <p:cNvPr id="257" name="Freeform 125">
                    <a:extLst>
                      <a:ext uri="{FF2B5EF4-FFF2-40B4-BE49-F238E27FC236}">
                        <a16:creationId xmlns:a16="http://schemas.microsoft.com/office/drawing/2014/main" id="{A15B0315-49C6-431A-908E-68C08BAFE19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983664" y="5748497"/>
                    <a:ext cx="457200" cy="465138"/>
                  </a:xfrm>
                  <a:custGeom>
                    <a:avLst/>
                    <a:gdLst>
                      <a:gd name="T0" fmla="*/ 288 w 288"/>
                      <a:gd name="T1" fmla="*/ 129 h 293"/>
                      <a:gd name="T2" fmla="*/ 145 w 288"/>
                      <a:gd name="T3" fmla="*/ 0 h 293"/>
                      <a:gd name="T4" fmla="*/ 145 w 288"/>
                      <a:gd name="T5" fmla="*/ 0 h 293"/>
                      <a:gd name="T6" fmla="*/ 145 w 288"/>
                      <a:gd name="T7" fmla="*/ 0 h 293"/>
                      <a:gd name="T8" fmla="*/ 145 w 288"/>
                      <a:gd name="T9" fmla="*/ 0 h 293"/>
                      <a:gd name="T10" fmla="*/ 0 w 288"/>
                      <a:gd name="T11" fmla="*/ 129 h 293"/>
                      <a:gd name="T12" fmla="*/ 0 w 288"/>
                      <a:gd name="T13" fmla="*/ 293 h 293"/>
                      <a:gd name="T14" fmla="*/ 107 w 288"/>
                      <a:gd name="T15" fmla="*/ 293 h 293"/>
                      <a:gd name="T16" fmla="*/ 107 w 288"/>
                      <a:gd name="T17" fmla="*/ 198 h 293"/>
                      <a:gd name="T18" fmla="*/ 180 w 288"/>
                      <a:gd name="T19" fmla="*/ 198 h 293"/>
                      <a:gd name="T20" fmla="*/ 180 w 288"/>
                      <a:gd name="T21" fmla="*/ 293 h 293"/>
                      <a:gd name="T22" fmla="*/ 288 w 288"/>
                      <a:gd name="T23" fmla="*/ 293 h 293"/>
                      <a:gd name="T24" fmla="*/ 288 w 288"/>
                      <a:gd name="T25" fmla="*/ 129 h 29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288" h="293">
                        <a:moveTo>
                          <a:pt x="288" y="129"/>
                        </a:moveTo>
                        <a:lnTo>
                          <a:pt x="145" y="0"/>
                        </a:lnTo>
                        <a:lnTo>
                          <a:pt x="145" y="0"/>
                        </a:lnTo>
                        <a:lnTo>
                          <a:pt x="145" y="0"/>
                        </a:lnTo>
                        <a:lnTo>
                          <a:pt x="145" y="0"/>
                        </a:lnTo>
                        <a:lnTo>
                          <a:pt x="0" y="129"/>
                        </a:lnTo>
                        <a:lnTo>
                          <a:pt x="0" y="293"/>
                        </a:lnTo>
                        <a:lnTo>
                          <a:pt x="107" y="293"/>
                        </a:lnTo>
                        <a:lnTo>
                          <a:pt x="107" y="198"/>
                        </a:lnTo>
                        <a:lnTo>
                          <a:pt x="180" y="198"/>
                        </a:lnTo>
                        <a:lnTo>
                          <a:pt x="180" y="293"/>
                        </a:lnTo>
                        <a:lnTo>
                          <a:pt x="288" y="293"/>
                        </a:lnTo>
                        <a:lnTo>
                          <a:pt x="288" y="129"/>
                        </a:lnTo>
                        <a:close/>
                      </a:path>
                    </a:pathLst>
                  </a:custGeom>
                  <a:noFill/>
                  <a:ln w="9525" cap="flat">
                    <a:solidFill>
                      <a:schemeClr val="tx2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/>
                  </a:p>
                </p:txBody>
              </p:sp>
              <p:sp>
                <p:nvSpPr>
                  <p:cNvPr id="259" name="Freeform 126">
                    <a:extLst>
                      <a:ext uri="{FF2B5EF4-FFF2-40B4-BE49-F238E27FC236}">
                        <a16:creationId xmlns:a16="http://schemas.microsoft.com/office/drawing/2014/main" id="{E72B5DF6-D2C3-4E31-AA18-EA7FC4B961B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885239" y="5650072"/>
                    <a:ext cx="657225" cy="285750"/>
                  </a:xfrm>
                  <a:custGeom>
                    <a:avLst/>
                    <a:gdLst>
                      <a:gd name="T0" fmla="*/ 414 w 414"/>
                      <a:gd name="T1" fmla="*/ 180 h 180"/>
                      <a:gd name="T2" fmla="*/ 207 w 414"/>
                      <a:gd name="T3" fmla="*/ 0 h 180"/>
                      <a:gd name="T4" fmla="*/ 109 w 414"/>
                      <a:gd name="T5" fmla="*/ 84 h 180"/>
                      <a:gd name="T6" fmla="*/ 109 w 414"/>
                      <a:gd name="T7" fmla="*/ 30 h 180"/>
                      <a:gd name="T8" fmla="*/ 64 w 414"/>
                      <a:gd name="T9" fmla="*/ 30 h 180"/>
                      <a:gd name="T10" fmla="*/ 64 w 414"/>
                      <a:gd name="T11" fmla="*/ 123 h 180"/>
                      <a:gd name="T12" fmla="*/ 0 w 414"/>
                      <a:gd name="T13" fmla="*/ 180 h 18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414" h="180">
                        <a:moveTo>
                          <a:pt x="414" y="180"/>
                        </a:moveTo>
                        <a:lnTo>
                          <a:pt x="207" y="0"/>
                        </a:lnTo>
                        <a:lnTo>
                          <a:pt x="109" y="84"/>
                        </a:lnTo>
                        <a:lnTo>
                          <a:pt x="109" y="30"/>
                        </a:lnTo>
                        <a:lnTo>
                          <a:pt x="64" y="30"/>
                        </a:lnTo>
                        <a:lnTo>
                          <a:pt x="64" y="123"/>
                        </a:lnTo>
                        <a:lnTo>
                          <a:pt x="0" y="180"/>
                        </a:lnTo>
                      </a:path>
                    </a:pathLst>
                  </a:custGeom>
                  <a:noFill/>
                  <a:ln w="9525" cap="flat">
                    <a:solidFill>
                      <a:schemeClr val="tx2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/>
                  </a:p>
                </p:txBody>
              </p:sp>
            </p:grpSp>
          </p:grpSp>
          <p:grpSp>
            <p:nvGrpSpPr>
              <p:cNvPr id="200" name="Group 199">
                <a:extLst>
                  <a:ext uri="{FF2B5EF4-FFF2-40B4-BE49-F238E27FC236}">
                    <a16:creationId xmlns:a16="http://schemas.microsoft.com/office/drawing/2014/main" id="{34804C62-A4FF-4F71-AB6F-53FE89EB5F60}"/>
                  </a:ext>
                </a:extLst>
              </p:cNvPr>
              <p:cNvGrpSpPr/>
              <p:nvPr/>
            </p:nvGrpSpPr>
            <p:grpSpPr>
              <a:xfrm>
                <a:off x="5625268" y="920102"/>
                <a:ext cx="1719850" cy="278052"/>
                <a:chOff x="5138150" y="889622"/>
                <a:chExt cx="1719850" cy="278052"/>
              </a:xfrm>
            </p:grpSpPr>
            <p:sp>
              <p:nvSpPr>
                <p:cNvPr id="225" name="TextBox 224">
                  <a:extLst>
                    <a:ext uri="{FF2B5EF4-FFF2-40B4-BE49-F238E27FC236}">
                      <a16:creationId xmlns:a16="http://schemas.microsoft.com/office/drawing/2014/main" id="{E63EE9C0-D47A-4C67-B426-96A2F4229FCF}"/>
                    </a:ext>
                  </a:extLst>
                </p:cNvPr>
                <p:cNvSpPr txBox="1"/>
                <p:nvPr/>
              </p:nvSpPr>
              <p:spPr>
                <a:xfrm>
                  <a:off x="5561582" y="1044563"/>
                  <a:ext cx="1296418" cy="123111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lang="en-US" sz="1400" dirty="0">
                      <a:sym typeface="+mn-lt"/>
                    </a:defRPr>
                  </a:lvl1pPr>
                  <a:lvl2pPr marL="230396" lvl="1" indent="-226796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10000"/>
                    <a:buFont typeface="Wingdings" panose="05000000000000000000" pitchFamily="2" charset="2"/>
                    <a:buChar char=""/>
                    <a:defRPr lang="en-US" sz="1400" dirty="0">
                      <a:sym typeface="+mn-lt"/>
                    </a:defRPr>
                  </a:lvl2pPr>
                  <a:lvl3pPr marL="442793" lvl="2" indent="-215997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10000"/>
                    <a:buFont typeface="Arial" panose="020B0604020202020204" pitchFamily="34" charset="0"/>
                    <a:buChar char="‒"/>
                    <a:defRPr lang="en-US" sz="1400" dirty="0">
                      <a:sym typeface="+mn-lt"/>
                    </a:defRPr>
                  </a:lvl3pPr>
                  <a:lvl4pPr marL="597590" lvl="3" indent="-15119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00000"/>
                    <a:buFont typeface="Arial" panose="020B0604020202020204" pitchFamily="34" charset="0"/>
                    <a:buChar char="•"/>
                    <a:defRPr lang="en-US" sz="1400" dirty="0">
                      <a:sym typeface="+mn-lt"/>
                    </a:defRPr>
                  </a:lvl4pPr>
                  <a:lvl5pPr marL="817187" lvl="4" indent="-14759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00000"/>
                    <a:buFont typeface="Arial" panose="020B0604020202020204" pitchFamily="34" charset="0"/>
                    <a:buChar char="̶"/>
                    <a:defRPr lang="en-US" sz="1400" dirty="0">
                      <a:sym typeface="+mn-lt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ru-RU" sz="800" dirty="0">
                      <a:solidFill>
                        <a:schemeClr val="accent5"/>
                      </a:solidFill>
                    </a:rPr>
                    <a:t>Придомовая территория</a:t>
                  </a:r>
                  <a:endParaRPr lang="en-US" sz="800" dirty="0">
                    <a:solidFill>
                      <a:schemeClr val="accent5"/>
                    </a:solidFill>
                  </a:endParaRPr>
                </a:p>
              </p:txBody>
            </p:sp>
            <p:grpSp>
              <p:nvGrpSpPr>
                <p:cNvPr id="235" name="Group 234">
                  <a:extLst>
                    <a:ext uri="{FF2B5EF4-FFF2-40B4-BE49-F238E27FC236}">
                      <a16:creationId xmlns:a16="http://schemas.microsoft.com/office/drawing/2014/main" id="{C5331DD8-F6D6-4426-B11C-5CFC21008559}"/>
                    </a:ext>
                  </a:extLst>
                </p:cNvPr>
                <p:cNvGrpSpPr/>
                <p:nvPr/>
              </p:nvGrpSpPr>
              <p:grpSpPr>
                <a:xfrm>
                  <a:off x="5138150" y="889622"/>
                  <a:ext cx="345642" cy="255680"/>
                  <a:chOff x="6741602" y="3075312"/>
                  <a:chExt cx="1390650" cy="1028700"/>
                </a:xfrm>
                <a:solidFill>
                  <a:schemeClr val="accent3"/>
                </a:solidFill>
              </p:grpSpPr>
              <p:sp>
                <p:nvSpPr>
                  <p:cNvPr id="236" name="Freeform: Shape 235">
                    <a:extLst>
                      <a:ext uri="{FF2B5EF4-FFF2-40B4-BE49-F238E27FC236}">
                        <a16:creationId xmlns:a16="http://schemas.microsoft.com/office/drawing/2014/main" id="{52998667-143D-4504-A3C9-48DCF442674B}"/>
                      </a:ext>
                    </a:extLst>
                  </p:cNvPr>
                  <p:cNvSpPr/>
                  <p:nvPr/>
                </p:nvSpPr>
                <p:spPr>
                  <a:xfrm>
                    <a:off x="6741602" y="3151512"/>
                    <a:ext cx="495300" cy="495300"/>
                  </a:xfrm>
                  <a:custGeom>
                    <a:avLst/>
                    <a:gdLst>
                      <a:gd name="connsiteX0" fmla="*/ 247650 w 495300"/>
                      <a:gd name="connsiteY0" fmla="*/ 495300 h 495300"/>
                      <a:gd name="connsiteX1" fmla="*/ 0 w 495300"/>
                      <a:gd name="connsiteY1" fmla="*/ 247650 h 495300"/>
                      <a:gd name="connsiteX2" fmla="*/ 247650 w 495300"/>
                      <a:gd name="connsiteY2" fmla="*/ 0 h 495300"/>
                      <a:gd name="connsiteX3" fmla="*/ 495300 w 495300"/>
                      <a:gd name="connsiteY3" fmla="*/ 247650 h 495300"/>
                      <a:gd name="connsiteX4" fmla="*/ 247650 w 495300"/>
                      <a:gd name="connsiteY4" fmla="*/ 495300 h 495300"/>
                      <a:gd name="connsiteX5" fmla="*/ 247650 w 495300"/>
                      <a:gd name="connsiteY5" fmla="*/ 38100 h 495300"/>
                      <a:gd name="connsiteX6" fmla="*/ 38100 w 495300"/>
                      <a:gd name="connsiteY6" fmla="*/ 247650 h 495300"/>
                      <a:gd name="connsiteX7" fmla="*/ 247650 w 495300"/>
                      <a:gd name="connsiteY7" fmla="*/ 457200 h 495300"/>
                      <a:gd name="connsiteX8" fmla="*/ 457200 w 495300"/>
                      <a:gd name="connsiteY8" fmla="*/ 247650 h 495300"/>
                      <a:gd name="connsiteX9" fmla="*/ 247650 w 495300"/>
                      <a:gd name="connsiteY9" fmla="*/ 38100 h 495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95300" h="495300">
                        <a:moveTo>
                          <a:pt x="247650" y="495300"/>
                        </a:moveTo>
                        <a:cubicBezTo>
                          <a:pt x="111062" y="495300"/>
                          <a:pt x="0" y="384239"/>
                          <a:pt x="0" y="247650"/>
                        </a:cubicBezTo>
                        <a:cubicBezTo>
                          <a:pt x="0" y="111062"/>
                          <a:pt x="111062" y="0"/>
                          <a:pt x="247650" y="0"/>
                        </a:cubicBezTo>
                        <a:cubicBezTo>
                          <a:pt x="384239" y="0"/>
                          <a:pt x="495300" y="111062"/>
                          <a:pt x="495300" y="247650"/>
                        </a:cubicBezTo>
                        <a:cubicBezTo>
                          <a:pt x="495300" y="384239"/>
                          <a:pt x="384239" y="495300"/>
                          <a:pt x="247650" y="495300"/>
                        </a:cubicBezTo>
                        <a:close/>
                        <a:moveTo>
                          <a:pt x="247650" y="38100"/>
                        </a:moveTo>
                        <a:cubicBezTo>
                          <a:pt x="132112" y="38100"/>
                          <a:pt x="38100" y="132112"/>
                          <a:pt x="38100" y="247650"/>
                        </a:cubicBezTo>
                        <a:cubicBezTo>
                          <a:pt x="38100" y="363188"/>
                          <a:pt x="132112" y="457200"/>
                          <a:pt x="247650" y="457200"/>
                        </a:cubicBezTo>
                        <a:cubicBezTo>
                          <a:pt x="363188" y="457200"/>
                          <a:pt x="457200" y="363188"/>
                          <a:pt x="457200" y="247650"/>
                        </a:cubicBezTo>
                        <a:cubicBezTo>
                          <a:pt x="457200" y="132112"/>
                          <a:pt x="363188" y="38100"/>
                          <a:pt x="247650" y="381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37" name="Freeform: Shape 236">
                    <a:extLst>
                      <a:ext uri="{FF2B5EF4-FFF2-40B4-BE49-F238E27FC236}">
                        <a16:creationId xmlns:a16="http://schemas.microsoft.com/office/drawing/2014/main" id="{43D7D5DD-80F9-454F-9F41-4F8744856E2B}"/>
                      </a:ext>
                    </a:extLst>
                  </p:cNvPr>
                  <p:cNvSpPr/>
                  <p:nvPr/>
                </p:nvSpPr>
                <p:spPr>
                  <a:xfrm>
                    <a:off x="6970202" y="3532512"/>
                    <a:ext cx="38100" cy="571500"/>
                  </a:xfrm>
                  <a:custGeom>
                    <a:avLst/>
                    <a:gdLst>
                      <a:gd name="connsiteX0" fmla="*/ 19050 w 38100"/>
                      <a:gd name="connsiteY0" fmla="*/ 571500 h 571500"/>
                      <a:gd name="connsiteX1" fmla="*/ 0 w 38100"/>
                      <a:gd name="connsiteY1" fmla="*/ 552450 h 571500"/>
                      <a:gd name="connsiteX2" fmla="*/ 0 w 38100"/>
                      <a:gd name="connsiteY2" fmla="*/ 19050 h 571500"/>
                      <a:gd name="connsiteX3" fmla="*/ 19050 w 38100"/>
                      <a:gd name="connsiteY3" fmla="*/ 0 h 571500"/>
                      <a:gd name="connsiteX4" fmla="*/ 38100 w 38100"/>
                      <a:gd name="connsiteY4" fmla="*/ 19050 h 571500"/>
                      <a:gd name="connsiteX5" fmla="*/ 38100 w 38100"/>
                      <a:gd name="connsiteY5" fmla="*/ 552450 h 571500"/>
                      <a:gd name="connsiteX6" fmla="*/ 19050 w 38100"/>
                      <a:gd name="connsiteY6" fmla="*/ 571500 h 5715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8100" h="571500">
                        <a:moveTo>
                          <a:pt x="19050" y="571500"/>
                        </a:moveTo>
                        <a:cubicBezTo>
                          <a:pt x="8477" y="571500"/>
                          <a:pt x="0" y="563023"/>
                          <a:pt x="0" y="552450"/>
                        </a:cubicBezTo>
                        <a:lnTo>
                          <a:pt x="0" y="19050"/>
                        </a:lnTo>
                        <a:cubicBezTo>
                          <a:pt x="0" y="8477"/>
                          <a:pt x="8477" y="0"/>
                          <a:pt x="19050" y="0"/>
                        </a:cubicBezTo>
                        <a:cubicBezTo>
                          <a:pt x="29623" y="0"/>
                          <a:pt x="38100" y="8477"/>
                          <a:pt x="38100" y="19050"/>
                        </a:cubicBezTo>
                        <a:lnTo>
                          <a:pt x="38100" y="552450"/>
                        </a:lnTo>
                        <a:cubicBezTo>
                          <a:pt x="38100" y="563023"/>
                          <a:pt x="29623" y="571500"/>
                          <a:pt x="19050" y="5715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38" name="Freeform: Shape 237">
                    <a:extLst>
                      <a:ext uri="{FF2B5EF4-FFF2-40B4-BE49-F238E27FC236}">
                        <a16:creationId xmlns:a16="http://schemas.microsoft.com/office/drawing/2014/main" id="{C84E4D8B-BEE9-4F8B-A38D-8FEFF2FEA5A3}"/>
                      </a:ext>
                    </a:extLst>
                  </p:cNvPr>
                  <p:cNvSpPr/>
                  <p:nvPr/>
                </p:nvSpPr>
                <p:spPr>
                  <a:xfrm>
                    <a:off x="6894049" y="3456264"/>
                    <a:ext cx="190499" cy="114347"/>
                  </a:xfrm>
                  <a:custGeom>
                    <a:avLst/>
                    <a:gdLst>
                      <a:gd name="connsiteX0" fmla="*/ 95202 w 190499"/>
                      <a:gd name="connsiteY0" fmla="*/ 114348 h 114347"/>
                      <a:gd name="connsiteX1" fmla="*/ 81772 w 190499"/>
                      <a:gd name="connsiteY1" fmla="*/ 108728 h 114347"/>
                      <a:gd name="connsiteX2" fmla="*/ 5572 w 190499"/>
                      <a:gd name="connsiteY2" fmla="*/ 32528 h 114347"/>
                      <a:gd name="connsiteX3" fmla="*/ 5572 w 190499"/>
                      <a:gd name="connsiteY3" fmla="*/ 5572 h 114347"/>
                      <a:gd name="connsiteX4" fmla="*/ 32528 w 190499"/>
                      <a:gd name="connsiteY4" fmla="*/ 5572 h 114347"/>
                      <a:gd name="connsiteX5" fmla="*/ 95202 w 190499"/>
                      <a:gd name="connsiteY5" fmla="*/ 68342 h 114347"/>
                      <a:gd name="connsiteX6" fmla="*/ 157972 w 190499"/>
                      <a:gd name="connsiteY6" fmla="*/ 5572 h 114347"/>
                      <a:gd name="connsiteX7" fmla="*/ 184928 w 190499"/>
                      <a:gd name="connsiteY7" fmla="*/ 5572 h 114347"/>
                      <a:gd name="connsiteX8" fmla="*/ 184928 w 190499"/>
                      <a:gd name="connsiteY8" fmla="*/ 32528 h 114347"/>
                      <a:gd name="connsiteX9" fmla="*/ 108728 w 190499"/>
                      <a:gd name="connsiteY9" fmla="*/ 108728 h 114347"/>
                      <a:gd name="connsiteX10" fmla="*/ 95202 w 190499"/>
                      <a:gd name="connsiteY10" fmla="*/ 114348 h 1143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90499" h="114347">
                        <a:moveTo>
                          <a:pt x="95202" y="114348"/>
                        </a:moveTo>
                        <a:cubicBezTo>
                          <a:pt x="90345" y="114348"/>
                          <a:pt x="85487" y="112443"/>
                          <a:pt x="81772" y="108728"/>
                        </a:cubicBezTo>
                        <a:lnTo>
                          <a:pt x="5572" y="32528"/>
                        </a:lnTo>
                        <a:cubicBezTo>
                          <a:pt x="-1857" y="25098"/>
                          <a:pt x="-1857" y="13002"/>
                          <a:pt x="5572" y="5572"/>
                        </a:cubicBezTo>
                        <a:cubicBezTo>
                          <a:pt x="13002" y="-1857"/>
                          <a:pt x="25098" y="-1857"/>
                          <a:pt x="32528" y="5572"/>
                        </a:cubicBezTo>
                        <a:lnTo>
                          <a:pt x="95202" y="68342"/>
                        </a:lnTo>
                        <a:lnTo>
                          <a:pt x="157972" y="5572"/>
                        </a:lnTo>
                        <a:cubicBezTo>
                          <a:pt x="165402" y="-1857"/>
                          <a:pt x="177498" y="-1857"/>
                          <a:pt x="184928" y="5572"/>
                        </a:cubicBezTo>
                        <a:cubicBezTo>
                          <a:pt x="192357" y="13002"/>
                          <a:pt x="192357" y="25098"/>
                          <a:pt x="184928" y="32528"/>
                        </a:cubicBezTo>
                        <a:lnTo>
                          <a:pt x="108728" y="108728"/>
                        </a:lnTo>
                        <a:cubicBezTo>
                          <a:pt x="104918" y="112443"/>
                          <a:pt x="100060" y="114348"/>
                          <a:pt x="95202" y="114348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39" name="Freeform: Shape 238">
                    <a:extLst>
                      <a:ext uri="{FF2B5EF4-FFF2-40B4-BE49-F238E27FC236}">
                        <a16:creationId xmlns:a16="http://schemas.microsoft.com/office/drawing/2014/main" id="{8163E69A-E6E1-4476-B337-E73E1F51A965}"/>
                      </a:ext>
                    </a:extLst>
                  </p:cNvPr>
                  <p:cNvSpPr/>
                  <p:nvPr/>
                </p:nvSpPr>
                <p:spPr>
                  <a:xfrm>
                    <a:off x="6913052" y="4065912"/>
                    <a:ext cx="1219200" cy="38100"/>
                  </a:xfrm>
                  <a:custGeom>
                    <a:avLst/>
                    <a:gdLst>
                      <a:gd name="connsiteX0" fmla="*/ 0 w 1219200"/>
                      <a:gd name="connsiteY0" fmla="*/ 0 h 38100"/>
                      <a:gd name="connsiteX1" fmla="*/ 1219200 w 1219200"/>
                      <a:gd name="connsiteY1" fmla="*/ 0 h 38100"/>
                      <a:gd name="connsiteX2" fmla="*/ 1219200 w 1219200"/>
                      <a:gd name="connsiteY2" fmla="*/ 38100 h 38100"/>
                      <a:gd name="connsiteX3" fmla="*/ 0 w 12192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19200" h="38100">
                        <a:moveTo>
                          <a:pt x="0" y="0"/>
                        </a:moveTo>
                        <a:lnTo>
                          <a:pt x="1219200" y="0"/>
                        </a:lnTo>
                        <a:lnTo>
                          <a:pt x="12192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40" name="Freeform: Shape 239">
                    <a:extLst>
                      <a:ext uri="{FF2B5EF4-FFF2-40B4-BE49-F238E27FC236}">
                        <a16:creationId xmlns:a16="http://schemas.microsoft.com/office/drawing/2014/main" id="{A4D70ECA-26EC-4B9C-9C41-EDB880B6B7B5}"/>
                      </a:ext>
                    </a:extLst>
                  </p:cNvPr>
                  <p:cNvSpPr/>
                  <p:nvPr/>
                </p:nvSpPr>
                <p:spPr>
                  <a:xfrm>
                    <a:off x="7427496" y="3075312"/>
                    <a:ext cx="190405" cy="114300"/>
                  </a:xfrm>
                  <a:custGeom>
                    <a:avLst/>
                    <a:gdLst>
                      <a:gd name="connsiteX0" fmla="*/ 95156 w 190405"/>
                      <a:gd name="connsiteY0" fmla="*/ 114300 h 114300"/>
                      <a:gd name="connsiteX1" fmla="*/ 76106 w 190405"/>
                      <a:gd name="connsiteY1" fmla="*/ 95536 h 114300"/>
                      <a:gd name="connsiteX2" fmla="*/ 76106 w 190405"/>
                      <a:gd name="connsiteY2" fmla="*/ 95536 h 114300"/>
                      <a:gd name="connsiteX3" fmla="*/ 76106 w 190405"/>
                      <a:gd name="connsiteY3" fmla="*/ 95536 h 114300"/>
                      <a:gd name="connsiteX4" fmla="*/ 76106 w 190405"/>
                      <a:gd name="connsiteY4" fmla="*/ 95536 h 114300"/>
                      <a:gd name="connsiteX5" fmla="*/ 76106 w 190405"/>
                      <a:gd name="connsiteY5" fmla="*/ 95441 h 114300"/>
                      <a:gd name="connsiteX6" fmla="*/ 76106 w 190405"/>
                      <a:gd name="connsiteY6" fmla="*/ 95345 h 114300"/>
                      <a:gd name="connsiteX7" fmla="*/ 76106 w 190405"/>
                      <a:gd name="connsiteY7" fmla="*/ 95345 h 114300"/>
                      <a:gd name="connsiteX8" fmla="*/ 76106 w 190405"/>
                      <a:gd name="connsiteY8" fmla="*/ 95250 h 114300"/>
                      <a:gd name="connsiteX9" fmla="*/ 18860 w 190405"/>
                      <a:gd name="connsiteY9" fmla="*/ 38100 h 114300"/>
                      <a:gd name="connsiteX10" fmla="*/ 1 w 190405"/>
                      <a:gd name="connsiteY10" fmla="*/ 18955 h 114300"/>
                      <a:gd name="connsiteX11" fmla="*/ 18956 w 190405"/>
                      <a:gd name="connsiteY11" fmla="*/ 0 h 114300"/>
                      <a:gd name="connsiteX12" fmla="*/ 95441 w 190405"/>
                      <a:gd name="connsiteY12" fmla="*/ 35243 h 114300"/>
                      <a:gd name="connsiteX13" fmla="*/ 171356 w 190405"/>
                      <a:gd name="connsiteY13" fmla="*/ 0 h 114300"/>
                      <a:gd name="connsiteX14" fmla="*/ 190406 w 190405"/>
                      <a:gd name="connsiteY14" fmla="*/ 19050 h 114300"/>
                      <a:gd name="connsiteX15" fmla="*/ 171356 w 190405"/>
                      <a:gd name="connsiteY15" fmla="*/ 38100 h 114300"/>
                      <a:gd name="connsiteX16" fmla="*/ 114206 w 190405"/>
                      <a:gd name="connsiteY16" fmla="*/ 95345 h 114300"/>
                      <a:gd name="connsiteX17" fmla="*/ 95156 w 190405"/>
                      <a:gd name="connsiteY17" fmla="*/ 114300 h 114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90405" h="114300">
                        <a:moveTo>
                          <a:pt x="95156" y="114300"/>
                        </a:moveTo>
                        <a:cubicBezTo>
                          <a:pt x="84678" y="114300"/>
                          <a:pt x="76296" y="105918"/>
                          <a:pt x="76106" y="95536"/>
                        </a:cubicBezTo>
                        <a:cubicBezTo>
                          <a:pt x="76106" y="95536"/>
                          <a:pt x="76106" y="95536"/>
                          <a:pt x="76106" y="95536"/>
                        </a:cubicBezTo>
                        <a:lnTo>
                          <a:pt x="76106" y="95536"/>
                        </a:lnTo>
                        <a:lnTo>
                          <a:pt x="76106" y="95536"/>
                        </a:lnTo>
                        <a:cubicBezTo>
                          <a:pt x="76106" y="95536"/>
                          <a:pt x="76106" y="95441"/>
                          <a:pt x="76106" y="95441"/>
                        </a:cubicBezTo>
                        <a:cubicBezTo>
                          <a:pt x="76106" y="95441"/>
                          <a:pt x="76106" y="95441"/>
                          <a:pt x="76106" y="95345"/>
                        </a:cubicBezTo>
                        <a:lnTo>
                          <a:pt x="76106" y="95345"/>
                        </a:lnTo>
                        <a:cubicBezTo>
                          <a:pt x="76106" y="95345"/>
                          <a:pt x="76106" y="95345"/>
                          <a:pt x="76106" y="95250"/>
                        </a:cubicBezTo>
                        <a:cubicBezTo>
                          <a:pt x="76106" y="41434"/>
                          <a:pt x="28385" y="38195"/>
                          <a:pt x="18860" y="38100"/>
                        </a:cubicBezTo>
                        <a:cubicBezTo>
                          <a:pt x="8383" y="38005"/>
                          <a:pt x="-94" y="29432"/>
                          <a:pt x="1" y="18955"/>
                        </a:cubicBezTo>
                        <a:cubicBezTo>
                          <a:pt x="1" y="8477"/>
                          <a:pt x="8478" y="0"/>
                          <a:pt x="18956" y="0"/>
                        </a:cubicBezTo>
                        <a:cubicBezTo>
                          <a:pt x="40482" y="0"/>
                          <a:pt x="74391" y="8477"/>
                          <a:pt x="95441" y="35243"/>
                        </a:cubicBezTo>
                        <a:cubicBezTo>
                          <a:pt x="109824" y="15621"/>
                          <a:pt x="133637" y="0"/>
                          <a:pt x="171356" y="0"/>
                        </a:cubicBezTo>
                        <a:cubicBezTo>
                          <a:pt x="181928" y="0"/>
                          <a:pt x="190406" y="8573"/>
                          <a:pt x="190406" y="19050"/>
                        </a:cubicBezTo>
                        <a:cubicBezTo>
                          <a:pt x="190406" y="29528"/>
                          <a:pt x="181928" y="38100"/>
                          <a:pt x="171356" y="38100"/>
                        </a:cubicBezTo>
                        <a:cubicBezTo>
                          <a:pt x="117635" y="38100"/>
                          <a:pt x="114301" y="85725"/>
                          <a:pt x="114206" y="95345"/>
                        </a:cubicBezTo>
                        <a:cubicBezTo>
                          <a:pt x="114110" y="105823"/>
                          <a:pt x="105633" y="114300"/>
                          <a:pt x="95156" y="1143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41" name="Freeform: Shape 240">
                    <a:extLst>
                      <a:ext uri="{FF2B5EF4-FFF2-40B4-BE49-F238E27FC236}">
                        <a16:creationId xmlns:a16="http://schemas.microsoft.com/office/drawing/2014/main" id="{56745FC2-9A34-4DB6-A849-D189532758E8}"/>
                      </a:ext>
                    </a:extLst>
                  </p:cNvPr>
                  <p:cNvSpPr/>
                  <p:nvPr/>
                </p:nvSpPr>
                <p:spPr>
                  <a:xfrm>
                    <a:off x="7579896" y="3151512"/>
                    <a:ext cx="190405" cy="114300"/>
                  </a:xfrm>
                  <a:custGeom>
                    <a:avLst/>
                    <a:gdLst>
                      <a:gd name="connsiteX0" fmla="*/ 95156 w 190405"/>
                      <a:gd name="connsiteY0" fmla="*/ 114300 h 114300"/>
                      <a:gd name="connsiteX1" fmla="*/ 76106 w 190405"/>
                      <a:gd name="connsiteY1" fmla="*/ 95536 h 114300"/>
                      <a:gd name="connsiteX2" fmla="*/ 76106 w 190405"/>
                      <a:gd name="connsiteY2" fmla="*/ 95536 h 114300"/>
                      <a:gd name="connsiteX3" fmla="*/ 76106 w 190405"/>
                      <a:gd name="connsiteY3" fmla="*/ 95536 h 114300"/>
                      <a:gd name="connsiteX4" fmla="*/ 76106 w 190405"/>
                      <a:gd name="connsiteY4" fmla="*/ 95536 h 114300"/>
                      <a:gd name="connsiteX5" fmla="*/ 76106 w 190405"/>
                      <a:gd name="connsiteY5" fmla="*/ 95441 h 114300"/>
                      <a:gd name="connsiteX6" fmla="*/ 76106 w 190405"/>
                      <a:gd name="connsiteY6" fmla="*/ 95345 h 114300"/>
                      <a:gd name="connsiteX7" fmla="*/ 76106 w 190405"/>
                      <a:gd name="connsiteY7" fmla="*/ 95345 h 114300"/>
                      <a:gd name="connsiteX8" fmla="*/ 76106 w 190405"/>
                      <a:gd name="connsiteY8" fmla="*/ 95250 h 114300"/>
                      <a:gd name="connsiteX9" fmla="*/ 18860 w 190405"/>
                      <a:gd name="connsiteY9" fmla="*/ 38100 h 114300"/>
                      <a:gd name="connsiteX10" fmla="*/ 1 w 190405"/>
                      <a:gd name="connsiteY10" fmla="*/ 18955 h 114300"/>
                      <a:gd name="connsiteX11" fmla="*/ 18956 w 190405"/>
                      <a:gd name="connsiteY11" fmla="*/ 0 h 114300"/>
                      <a:gd name="connsiteX12" fmla="*/ 95441 w 190405"/>
                      <a:gd name="connsiteY12" fmla="*/ 35243 h 114300"/>
                      <a:gd name="connsiteX13" fmla="*/ 171356 w 190405"/>
                      <a:gd name="connsiteY13" fmla="*/ 0 h 114300"/>
                      <a:gd name="connsiteX14" fmla="*/ 190406 w 190405"/>
                      <a:gd name="connsiteY14" fmla="*/ 19050 h 114300"/>
                      <a:gd name="connsiteX15" fmla="*/ 171356 w 190405"/>
                      <a:gd name="connsiteY15" fmla="*/ 38100 h 114300"/>
                      <a:gd name="connsiteX16" fmla="*/ 114206 w 190405"/>
                      <a:gd name="connsiteY16" fmla="*/ 95345 h 114300"/>
                      <a:gd name="connsiteX17" fmla="*/ 95156 w 190405"/>
                      <a:gd name="connsiteY17" fmla="*/ 114300 h 114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90405" h="114300">
                        <a:moveTo>
                          <a:pt x="95156" y="114300"/>
                        </a:moveTo>
                        <a:cubicBezTo>
                          <a:pt x="84678" y="114300"/>
                          <a:pt x="76296" y="105918"/>
                          <a:pt x="76106" y="95536"/>
                        </a:cubicBezTo>
                        <a:cubicBezTo>
                          <a:pt x="76106" y="95536"/>
                          <a:pt x="76106" y="95536"/>
                          <a:pt x="76106" y="95536"/>
                        </a:cubicBezTo>
                        <a:lnTo>
                          <a:pt x="76106" y="95536"/>
                        </a:lnTo>
                        <a:lnTo>
                          <a:pt x="76106" y="95536"/>
                        </a:lnTo>
                        <a:cubicBezTo>
                          <a:pt x="76106" y="95536"/>
                          <a:pt x="76106" y="95441"/>
                          <a:pt x="76106" y="95441"/>
                        </a:cubicBezTo>
                        <a:cubicBezTo>
                          <a:pt x="76106" y="95441"/>
                          <a:pt x="76106" y="95441"/>
                          <a:pt x="76106" y="95345"/>
                        </a:cubicBezTo>
                        <a:lnTo>
                          <a:pt x="76106" y="95345"/>
                        </a:lnTo>
                        <a:cubicBezTo>
                          <a:pt x="76106" y="95345"/>
                          <a:pt x="76106" y="95345"/>
                          <a:pt x="76106" y="95250"/>
                        </a:cubicBezTo>
                        <a:cubicBezTo>
                          <a:pt x="76106" y="41434"/>
                          <a:pt x="28385" y="38195"/>
                          <a:pt x="18860" y="38100"/>
                        </a:cubicBezTo>
                        <a:cubicBezTo>
                          <a:pt x="8383" y="38005"/>
                          <a:pt x="-94" y="29432"/>
                          <a:pt x="1" y="18955"/>
                        </a:cubicBezTo>
                        <a:cubicBezTo>
                          <a:pt x="1" y="8477"/>
                          <a:pt x="8478" y="0"/>
                          <a:pt x="18956" y="0"/>
                        </a:cubicBezTo>
                        <a:cubicBezTo>
                          <a:pt x="40482" y="0"/>
                          <a:pt x="74391" y="8477"/>
                          <a:pt x="95441" y="35243"/>
                        </a:cubicBezTo>
                        <a:cubicBezTo>
                          <a:pt x="109824" y="15621"/>
                          <a:pt x="133637" y="0"/>
                          <a:pt x="171356" y="0"/>
                        </a:cubicBezTo>
                        <a:cubicBezTo>
                          <a:pt x="181928" y="0"/>
                          <a:pt x="190406" y="8572"/>
                          <a:pt x="190406" y="19050"/>
                        </a:cubicBezTo>
                        <a:cubicBezTo>
                          <a:pt x="190406" y="29528"/>
                          <a:pt x="181928" y="38100"/>
                          <a:pt x="171356" y="38100"/>
                        </a:cubicBezTo>
                        <a:cubicBezTo>
                          <a:pt x="117635" y="38100"/>
                          <a:pt x="114301" y="85725"/>
                          <a:pt x="114206" y="95345"/>
                        </a:cubicBezTo>
                        <a:cubicBezTo>
                          <a:pt x="114110" y="105823"/>
                          <a:pt x="105633" y="114300"/>
                          <a:pt x="95156" y="1143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42" name="Freeform: Shape 241">
                    <a:extLst>
                      <a:ext uri="{FF2B5EF4-FFF2-40B4-BE49-F238E27FC236}">
                        <a16:creationId xmlns:a16="http://schemas.microsoft.com/office/drawing/2014/main" id="{09CFA98B-6E36-4F13-B993-2B457F05CDE1}"/>
                      </a:ext>
                    </a:extLst>
                  </p:cNvPr>
                  <p:cNvSpPr/>
                  <p:nvPr/>
                </p:nvSpPr>
                <p:spPr>
                  <a:xfrm>
                    <a:off x="7351296" y="3227712"/>
                    <a:ext cx="190405" cy="114300"/>
                  </a:xfrm>
                  <a:custGeom>
                    <a:avLst/>
                    <a:gdLst>
                      <a:gd name="connsiteX0" fmla="*/ 95156 w 190405"/>
                      <a:gd name="connsiteY0" fmla="*/ 114300 h 114300"/>
                      <a:gd name="connsiteX1" fmla="*/ 76106 w 190405"/>
                      <a:gd name="connsiteY1" fmla="*/ 95536 h 114300"/>
                      <a:gd name="connsiteX2" fmla="*/ 76106 w 190405"/>
                      <a:gd name="connsiteY2" fmla="*/ 95536 h 114300"/>
                      <a:gd name="connsiteX3" fmla="*/ 76106 w 190405"/>
                      <a:gd name="connsiteY3" fmla="*/ 95536 h 114300"/>
                      <a:gd name="connsiteX4" fmla="*/ 76106 w 190405"/>
                      <a:gd name="connsiteY4" fmla="*/ 95536 h 114300"/>
                      <a:gd name="connsiteX5" fmla="*/ 76106 w 190405"/>
                      <a:gd name="connsiteY5" fmla="*/ 95441 h 114300"/>
                      <a:gd name="connsiteX6" fmla="*/ 76106 w 190405"/>
                      <a:gd name="connsiteY6" fmla="*/ 95345 h 114300"/>
                      <a:gd name="connsiteX7" fmla="*/ 76106 w 190405"/>
                      <a:gd name="connsiteY7" fmla="*/ 95345 h 114300"/>
                      <a:gd name="connsiteX8" fmla="*/ 76106 w 190405"/>
                      <a:gd name="connsiteY8" fmla="*/ 95250 h 114300"/>
                      <a:gd name="connsiteX9" fmla="*/ 18860 w 190405"/>
                      <a:gd name="connsiteY9" fmla="*/ 38100 h 114300"/>
                      <a:gd name="connsiteX10" fmla="*/ 1 w 190405"/>
                      <a:gd name="connsiteY10" fmla="*/ 18955 h 114300"/>
                      <a:gd name="connsiteX11" fmla="*/ 18956 w 190405"/>
                      <a:gd name="connsiteY11" fmla="*/ 0 h 114300"/>
                      <a:gd name="connsiteX12" fmla="*/ 95441 w 190405"/>
                      <a:gd name="connsiteY12" fmla="*/ 35243 h 114300"/>
                      <a:gd name="connsiteX13" fmla="*/ 171356 w 190405"/>
                      <a:gd name="connsiteY13" fmla="*/ 0 h 114300"/>
                      <a:gd name="connsiteX14" fmla="*/ 190406 w 190405"/>
                      <a:gd name="connsiteY14" fmla="*/ 19050 h 114300"/>
                      <a:gd name="connsiteX15" fmla="*/ 171356 w 190405"/>
                      <a:gd name="connsiteY15" fmla="*/ 38100 h 114300"/>
                      <a:gd name="connsiteX16" fmla="*/ 114206 w 190405"/>
                      <a:gd name="connsiteY16" fmla="*/ 95345 h 114300"/>
                      <a:gd name="connsiteX17" fmla="*/ 95156 w 190405"/>
                      <a:gd name="connsiteY17" fmla="*/ 114300 h 114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90405" h="114300">
                        <a:moveTo>
                          <a:pt x="95156" y="114300"/>
                        </a:moveTo>
                        <a:cubicBezTo>
                          <a:pt x="84678" y="114300"/>
                          <a:pt x="76296" y="105918"/>
                          <a:pt x="76106" y="95536"/>
                        </a:cubicBezTo>
                        <a:cubicBezTo>
                          <a:pt x="76106" y="95536"/>
                          <a:pt x="76106" y="95536"/>
                          <a:pt x="76106" y="95536"/>
                        </a:cubicBezTo>
                        <a:lnTo>
                          <a:pt x="76106" y="95536"/>
                        </a:lnTo>
                        <a:lnTo>
                          <a:pt x="76106" y="95536"/>
                        </a:lnTo>
                        <a:cubicBezTo>
                          <a:pt x="76106" y="95536"/>
                          <a:pt x="76106" y="95441"/>
                          <a:pt x="76106" y="95441"/>
                        </a:cubicBezTo>
                        <a:cubicBezTo>
                          <a:pt x="76106" y="95441"/>
                          <a:pt x="76106" y="95441"/>
                          <a:pt x="76106" y="95345"/>
                        </a:cubicBezTo>
                        <a:lnTo>
                          <a:pt x="76106" y="95345"/>
                        </a:lnTo>
                        <a:cubicBezTo>
                          <a:pt x="76106" y="95345"/>
                          <a:pt x="76106" y="95345"/>
                          <a:pt x="76106" y="95250"/>
                        </a:cubicBezTo>
                        <a:cubicBezTo>
                          <a:pt x="76106" y="41434"/>
                          <a:pt x="28385" y="38195"/>
                          <a:pt x="18860" y="38100"/>
                        </a:cubicBezTo>
                        <a:cubicBezTo>
                          <a:pt x="8383" y="38005"/>
                          <a:pt x="-94" y="29432"/>
                          <a:pt x="1" y="18955"/>
                        </a:cubicBezTo>
                        <a:cubicBezTo>
                          <a:pt x="1" y="8477"/>
                          <a:pt x="8478" y="0"/>
                          <a:pt x="18956" y="0"/>
                        </a:cubicBezTo>
                        <a:cubicBezTo>
                          <a:pt x="40482" y="0"/>
                          <a:pt x="74391" y="8477"/>
                          <a:pt x="95441" y="35243"/>
                        </a:cubicBezTo>
                        <a:cubicBezTo>
                          <a:pt x="109824" y="15621"/>
                          <a:pt x="133637" y="0"/>
                          <a:pt x="171356" y="0"/>
                        </a:cubicBezTo>
                        <a:cubicBezTo>
                          <a:pt x="181928" y="0"/>
                          <a:pt x="190406" y="8572"/>
                          <a:pt x="190406" y="19050"/>
                        </a:cubicBezTo>
                        <a:cubicBezTo>
                          <a:pt x="190406" y="29528"/>
                          <a:pt x="181928" y="38100"/>
                          <a:pt x="171356" y="38100"/>
                        </a:cubicBezTo>
                        <a:cubicBezTo>
                          <a:pt x="117635" y="38100"/>
                          <a:pt x="114301" y="85725"/>
                          <a:pt x="114206" y="95345"/>
                        </a:cubicBezTo>
                        <a:cubicBezTo>
                          <a:pt x="114110" y="105823"/>
                          <a:pt x="105633" y="114300"/>
                          <a:pt x="95156" y="1143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243" name="Graphic 112">
                    <a:extLst>
                      <a:ext uri="{FF2B5EF4-FFF2-40B4-BE49-F238E27FC236}">
                        <a16:creationId xmlns:a16="http://schemas.microsoft.com/office/drawing/2014/main" id="{FBEE5318-D702-4A8E-97BE-BEB1818A4E0C}"/>
                      </a:ext>
                    </a:extLst>
                  </p:cNvPr>
                  <p:cNvGrpSpPr/>
                  <p:nvPr/>
                </p:nvGrpSpPr>
                <p:grpSpPr>
                  <a:xfrm>
                    <a:off x="7109933" y="3608977"/>
                    <a:ext cx="825436" cy="485795"/>
                    <a:chOff x="5769006" y="3448315"/>
                    <a:chExt cx="825436" cy="485795"/>
                  </a:xfrm>
                  <a:grpFill/>
                </p:grpSpPr>
                <p:sp>
                  <p:nvSpPr>
                    <p:cNvPr id="244" name="Freeform: Shape 243">
                      <a:extLst>
                        <a:ext uri="{FF2B5EF4-FFF2-40B4-BE49-F238E27FC236}">
                          <a16:creationId xmlns:a16="http://schemas.microsoft.com/office/drawing/2014/main" id="{F0D3A4C6-6345-4FD5-9601-7F1CA0D303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32836" y="3448335"/>
                      <a:ext cx="133540" cy="38100"/>
                    </a:xfrm>
                    <a:custGeom>
                      <a:avLst/>
                      <a:gdLst>
                        <a:gd name="connsiteX0" fmla="*/ 114491 w 133540"/>
                        <a:gd name="connsiteY0" fmla="*/ 38100 h 38100"/>
                        <a:gd name="connsiteX1" fmla="*/ 19050 w 133540"/>
                        <a:gd name="connsiteY1" fmla="*/ 38100 h 38100"/>
                        <a:gd name="connsiteX2" fmla="*/ 0 w 133540"/>
                        <a:gd name="connsiteY2" fmla="*/ 19050 h 38100"/>
                        <a:gd name="connsiteX3" fmla="*/ 19050 w 133540"/>
                        <a:gd name="connsiteY3" fmla="*/ 0 h 38100"/>
                        <a:gd name="connsiteX4" fmla="*/ 114491 w 133540"/>
                        <a:gd name="connsiteY4" fmla="*/ 0 h 38100"/>
                        <a:gd name="connsiteX5" fmla="*/ 133541 w 133540"/>
                        <a:gd name="connsiteY5" fmla="*/ 19050 h 38100"/>
                        <a:gd name="connsiteX6" fmla="*/ 114491 w 133540"/>
                        <a:gd name="connsiteY6" fmla="*/ 38100 h 38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33540" h="38100">
                          <a:moveTo>
                            <a:pt x="114491" y="38100"/>
                          </a:moveTo>
                          <a:lnTo>
                            <a:pt x="19050" y="38100"/>
                          </a:lnTo>
                          <a:cubicBezTo>
                            <a:pt x="8477" y="38100"/>
                            <a:pt x="0" y="29623"/>
                            <a:pt x="0" y="19050"/>
                          </a:cubicBezTo>
                          <a:cubicBezTo>
                            <a:pt x="0" y="8477"/>
                            <a:pt x="8477" y="0"/>
                            <a:pt x="19050" y="0"/>
                          </a:cubicBezTo>
                          <a:lnTo>
                            <a:pt x="114491" y="0"/>
                          </a:lnTo>
                          <a:cubicBezTo>
                            <a:pt x="125063" y="0"/>
                            <a:pt x="133541" y="8477"/>
                            <a:pt x="133541" y="19050"/>
                          </a:cubicBezTo>
                          <a:cubicBezTo>
                            <a:pt x="133541" y="29528"/>
                            <a:pt x="125063" y="38100"/>
                            <a:pt x="114491" y="38100"/>
                          </a:cubicBez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245" name="Graphic 112">
                      <a:extLst>
                        <a:ext uri="{FF2B5EF4-FFF2-40B4-BE49-F238E27FC236}">
                          <a16:creationId xmlns:a16="http://schemas.microsoft.com/office/drawing/2014/main" id="{5518377A-E922-4082-B025-0F072301D1D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69006" y="3448315"/>
                      <a:ext cx="825436" cy="485795"/>
                      <a:chOff x="5769006" y="3448315"/>
                      <a:chExt cx="825436" cy="485795"/>
                    </a:xfrm>
                    <a:grpFill/>
                  </p:grpSpPr>
                  <p:sp>
                    <p:nvSpPr>
                      <p:cNvPr id="246" name="Freeform: Shape 245">
                        <a:extLst>
                          <a:ext uri="{FF2B5EF4-FFF2-40B4-BE49-F238E27FC236}">
                            <a16:creationId xmlns:a16="http://schemas.microsoft.com/office/drawing/2014/main" id="{5A7E3D03-B1C2-42C9-A014-7084219EE58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2148" y="3538061"/>
                        <a:ext cx="431762" cy="252888"/>
                      </a:xfrm>
                      <a:custGeom>
                        <a:avLst/>
                        <a:gdLst>
                          <a:gd name="connsiteX0" fmla="*/ 269576 w 431762"/>
                          <a:gd name="connsiteY0" fmla="*/ 252889 h 252888"/>
                          <a:gd name="connsiteX1" fmla="*/ 19069 w 431762"/>
                          <a:gd name="connsiteY1" fmla="*/ 252889 h 252888"/>
                          <a:gd name="connsiteX2" fmla="*/ 2876 w 431762"/>
                          <a:gd name="connsiteY2" fmla="*/ 243840 h 252888"/>
                          <a:gd name="connsiteX3" fmla="*/ 2019 w 431762"/>
                          <a:gd name="connsiteY3" fmla="*/ 225266 h 252888"/>
                          <a:gd name="connsiteX4" fmla="*/ 109366 w 431762"/>
                          <a:gd name="connsiteY4" fmla="*/ 10573 h 252888"/>
                          <a:gd name="connsiteX5" fmla="*/ 126416 w 431762"/>
                          <a:gd name="connsiteY5" fmla="*/ 0 h 252888"/>
                          <a:gd name="connsiteX6" fmla="*/ 412737 w 431762"/>
                          <a:gd name="connsiteY6" fmla="*/ 0 h 252888"/>
                          <a:gd name="connsiteX7" fmla="*/ 429501 w 431762"/>
                          <a:gd name="connsiteY7" fmla="*/ 10097 h 252888"/>
                          <a:gd name="connsiteX8" fmla="*/ 428549 w 431762"/>
                          <a:gd name="connsiteY8" fmla="*/ 29623 h 252888"/>
                          <a:gd name="connsiteX9" fmla="*/ 285388 w 431762"/>
                          <a:gd name="connsiteY9" fmla="*/ 244412 h 252888"/>
                          <a:gd name="connsiteX10" fmla="*/ 269576 w 431762"/>
                          <a:gd name="connsiteY10" fmla="*/ 252889 h 252888"/>
                          <a:gd name="connsiteX11" fmla="*/ 49835 w 431762"/>
                          <a:gd name="connsiteY11" fmla="*/ 214789 h 252888"/>
                          <a:gd name="connsiteX12" fmla="*/ 259385 w 431762"/>
                          <a:gd name="connsiteY12" fmla="*/ 214789 h 252888"/>
                          <a:gd name="connsiteX13" fmla="*/ 377114 w 431762"/>
                          <a:gd name="connsiteY13" fmla="*/ 38195 h 252888"/>
                          <a:gd name="connsiteX14" fmla="*/ 138227 w 431762"/>
                          <a:gd name="connsiteY14" fmla="*/ 38195 h 252888"/>
                          <a:gd name="connsiteX15" fmla="*/ 49835 w 431762"/>
                          <a:gd name="connsiteY15" fmla="*/ 214789 h 2528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431762" h="252888">
                            <a:moveTo>
                              <a:pt x="269576" y="252889"/>
                            </a:moveTo>
                            <a:lnTo>
                              <a:pt x="19069" y="252889"/>
                            </a:lnTo>
                            <a:cubicBezTo>
                              <a:pt x="12497" y="252889"/>
                              <a:pt x="6305" y="249460"/>
                              <a:pt x="2876" y="243840"/>
                            </a:cubicBezTo>
                            <a:cubicBezTo>
                              <a:pt x="-648" y="238220"/>
                              <a:pt x="-934" y="231172"/>
                              <a:pt x="2019" y="225266"/>
                            </a:cubicBezTo>
                            <a:lnTo>
                              <a:pt x="109366" y="10573"/>
                            </a:lnTo>
                            <a:cubicBezTo>
                              <a:pt x="112604" y="4096"/>
                              <a:pt x="119177" y="0"/>
                              <a:pt x="126416" y="0"/>
                            </a:cubicBezTo>
                            <a:lnTo>
                              <a:pt x="412737" y="0"/>
                            </a:lnTo>
                            <a:cubicBezTo>
                              <a:pt x="419786" y="0"/>
                              <a:pt x="426263" y="3905"/>
                              <a:pt x="429501" y="10097"/>
                            </a:cubicBezTo>
                            <a:cubicBezTo>
                              <a:pt x="432835" y="16288"/>
                              <a:pt x="432454" y="23813"/>
                              <a:pt x="428549" y="29623"/>
                            </a:cubicBezTo>
                            <a:lnTo>
                              <a:pt x="285388" y="244412"/>
                            </a:lnTo>
                            <a:cubicBezTo>
                              <a:pt x="281864" y="249746"/>
                              <a:pt x="275958" y="252889"/>
                              <a:pt x="269576" y="252889"/>
                            </a:cubicBezTo>
                            <a:close/>
                            <a:moveTo>
                              <a:pt x="49835" y="214789"/>
                            </a:moveTo>
                            <a:lnTo>
                              <a:pt x="259385" y="214789"/>
                            </a:lnTo>
                            <a:lnTo>
                              <a:pt x="377114" y="38195"/>
                            </a:lnTo>
                            <a:lnTo>
                              <a:pt x="138227" y="38195"/>
                            </a:lnTo>
                            <a:lnTo>
                              <a:pt x="49835" y="214789"/>
                            </a:ln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7" name="Freeform: Shape 246">
                        <a:extLst>
                          <a:ext uri="{FF2B5EF4-FFF2-40B4-BE49-F238E27FC236}">
                            <a16:creationId xmlns:a16="http://schemas.microsoft.com/office/drawing/2014/main" id="{F58E4C30-BE83-42BC-BC36-885C51EEFC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68630" y="3448315"/>
                        <a:ext cx="232070" cy="342634"/>
                      </a:xfrm>
                      <a:custGeom>
                        <a:avLst/>
                        <a:gdLst>
                          <a:gd name="connsiteX0" fmla="*/ 213095 w 232070"/>
                          <a:gd name="connsiteY0" fmla="*/ 342635 h 342634"/>
                          <a:gd name="connsiteX1" fmla="*/ 196998 w 232070"/>
                          <a:gd name="connsiteY1" fmla="*/ 333777 h 342634"/>
                          <a:gd name="connsiteX2" fmla="*/ 2973 w 232070"/>
                          <a:gd name="connsiteY2" fmla="*/ 29262 h 342634"/>
                          <a:gd name="connsiteX3" fmla="*/ 8784 w 232070"/>
                          <a:gd name="connsiteY3" fmla="*/ 2973 h 342634"/>
                          <a:gd name="connsiteX4" fmla="*/ 35073 w 232070"/>
                          <a:gd name="connsiteY4" fmla="*/ 8784 h 342634"/>
                          <a:gd name="connsiteX5" fmla="*/ 229097 w 232070"/>
                          <a:gd name="connsiteY5" fmla="*/ 313298 h 342634"/>
                          <a:gd name="connsiteX6" fmla="*/ 223287 w 232070"/>
                          <a:gd name="connsiteY6" fmla="*/ 339587 h 342634"/>
                          <a:gd name="connsiteX7" fmla="*/ 213095 w 232070"/>
                          <a:gd name="connsiteY7" fmla="*/ 342635 h 34263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232070" h="342634">
                            <a:moveTo>
                              <a:pt x="213095" y="342635"/>
                            </a:moveTo>
                            <a:cubicBezTo>
                              <a:pt x="206808" y="342635"/>
                              <a:pt x="200617" y="339492"/>
                              <a:pt x="196998" y="333777"/>
                            </a:cubicBezTo>
                            <a:lnTo>
                              <a:pt x="2973" y="29262"/>
                            </a:lnTo>
                            <a:cubicBezTo>
                              <a:pt x="-2646" y="20404"/>
                              <a:pt x="-75" y="8593"/>
                              <a:pt x="8784" y="2973"/>
                            </a:cubicBezTo>
                            <a:cubicBezTo>
                              <a:pt x="17642" y="-2646"/>
                              <a:pt x="29453" y="-75"/>
                              <a:pt x="35073" y="8784"/>
                            </a:cubicBezTo>
                            <a:lnTo>
                              <a:pt x="229097" y="313298"/>
                            </a:lnTo>
                            <a:cubicBezTo>
                              <a:pt x="234717" y="322156"/>
                              <a:pt x="232145" y="333967"/>
                              <a:pt x="223287" y="339587"/>
                            </a:cubicBezTo>
                            <a:cubicBezTo>
                              <a:pt x="220143" y="341682"/>
                              <a:pt x="216619" y="342635"/>
                              <a:pt x="213095" y="342635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8" name="Freeform: Shape 247">
                        <a:extLst>
                          <a:ext uri="{FF2B5EF4-FFF2-40B4-BE49-F238E27FC236}">
                            <a16:creationId xmlns:a16="http://schemas.microsoft.com/office/drawing/2014/main" id="{8338AB12-E3C9-4B6B-B219-0AF3C1DF35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198489" y="3466528"/>
                        <a:ext cx="252882" cy="324421"/>
                      </a:xfrm>
                      <a:custGeom>
                        <a:avLst/>
                        <a:gdLst>
                          <a:gd name="connsiteX0" fmla="*/ 233744 w 252882"/>
                          <a:gd name="connsiteY0" fmla="*/ 324422 h 324421"/>
                          <a:gd name="connsiteX1" fmla="*/ 216694 w 252882"/>
                          <a:gd name="connsiteY1" fmla="*/ 313849 h 324421"/>
                          <a:gd name="connsiteX2" fmla="*/ 78867 w 252882"/>
                          <a:gd name="connsiteY2" fmla="*/ 38100 h 324421"/>
                          <a:gd name="connsiteX3" fmla="*/ 19050 w 252882"/>
                          <a:gd name="connsiteY3" fmla="*/ 38100 h 324421"/>
                          <a:gd name="connsiteX4" fmla="*/ 0 w 252882"/>
                          <a:gd name="connsiteY4" fmla="*/ 19050 h 324421"/>
                          <a:gd name="connsiteX5" fmla="*/ 19050 w 252882"/>
                          <a:gd name="connsiteY5" fmla="*/ 0 h 324421"/>
                          <a:gd name="connsiteX6" fmla="*/ 90678 w 252882"/>
                          <a:gd name="connsiteY6" fmla="*/ 0 h 324421"/>
                          <a:gd name="connsiteX7" fmla="*/ 107728 w 252882"/>
                          <a:gd name="connsiteY7" fmla="*/ 10573 h 324421"/>
                          <a:gd name="connsiteX8" fmla="*/ 250888 w 252882"/>
                          <a:gd name="connsiteY8" fmla="*/ 296894 h 324421"/>
                          <a:gd name="connsiteX9" fmla="*/ 242411 w 252882"/>
                          <a:gd name="connsiteY9" fmla="*/ 322421 h 324421"/>
                          <a:gd name="connsiteX10" fmla="*/ 233744 w 252882"/>
                          <a:gd name="connsiteY10" fmla="*/ 324422 h 32442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52882" h="324421">
                            <a:moveTo>
                              <a:pt x="233744" y="324422"/>
                            </a:moveTo>
                            <a:cubicBezTo>
                              <a:pt x="226790" y="324422"/>
                              <a:pt x="220027" y="320612"/>
                              <a:pt x="216694" y="313849"/>
                            </a:cubicBezTo>
                            <a:lnTo>
                              <a:pt x="78867" y="38100"/>
                            </a:lnTo>
                            <a:lnTo>
                              <a:pt x="19050" y="38100"/>
                            </a:lnTo>
                            <a:cubicBezTo>
                              <a:pt x="8477" y="38100"/>
                              <a:pt x="0" y="29623"/>
                              <a:pt x="0" y="19050"/>
                            </a:cubicBezTo>
                            <a:cubicBezTo>
                              <a:pt x="0" y="8477"/>
                              <a:pt x="8477" y="0"/>
                              <a:pt x="19050" y="0"/>
                            </a:cubicBezTo>
                            <a:lnTo>
                              <a:pt x="90678" y="0"/>
                            </a:lnTo>
                            <a:cubicBezTo>
                              <a:pt x="97917" y="0"/>
                              <a:pt x="104489" y="4096"/>
                              <a:pt x="107728" y="10573"/>
                            </a:cubicBezTo>
                            <a:lnTo>
                              <a:pt x="250888" y="296894"/>
                            </a:lnTo>
                            <a:cubicBezTo>
                              <a:pt x="255556" y="306324"/>
                              <a:pt x="251746" y="317754"/>
                              <a:pt x="242411" y="322421"/>
                            </a:cubicBezTo>
                            <a:cubicBezTo>
                              <a:pt x="239554" y="323755"/>
                              <a:pt x="236696" y="324422"/>
                              <a:pt x="233744" y="324422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9" name="Freeform: Shape 248">
                        <a:extLst>
                          <a:ext uri="{FF2B5EF4-FFF2-40B4-BE49-F238E27FC236}">
                            <a16:creationId xmlns:a16="http://schemas.microsoft.com/office/drawing/2014/main" id="{F1991B20-916D-41BB-B8CB-66656F5234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377368" y="3717035"/>
                        <a:ext cx="109727" cy="109728"/>
                      </a:xfrm>
                      <a:custGeom>
                        <a:avLst/>
                        <a:gdLst>
                          <a:gd name="connsiteX0" fmla="*/ 54864 w 109727"/>
                          <a:gd name="connsiteY0" fmla="*/ 109728 h 109728"/>
                          <a:gd name="connsiteX1" fmla="*/ 0 w 109727"/>
                          <a:gd name="connsiteY1" fmla="*/ 54864 h 109728"/>
                          <a:gd name="connsiteX2" fmla="*/ 54864 w 109727"/>
                          <a:gd name="connsiteY2" fmla="*/ 0 h 109728"/>
                          <a:gd name="connsiteX3" fmla="*/ 109728 w 109727"/>
                          <a:gd name="connsiteY3" fmla="*/ 54864 h 109728"/>
                          <a:gd name="connsiteX4" fmla="*/ 54864 w 109727"/>
                          <a:gd name="connsiteY4" fmla="*/ 109728 h 109728"/>
                          <a:gd name="connsiteX5" fmla="*/ 54864 w 109727"/>
                          <a:gd name="connsiteY5" fmla="*/ 38100 h 109728"/>
                          <a:gd name="connsiteX6" fmla="*/ 38100 w 109727"/>
                          <a:gd name="connsiteY6" fmla="*/ 54864 h 109728"/>
                          <a:gd name="connsiteX7" fmla="*/ 54864 w 109727"/>
                          <a:gd name="connsiteY7" fmla="*/ 71628 h 109728"/>
                          <a:gd name="connsiteX8" fmla="*/ 71628 w 109727"/>
                          <a:gd name="connsiteY8" fmla="*/ 54864 h 109728"/>
                          <a:gd name="connsiteX9" fmla="*/ 54864 w 109727"/>
                          <a:gd name="connsiteY9" fmla="*/ 38100 h 10972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109727" h="109728">
                            <a:moveTo>
                              <a:pt x="54864" y="109728"/>
                            </a:moveTo>
                            <a:cubicBezTo>
                              <a:pt x="24670" y="109728"/>
                              <a:pt x="0" y="85154"/>
                              <a:pt x="0" y="54864"/>
                            </a:cubicBezTo>
                            <a:cubicBezTo>
                              <a:pt x="0" y="24575"/>
                              <a:pt x="24575" y="0"/>
                              <a:pt x="54864" y="0"/>
                            </a:cubicBezTo>
                            <a:cubicBezTo>
                              <a:pt x="85154" y="0"/>
                              <a:pt x="109728" y="24575"/>
                              <a:pt x="109728" y="54864"/>
                            </a:cubicBezTo>
                            <a:cubicBezTo>
                              <a:pt x="109728" y="85154"/>
                              <a:pt x="85154" y="109728"/>
                              <a:pt x="54864" y="109728"/>
                            </a:cubicBezTo>
                            <a:close/>
                            <a:moveTo>
                              <a:pt x="54864" y="38100"/>
                            </a:moveTo>
                            <a:cubicBezTo>
                              <a:pt x="45625" y="38100"/>
                              <a:pt x="38100" y="45625"/>
                              <a:pt x="38100" y="54864"/>
                            </a:cubicBezTo>
                            <a:cubicBezTo>
                              <a:pt x="38100" y="64103"/>
                              <a:pt x="45625" y="71628"/>
                              <a:pt x="54864" y="71628"/>
                            </a:cubicBezTo>
                            <a:cubicBezTo>
                              <a:pt x="64103" y="71628"/>
                              <a:pt x="71628" y="64103"/>
                              <a:pt x="71628" y="54864"/>
                            </a:cubicBezTo>
                            <a:cubicBezTo>
                              <a:pt x="71628" y="45625"/>
                              <a:pt x="64103" y="38100"/>
                              <a:pt x="54864" y="38100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50" name="Freeform: Shape 249">
                        <a:extLst>
                          <a:ext uri="{FF2B5EF4-FFF2-40B4-BE49-F238E27FC236}">
                            <a16:creationId xmlns:a16="http://schemas.microsoft.com/office/drawing/2014/main" id="{7C8B0A28-8B03-44F1-9D63-11426EF17F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76353" y="3717035"/>
                        <a:ext cx="109728" cy="109728"/>
                      </a:xfrm>
                      <a:custGeom>
                        <a:avLst/>
                        <a:gdLst>
                          <a:gd name="connsiteX0" fmla="*/ 54864 w 109728"/>
                          <a:gd name="connsiteY0" fmla="*/ 109728 h 109728"/>
                          <a:gd name="connsiteX1" fmla="*/ 0 w 109728"/>
                          <a:gd name="connsiteY1" fmla="*/ 54864 h 109728"/>
                          <a:gd name="connsiteX2" fmla="*/ 54864 w 109728"/>
                          <a:gd name="connsiteY2" fmla="*/ 0 h 109728"/>
                          <a:gd name="connsiteX3" fmla="*/ 109728 w 109728"/>
                          <a:gd name="connsiteY3" fmla="*/ 54864 h 109728"/>
                          <a:gd name="connsiteX4" fmla="*/ 54864 w 109728"/>
                          <a:gd name="connsiteY4" fmla="*/ 109728 h 109728"/>
                          <a:gd name="connsiteX5" fmla="*/ 54864 w 109728"/>
                          <a:gd name="connsiteY5" fmla="*/ 38100 h 109728"/>
                          <a:gd name="connsiteX6" fmla="*/ 38100 w 109728"/>
                          <a:gd name="connsiteY6" fmla="*/ 54864 h 109728"/>
                          <a:gd name="connsiteX7" fmla="*/ 54864 w 109728"/>
                          <a:gd name="connsiteY7" fmla="*/ 71628 h 109728"/>
                          <a:gd name="connsiteX8" fmla="*/ 71628 w 109728"/>
                          <a:gd name="connsiteY8" fmla="*/ 54864 h 109728"/>
                          <a:gd name="connsiteX9" fmla="*/ 54864 w 109728"/>
                          <a:gd name="connsiteY9" fmla="*/ 38100 h 10972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109728" h="109728">
                            <a:moveTo>
                              <a:pt x="54864" y="109728"/>
                            </a:moveTo>
                            <a:cubicBezTo>
                              <a:pt x="24575" y="109728"/>
                              <a:pt x="0" y="85154"/>
                              <a:pt x="0" y="54864"/>
                            </a:cubicBezTo>
                            <a:cubicBezTo>
                              <a:pt x="0" y="24575"/>
                              <a:pt x="24575" y="0"/>
                              <a:pt x="54864" y="0"/>
                            </a:cubicBezTo>
                            <a:cubicBezTo>
                              <a:pt x="85154" y="0"/>
                              <a:pt x="109728" y="24575"/>
                              <a:pt x="109728" y="54864"/>
                            </a:cubicBezTo>
                            <a:cubicBezTo>
                              <a:pt x="109728" y="85154"/>
                              <a:pt x="85058" y="109728"/>
                              <a:pt x="54864" y="109728"/>
                            </a:cubicBezTo>
                            <a:close/>
                            <a:moveTo>
                              <a:pt x="54864" y="38100"/>
                            </a:moveTo>
                            <a:cubicBezTo>
                              <a:pt x="45625" y="38100"/>
                              <a:pt x="38100" y="45625"/>
                              <a:pt x="38100" y="54864"/>
                            </a:cubicBezTo>
                            <a:cubicBezTo>
                              <a:pt x="38100" y="64103"/>
                              <a:pt x="45625" y="71628"/>
                              <a:pt x="54864" y="71628"/>
                            </a:cubicBezTo>
                            <a:cubicBezTo>
                              <a:pt x="64103" y="71628"/>
                              <a:pt x="71628" y="64103"/>
                              <a:pt x="71628" y="54864"/>
                            </a:cubicBezTo>
                            <a:cubicBezTo>
                              <a:pt x="71533" y="45625"/>
                              <a:pt x="64008" y="38100"/>
                              <a:pt x="54864" y="38100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51" name="Freeform: Shape 250">
                        <a:extLst>
                          <a:ext uri="{FF2B5EF4-FFF2-40B4-BE49-F238E27FC236}">
                            <a16:creationId xmlns:a16="http://schemas.microsoft.com/office/drawing/2014/main" id="{1D8799D7-7AB3-4147-BBD7-A6FF603D97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70021" y="3609689"/>
                        <a:ext cx="324421" cy="324421"/>
                      </a:xfrm>
                      <a:custGeom>
                        <a:avLst/>
                        <a:gdLst>
                          <a:gd name="connsiteX0" fmla="*/ 162211 w 324421"/>
                          <a:gd name="connsiteY0" fmla="*/ 324421 h 324421"/>
                          <a:gd name="connsiteX1" fmla="*/ 0 w 324421"/>
                          <a:gd name="connsiteY1" fmla="*/ 162211 h 324421"/>
                          <a:gd name="connsiteX2" fmla="*/ 162211 w 324421"/>
                          <a:gd name="connsiteY2" fmla="*/ 0 h 324421"/>
                          <a:gd name="connsiteX3" fmla="*/ 324422 w 324421"/>
                          <a:gd name="connsiteY3" fmla="*/ 162211 h 324421"/>
                          <a:gd name="connsiteX4" fmla="*/ 162211 w 324421"/>
                          <a:gd name="connsiteY4" fmla="*/ 324421 h 324421"/>
                          <a:gd name="connsiteX5" fmla="*/ 162211 w 324421"/>
                          <a:gd name="connsiteY5" fmla="*/ 38100 h 324421"/>
                          <a:gd name="connsiteX6" fmla="*/ 38100 w 324421"/>
                          <a:gd name="connsiteY6" fmla="*/ 162211 h 324421"/>
                          <a:gd name="connsiteX7" fmla="*/ 162211 w 324421"/>
                          <a:gd name="connsiteY7" fmla="*/ 286321 h 324421"/>
                          <a:gd name="connsiteX8" fmla="*/ 286322 w 324421"/>
                          <a:gd name="connsiteY8" fmla="*/ 162211 h 324421"/>
                          <a:gd name="connsiteX9" fmla="*/ 162211 w 324421"/>
                          <a:gd name="connsiteY9" fmla="*/ 38100 h 32442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324421" h="324421">
                            <a:moveTo>
                              <a:pt x="162211" y="324421"/>
                            </a:moveTo>
                            <a:cubicBezTo>
                              <a:pt x="72771" y="324421"/>
                              <a:pt x="0" y="251650"/>
                              <a:pt x="0" y="162211"/>
                            </a:cubicBezTo>
                            <a:cubicBezTo>
                              <a:pt x="0" y="72771"/>
                              <a:pt x="72771" y="0"/>
                              <a:pt x="162211" y="0"/>
                            </a:cubicBezTo>
                            <a:cubicBezTo>
                              <a:pt x="251651" y="0"/>
                              <a:pt x="324422" y="72771"/>
                              <a:pt x="324422" y="162211"/>
                            </a:cubicBezTo>
                            <a:cubicBezTo>
                              <a:pt x="324422" y="251650"/>
                              <a:pt x="251651" y="324421"/>
                              <a:pt x="162211" y="324421"/>
                            </a:cubicBezTo>
                            <a:close/>
                            <a:moveTo>
                              <a:pt x="162211" y="38100"/>
                            </a:moveTo>
                            <a:cubicBezTo>
                              <a:pt x="93821" y="38100"/>
                              <a:pt x="38100" y="93821"/>
                              <a:pt x="38100" y="162211"/>
                            </a:cubicBezTo>
                            <a:cubicBezTo>
                              <a:pt x="38100" y="230696"/>
                              <a:pt x="93821" y="286321"/>
                              <a:pt x="162211" y="286321"/>
                            </a:cubicBezTo>
                            <a:cubicBezTo>
                              <a:pt x="230600" y="286321"/>
                              <a:pt x="286322" y="230600"/>
                              <a:pt x="286322" y="162211"/>
                            </a:cubicBezTo>
                            <a:cubicBezTo>
                              <a:pt x="286322" y="93726"/>
                              <a:pt x="230696" y="38100"/>
                              <a:pt x="162211" y="38100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52" name="Freeform: Shape 251">
                        <a:extLst>
                          <a:ext uri="{FF2B5EF4-FFF2-40B4-BE49-F238E27FC236}">
                            <a16:creationId xmlns:a16="http://schemas.microsoft.com/office/drawing/2014/main" id="{8A8F3E41-C328-4577-AC3A-D76324C37C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69006" y="3609689"/>
                        <a:ext cx="324421" cy="324421"/>
                      </a:xfrm>
                      <a:custGeom>
                        <a:avLst/>
                        <a:gdLst>
                          <a:gd name="connsiteX0" fmla="*/ 162211 w 324421"/>
                          <a:gd name="connsiteY0" fmla="*/ 324421 h 324421"/>
                          <a:gd name="connsiteX1" fmla="*/ 0 w 324421"/>
                          <a:gd name="connsiteY1" fmla="*/ 162211 h 324421"/>
                          <a:gd name="connsiteX2" fmla="*/ 162211 w 324421"/>
                          <a:gd name="connsiteY2" fmla="*/ 0 h 324421"/>
                          <a:gd name="connsiteX3" fmla="*/ 324422 w 324421"/>
                          <a:gd name="connsiteY3" fmla="*/ 162211 h 324421"/>
                          <a:gd name="connsiteX4" fmla="*/ 162211 w 324421"/>
                          <a:gd name="connsiteY4" fmla="*/ 324421 h 324421"/>
                          <a:gd name="connsiteX5" fmla="*/ 162211 w 324421"/>
                          <a:gd name="connsiteY5" fmla="*/ 38100 h 324421"/>
                          <a:gd name="connsiteX6" fmla="*/ 38100 w 324421"/>
                          <a:gd name="connsiteY6" fmla="*/ 162211 h 324421"/>
                          <a:gd name="connsiteX7" fmla="*/ 162211 w 324421"/>
                          <a:gd name="connsiteY7" fmla="*/ 286321 h 324421"/>
                          <a:gd name="connsiteX8" fmla="*/ 286322 w 324421"/>
                          <a:gd name="connsiteY8" fmla="*/ 162211 h 324421"/>
                          <a:gd name="connsiteX9" fmla="*/ 162211 w 324421"/>
                          <a:gd name="connsiteY9" fmla="*/ 38100 h 32442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324421" h="324421">
                            <a:moveTo>
                              <a:pt x="162211" y="324421"/>
                            </a:moveTo>
                            <a:cubicBezTo>
                              <a:pt x="72771" y="324421"/>
                              <a:pt x="0" y="251650"/>
                              <a:pt x="0" y="162211"/>
                            </a:cubicBezTo>
                            <a:cubicBezTo>
                              <a:pt x="0" y="72771"/>
                              <a:pt x="72676" y="0"/>
                              <a:pt x="162211" y="0"/>
                            </a:cubicBezTo>
                            <a:cubicBezTo>
                              <a:pt x="251650" y="0"/>
                              <a:pt x="324422" y="72771"/>
                              <a:pt x="324422" y="162211"/>
                            </a:cubicBezTo>
                            <a:cubicBezTo>
                              <a:pt x="324422" y="251650"/>
                              <a:pt x="251650" y="324421"/>
                              <a:pt x="162211" y="324421"/>
                            </a:cubicBezTo>
                            <a:close/>
                            <a:moveTo>
                              <a:pt x="162211" y="38100"/>
                            </a:moveTo>
                            <a:cubicBezTo>
                              <a:pt x="93726" y="38100"/>
                              <a:pt x="38100" y="93821"/>
                              <a:pt x="38100" y="162211"/>
                            </a:cubicBezTo>
                            <a:cubicBezTo>
                              <a:pt x="38100" y="230696"/>
                              <a:pt x="93821" y="286321"/>
                              <a:pt x="162211" y="286321"/>
                            </a:cubicBezTo>
                            <a:cubicBezTo>
                              <a:pt x="230696" y="286321"/>
                              <a:pt x="286322" y="230600"/>
                              <a:pt x="286322" y="162211"/>
                            </a:cubicBezTo>
                            <a:cubicBezTo>
                              <a:pt x="286322" y="93726"/>
                              <a:pt x="230600" y="38100"/>
                              <a:pt x="162211" y="38100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</p:grpSp>
              </p:grpSp>
            </p:grpSp>
          </p:grp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89E7CF6C-F724-4B29-881A-5A25968D0348}"/>
                  </a:ext>
                </a:extLst>
              </p:cNvPr>
              <p:cNvSpPr txBox="1"/>
              <p:nvPr/>
            </p:nvSpPr>
            <p:spPr>
              <a:xfrm>
                <a:off x="8267985" y="1075043"/>
                <a:ext cx="510340" cy="123111"/>
              </a:xfrm>
              <a:prstGeom prst="rect">
                <a:avLst/>
              </a:prstGeom>
            </p:spPr>
            <p:txBody>
              <a:bodyPr vert="horz" wrap="square" lIns="0" tIns="0" rIns="0" bIns="0" rtlCol="0" anchor="ctr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sym typeface="+mn-lt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sym typeface="+mn-lt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sym typeface="+mn-lt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sym typeface="+mn-lt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sym typeface="+mn-lt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r>
                  <a:rPr lang="ru-RU" sz="800" dirty="0">
                    <a:solidFill>
                      <a:schemeClr val="accent5"/>
                    </a:solidFill>
                  </a:rPr>
                  <a:t>Квартира</a:t>
                </a:r>
              </a:p>
            </p:txBody>
          </p:sp>
          <p:grpSp>
            <p:nvGrpSpPr>
              <p:cNvPr id="215" name="Group 214">
                <a:extLst>
                  <a:ext uri="{FF2B5EF4-FFF2-40B4-BE49-F238E27FC236}">
                    <a16:creationId xmlns:a16="http://schemas.microsoft.com/office/drawing/2014/main" id="{75EC3CA4-CAED-4C36-ADB4-01FE65DB06D2}"/>
                  </a:ext>
                </a:extLst>
              </p:cNvPr>
              <p:cNvGrpSpPr/>
              <p:nvPr/>
            </p:nvGrpSpPr>
            <p:grpSpPr>
              <a:xfrm>
                <a:off x="7975095" y="1031191"/>
                <a:ext cx="204465" cy="166963"/>
                <a:chOff x="6948660" y="842380"/>
                <a:chExt cx="631825" cy="515938"/>
              </a:xfrm>
            </p:grpSpPr>
            <p:sp>
              <p:nvSpPr>
                <p:cNvPr id="216" name="Freeform 114">
                  <a:extLst>
                    <a:ext uri="{FF2B5EF4-FFF2-40B4-BE49-F238E27FC236}">
                      <a16:creationId xmlns:a16="http://schemas.microsoft.com/office/drawing/2014/main" id="{754A0EA1-C4D5-4BEF-B5E8-B593356140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1110" y="842380"/>
                  <a:ext cx="79375" cy="71438"/>
                </a:xfrm>
                <a:custGeom>
                  <a:avLst/>
                  <a:gdLst>
                    <a:gd name="T0" fmla="*/ 0 w 50"/>
                    <a:gd name="T1" fmla="*/ 0 h 45"/>
                    <a:gd name="T2" fmla="*/ 50 w 50"/>
                    <a:gd name="T3" fmla="*/ 0 h 45"/>
                    <a:gd name="T4" fmla="*/ 50 w 50"/>
                    <a:gd name="T5" fmla="*/ 45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0" h="45">
                      <a:moveTo>
                        <a:pt x="0" y="0"/>
                      </a:moveTo>
                      <a:lnTo>
                        <a:pt x="50" y="0"/>
                      </a:lnTo>
                      <a:lnTo>
                        <a:pt x="50" y="45"/>
                      </a:lnTo>
                    </a:path>
                  </a:pathLst>
                </a:cu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217" name="Freeform 115">
                  <a:extLst>
                    <a:ext uri="{FF2B5EF4-FFF2-40B4-BE49-F238E27FC236}">
                      <a16:creationId xmlns:a16="http://schemas.microsoft.com/office/drawing/2014/main" id="{C25C30E1-014A-463D-BDB0-D45D7D2D3B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48660" y="842380"/>
                  <a:ext cx="631825" cy="515938"/>
                </a:xfrm>
                <a:custGeom>
                  <a:avLst/>
                  <a:gdLst>
                    <a:gd name="T0" fmla="*/ 398 w 398"/>
                    <a:gd name="T1" fmla="*/ 262 h 325"/>
                    <a:gd name="T2" fmla="*/ 398 w 398"/>
                    <a:gd name="T3" fmla="*/ 325 h 325"/>
                    <a:gd name="T4" fmla="*/ 0 w 398"/>
                    <a:gd name="T5" fmla="*/ 325 h 325"/>
                    <a:gd name="T6" fmla="*/ 0 w 398"/>
                    <a:gd name="T7" fmla="*/ 0 h 325"/>
                    <a:gd name="T8" fmla="*/ 284 w 398"/>
                    <a:gd name="T9" fmla="*/ 0 h 3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8" h="325">
                      <a:moveTo>
                        <a:pt x="398" y="262"/>
                      </a:moveTo>
                      <a:lnTo>
                        <a:pt x="398" y="325"/>
                      </a:lnTo>
                      <a:lnTo>
                        <a:pt x="0" y="325"/>
                      </a:lnTo>
                      <a:lnTo>
                        <a:pt x="0" y="0"/>
                      </a:lnTo>
                      <a:lnTo>
                        <a:pt x="284" y="0"/>
                      </a:lnTo>
                    </a:path>
                  </a:pathLst>
                </a:cu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218" name="Line 116">
                  <a:extLst>
                    <a:ext uri="{FF2B5EF4-FFF2-40B4-BE49-F238E27FC236}">
                      <a16:creationId xmlns:a16="http://schemas.microsoft.com/office/drawing/2014/main" id="{687B723D-F388-477B-A130-9AF3D9C805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51835" y="1101143"/>
                  <a:ext cx="274638" cy="0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219" name="Line 117">
                  <a:extLst>
                    <a:ext uri="{FF2B5EF4-FFF2-40B4-BE49-F238E27FC236}">
                      <a16:creationId xmlns:a16="http://schemas.microsoft.com/office/drawing/2014/main" id="{4093335E-DAF4-4574-A24B-B8B656B8B9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226473" y="1021768"/>
                  <a:ext cx="0" cy="160338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221" name="Line 118">
                  <a:extLst>
                    <a:ext uri="{FF2B5EF4-FFF2-40B4-BE49-F238E27FC236}">
                      <a16:creationId xmlns:a16="http://schemas.microsoft.com/office/drawing/2014/main" id="{2E8780E8-664C-4503-BEE9-13198105D4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226473" y="842380"/>
                  <a:ext cx="0" cy="96838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223" name="Line 119">
                  <a:extLst>
                    <a:ext uri="{FF2B5EF4-FFF2-40B4-BE49-F238E27FC236}">
                      <a16:creationId xmlns:a16="http://schemas.microsoft.com/office/drawing/2014/main" id="{F3FF4EA5-7A36-4D3D-A9C3-24CC1314D3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226473" y="1272593"/>
                  <a:ext cx="0" cy="85725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cxnSp>
              <p:nvCxnSpPr>
                <p:cNvPr id="224" name="Straight Connector 223">
                  <a:extLst>
                    <a:ext uri="{FF2B5EF4-FFF2-40B4-BE49-F238E27FC236}">
                      <a16:creationId xmlns:a16="http://schemas.microsoft.com/office/drawing/2014/main" id="{EA718991-3F6E-4239-B271-402DB000CBC4}"/>
                    </a:ext>
                  </a:extLst>
                </p:cNvPr>
                <p:cNvCxnSpPr>
                  <a:cxnSpLocks/>
                  <a:stCxn id="216" idx="2"/>
                  <a:endCxn id="217" idx="0"/>
                </p:cNvCxnSpPr>
                <p:nvPr/>
              </p:nvCxnSpPr>
              <p:spPr>
                <a:xfrm>
                  <a:off x="7580485" y="913818"/>
                  <a:ext cx="0" cy="344487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cxnSp>
          </p:grpSp>
        </p:grp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1A0D18EE-386F-49F0-85C4-E5A699E0801B}"/>
                </a:ext>
              </a:extLst>
            </p:cNvPr>
            <p:cNvSpPr txBox="1">
              <a:spLocks/>
            </p:cNvSpPr>
            <p:nvPr/>
          </p:nvSpPr>
          <p:spPr>
            <a:xfrm>
              <a:off x="5929403" y="1010118"/>
              <a:ext cx="137160" cy="137160"/>
            </a:xfrm>
            <a:prstGeom prst="rect">
              <a:avLst/>
            </a:prstGeom>
            <a:solidFill>
              <a:srgbClr val="00B050"/>
            </a:solidFill>
          </p:spPr>
          <p:txBody>
            <a:bodyPr vert="horz" wrap="square" lIns="36000" tIns="36000" rIns="36000" bIns="36000" rtlCol="0" anchor="ctr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FFFFFF"/>
                </a:buClr>
              </a:pPr>
              <a:endParaRPr lang="en-US" sz="600" b="1" dirty="0">
                <a:solidFill>
                  <a:srgbClr val="FFFFFF"/>
                </a:solidFill>
              </a:endParaRPr>
            </a:p>
          </p:txBody>
        </p: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05598016-C1B7-464A-B427-2B0F335040F2}"/>
                </a:ext>
              </a:extLst>
            </p:cNvPr>
            <p:cNvGrpSpPr/>
            <p:nvPr/>
          </p:nvGrpSpPr>
          <p:grpSpPr>
            <a:xfrm>
              <a:off x="9294049" y="987294"/>
              <a:ext cx="1577690" cy="246221"/>
              <a:chOff x="9133184" y="952789"/>
              <a:chExt cx="1577690" cy="246221"/>
            </a:xfrm>
          </p:grpSpPr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F7D93C56-AE4E-4397-A6A6-A69CD0D783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33184" y="984391"/>
                <a:ext cx="137160" cy="137160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vert="horz" wrap="square" lIns="36000" tIns="18000" rIns="18000" bIns="18000" rtlCol="0" anchor="ctr" anchorCtr="0">
                <a:no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sym typeface="+mn-lt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sym typeface="+mn-lt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sym typeface="+mn-lt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sym typeface="+mn-lt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sym typeface="+mn-lt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endParaRPr lang="en-US" sz="600" b="1" dirty="0"/>
              </a:p>
            </p:txBody>
          </p:sp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56A1E772-439C-4E00-801D-A2A48A27644B}"/>
                  </a:ext>
                </a:extLst>
              </p:cNvPr>
              <p:cNvSpPr txBox="1"/>
              <p:nvPr/>
            </p:nvSpPr>
            <p:spPr>
              <a:xfrm>
                <a:off x="9336701" y="952789"/>
                <a:ext cx="1374173" cy="246221"/>
              </a:xfrm>
              <a:prstGeom prst="rect">
                <a:avLst/>
              </a:prstGeom>
            </p:spPr>
            <p:txBody>
              <a:bodyPr vert="horz" wrap="square" lIns="0" tIns="0" rIns="0" bIns="0" rtlCol="0" anchor="ctr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sym typeface="+mn-lt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sym typeface="+mn-lt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sym typeface="+mn-lt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sym typeface="+mn-lt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sym typeface="+mn-lt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r>
                  <a:rPr lang="ru-RU" sz="800" dirty="0"/>
                  <a:t>Решения с низким приоритетом реализации</a:t>
                </a:r>
              </a:p>
            </p:txBody>
          </p:sp>
        </p:grp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5AD67B0D-985B-405E-AC1F-ECB43674F4F5}"/>
                </a:ext>
              </a:extLst>
            </p:cNvPr>
            <p:cNvSpPr txBox="1"/>
            <p:nvPr/>
          </p:nvSpPr>
          <p:spPr>
            <a:xfrm>
              <a:off x="6152704" y="997359"/>
              <a:ext cx="3137979" cy="246221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800" dirty="0"/>
                <a:t>Решения с высоким </a:t>
              </a:r>
              <a:br>
                <a:rPr lang="ru-RU" sz="800" dirty="0"/>
              </a:br>
              <a:r>
                <a:rPr lang="ru-RU" sz="800" dirty="0"/>
                <a:t>приоритетом реализации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B27EF6F2-96AE-4C27-925A-867B2D015DD2}"/>
                </a:ext>
              </a:extLst>
            </p:cNvPr>
            <p:cNvSpPr txBox="1">
              <a:spLocks/>
            </p:cNvSpPr>
            <p:nvPr/>
          </p:nvSpPr>
          <p:spPr>
            <a:xfrm>
              <a:off x="7612586" y="1006819"/>
              <a:ext cx="137160" cy="137160"/>
            </a:xfrm>
            <a:prstGeom prst="rect">
              <a:avLst/>
            </a:prstGeom>
            <a:solidFill>
              <a:srgbClr val="92D050"/>
            </a:solidFill>
          </p:spPr>
          <p:txBody>
            <a:bodyPr vert="horz" wrap="square" lIns="36000" tIns="36000" rIns="36000" bIns="36000" rtlCol="0" anchor="ctr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FFFFFF"/>
                </a:buClr>
              </a:pPr>
              <a:endParaRPr lang="en-US" sz="600" b="1" dirty="0">
                <a:solidFill>
                  <a:srgbClr val="FFFFFF"/>
                </a:solidFill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F4232818-DA50-4B07-B4F0-84E79C65A5D2}"/>
                </a:ext>
              </a:extLst>
            </p:cNvPr>
            <p:cNvSpPr txBox="1"/>
            <p:nvPr/>
          </p:nvSpPr>
          <p:spPr>
            <a:xfrm>
              <a:off x="7867684" y="989745"/>
              <a:ext cx="2023818" cy="246221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800" dirty="0"/>
                <a:t>Решения со средним </a:t>
              </a:r>
              <a:br>
                <a:rPr lang="ru-RU" sz="800" dirty="0"/>
              </a:br>
              <a:r>
                <a:rPr lang="ru-RU" sz="800" dirty="0"/>
                <a:t>приоритетом реализации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8014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7B6F4BE2-1016-4BA1-9009-5F9F71650FA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59" imgH="355" progId="TCLayout.ActiveDocument.1">
                  <p:embed/>
                </p:oleObj>
              </mc:Choice>
              <mc:Fallback>
                <p:oleObj name="think-cell Slide" r:id="rId13" imgW="359" imgH="35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7B6F4BE2-1016-4BA1-9009-5F9F71650F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Rectangle 47" hidden="1">
            <a:extLst>
              <a:ext uri="{FF2B5EF4-FFF2-40B4-BE49-F238E27FC236}">
                <a16:creationId xmlns:a16="http://schemas.microsoft.com/office/drawing/2014/main" id="{5F84810E-5E62-4E3A-896B-5A008D8AC30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2200" b="1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37E72D20-B6A7-4E57-ABFF-76DE18D64D9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4" y="565178"/>
            <a:ext cx="11082528" cy="33855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Описание сценариев для умного дома</a:t>
            </a:r>
          </a:p>
        </p:txBody>
      </p:sp>
      <p:sp>
        <p:nvSpPr>
          <p:cNvPr id="3" name="3. Subtitle">
            <a:extLst>
              <a:ext uri="{FF2B5EF4-FFF2-40B4-BE49-F238E27FC236}">
                <a16:creationId xmlns:a16="http://schemas.microsoft.com/office/drawing/2014/main" id="{3F395558-1410-47CA-873C-31B68214B33D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ru-RU" dirty="0"/>
              <a:t>Комфорт (1/4)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483A245-9390-47CD-8277-19BD67BD14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Комфорт</a:t>
            </a:r>
            <a:endParaRPr lang="en-US" dirty="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47B5BD3-2804-44AB-97F2-1D450EA468B4}"/>
              </a:ext>
            </a:extLst>
          </p:cNvPr>
          <p:cNvCxnSpPr>
            <a:cxnSpLocks/>
          </p:cNvCxnSpPr>
          <p:nvPr/>
        </p:nvCxnSpPr>
        <p:spPr>
          <a:xfrm>
            <a:off x="547688" y="5410702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68F9894-D6F2-49BF-93CE-9B97146ADE8E}"/>
              </a:ext>
            </a:extLst>
          </p:cNvPr>
          <p:cNvCxnSpPr>
            <a:cxnSpLocks/>
          </p:cNvCxnSpPr>
          <p:nvPr/>
        </p:nvCxnSpPr>
        <p:spPr>
          <a:xfrm>
            <a:off x="547688" y="3478394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5750A72-DF31-4BA5-B62F-4E1FD0340B37}"/>
              </a:ext>
            </a:extLst>
          </p:cNvPr>
          <p:cNvCxnSpPr>
            <a:cxnSpLocks/>
          </p:cNvCxnSpPr>
          <p:nvPr/>
        </p:nvCxnSpPr>
        <p:spPr>
          <a:xfrm>
            <a:off x="547688" y="4096039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8F624614-4462-4AFF-ABDC-F8F73C275C3D}"/>
              </a:ext>
            </a:extLst>
          </p:cNvPr>
          <p:cNvCxnSpPr>
            <a:cxnSpLocks/>
          </p:cNvCxnSpPr>
          <p:nvPr/>
        </p:nvCxnSpPr>
        <p:spPr>
          <a:xfrm>
            <a:off x="547688" y="4793057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853ACFE6-266F-4559-AD9D-3F759B10E4F3}"/>
              </a:ext>
            </a:extLst>
          </p:cNvPr>
          <p:cNvCxnSpPr>
            <a:cxnSpLocks/>
          </p:cNvCxnSpPr>
          <p:nvPr/>
        </p:nvCxnSpPr>
        <p:spPr>
          <a:xfrm>
            <a:off x="547688" y="2243104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013B2ADA-5B43-436B-B133-E0A664E1C689}"/>
              </a:ext>
            </a:extLst>
          </p:cNvPr>
          <p:cNvCxnSpPr>
            <a:cxnSpLocks/>
          </p:cNvCxnSpPr>
          <p:nvPr/>
        </p:nvCxnSpPr>
        <p:spPr>
          <a:xfrm>
            <a:off x="547688" y="2860749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sp>
        <p:nvSpPr>
          <p:cNvPr id="59" name="Rectangle 17">
            <a:extLst>
              <a:ext uri="{FF2B5EF4-FFF2-40B4-BE49-F238E27FC236}">
                <a16:creationId xmlns:a16="http://schemas.microsoft.com/office/drawing/2014/main" id="{4D375A76-4E67-417C-9165-CADABBCE5557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547688" y="1666516"/>
            <a:ext cx="2588281" cy="535531"/>
          </a:xfrm>
          <a:prstGeom prst="rect">
            <a:avLst/>
          </a:prstGeom>
          <a:solidFill>
            <a:srgbClr val="EBEFF3"/>
          </a:solidFill>
          <a:ln>
            <a:noFill/>
          </a:ln>
        </p:spPr>
        <p:txBody>
          <a:bodyPr vert="horz" lIns="72000" tIns="37806" rIns="37806" bIns="37806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1000" b="1" dirty="0"/>
              <a:t>Зарядка электромобилей</a:t>
            </a:r>
            <a:endParaRPr lang="en-US" sz="10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18AE72A-0FCF-4134-88B1-EA87909B4FD8}"/>
              </a:ext>
            </a:extLst>
          </p:cNvPr>
          <p:cNvSpPr txBox="1">
            <a:spLocks/>
          </p:cNvSpPr>
          <p:nvPr/>
        </p:nvSpPr>
        <p:spPr>
          <a:xfrm>
            <a:off x="3351682" y="1666516"/>
            <a:ext cx="6507071" cy="1538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Точки быстрой зарядки, установленные во дворе, способны полностью зарядить электромобиль типа </a:t>
            </a:r>
            <a:r>
              <a:rPr lang="ru-RU" sz="1000" dirty="0" err="1"/>
              <a:t>Nissan</a:t>
            </a:r>
            <a:r>
              <a:rPr lang="ru-RU" sz="1000" dirty="0"/>
              <a:t> LEAF приблизительно за 120 минут. Многие электромобили имеют совместимое приложение для смартфонов, что позволяет следить за уровнем заряда в режиме онлайн</a:t>
            </a:r>
          </a:p>
          <a:p>
            <a:pPr>
              <a:buNone/>
            </a:pPr>
            <a:endParaRPr lang="ru-RU" sz="1000" dirty="0"/>
          </a:p>
        </p:txBody>
      </p:sp>
      <p:sp>
        <p:nvSpPr>
          <p:cNvPr id="189" name="Rectangle 17">
            <a:extLst>
              <a:ext uri="{FF2B5EF4-FFF2-40B4-BE49-F238E27FC236}">
                <a16:creationId xmlns:a16="http://schemas.microsoft.com/office/drawing/2014/main" id="{EFB742B1-8A99-428D-94D1-F15BC976724C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547688" y="2284161"/>
            <a:ext cx="2588281" cy="535531"/>
          </a:xfrm>
          <a:prstGeom prst="rect">
            <a:avLst/>
          </a:prstGeom>
          <a:solidFill>
            <a:srgbClr val="EBEFF3"/>
          </a:solidFill>
          <a:ln>
            <a:noFill/>
          </a:ln>
        </p:spPr>
        <p:txBody>
          <a:bodyPr vert="horz" lIns="72000" tIns="37806" rIns="37806" bIns="37806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1000" b="1" dirty="0"/>
              <a:t>Зарядка электровелосипедов, скутеров и пр.</a:t>
            </a:r>
            <a:endParaRPr lang="en-US" sz="1000" b="1" dirty="0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B777E1BD-9094-4C3D-8086-76C62467C4B5}"/>
              </a:ext>
            </a:extLst>
          </p:cNvPr>
          <p:cNvSpPr txBox="1">
            <a:spLocks/>
          </p:cNvSpPr>
          <p:nvPr/>
        </p:nvSpPr>
        <p:spPr>
          <a:xfrm>
            <a:off x="3351682" y="2284161"/>
            <a:ext cx="6507071" cy="3077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Зарядные станции могут обслуживать электровелосипеды, моноколеса, самокаты, скутеры и др. Если устройство требует долгой зарядки, то его можно оставить на зарядке на ночь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8FA7AB8-912F-4874-80AE-0D595D393398}"/>
              </a:ext>
            </a:extLst>
          </p:cNvPr>
          <p:cNvSpPr txBox="1">
            <a:spLocks/>
          </p:cNvSpPr>
          <p:nvPr/>
        </p:nvSpPr>
        <p:spPr>
          <a:xfrm>
            <a:off x="3351682" y="2901806"/>
            <a:ext cx="6507071" cy="3077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С помощью навигационных табличек не только жители дома, но и их гости смогут найти подземный паркинг и подъезды, а также сориентироваться в квартале и на близлежащих улицах</a:t>
            </a:r>
          </a:p>
        </p:txBody>
      </p:sp>
      <p:sp>
        <p:nvSpPr>
          <p:cNvPr id="72" name="Rectangle 17">
            <a:extLst>
              <a:ext uri="{FF2B5EF4-FFF2-40B4-BE49-F238E27FC236}">
                <a16:creationId xmlns:a16="http://schemas.microsoft.com/office/drawing/2014/main" id="{104F8320-4480-4840-851C-911666AD5870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547688" y="2901806"/>
            <a:ext cx="2588281" cy="53553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lIns="72000" tIns="37806" rIns="37806" bIns="37806" rtlCol="0" anchor="ctr" anchorCtr="0">
            <a:noAutofit/>
          </a:bodyPr>
          <a:lstStyle>
            <a:defPPr>
              <a:defRPr lang="en-US"/>
            </a:defPPr>
            <a:lvl1pPr lvl="0" indent="0" defTabSz="1299242">
              <a:buClr>
                <a:schemeClr val="tx2"/>
              </a:buClr>
              <a:buSzPct val="100000"/>
              <a:defRPr sz="1000" b="1" baseline="0">
                <a:solidFill>
                  <a:schemeClr val="tx2"/>
                </a:solidFill>
              </a:defRPr>
            </a:lvl1pPr>
            <a:lvl2pPr marL="281042" lvl="1" indent="-278739" defTabSz="1299242">
              <a:buClr>
                <a:schemeClr val="tx2"/>
              </a:buClr>
              <a:buSzPct val="125000"/>
              <a:buFont typeface="Arial" charset="0"/>
              <a:buChar char="▪"/>
              <a:defRPr sz="1600" baseline="0"/>
            </a:lvl2pPr>
            <a:lvl3pPr marL="663443" lvl="2" indent="-380098" defTabSz="1299242">
              <a:buClr>
                <a:schemeClr val="tx2"/>
              </a:buClr>
              <a:buSzPct val="120000"/>
              <a:buFont typeface="Arial" charset="0"/>
              <a:buChar char="–"/>
              <a:defRPr sz="1600" baseline="0"/>
            </a:lvl3pPr>
            <a:lvl4pPr marL="891502" lvl="3" indent="-225755" defTabSz="1299242">
              <a:buClr>
                <a:schemeClr val="tx2"/>
              </a:buClr>
              <a:buSzPct val="120000"/>
              <a:buFont typeface="Arial" charset="0"/>
              <a:buChar char="▫"/>
              <a:defRPr sz="1600" baseline="0"/>
            </a:lvl4pPr>
            <a:lvl5pPr marL="1088046" lvl="4" indent="-188897" defTabSz="1299242"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ru-RU" dirty="0" err="1">
                <a:solidFill>
                  <a:schemeClr val="bg1"/>
                </a:solidFill>
              </a:rPr>
              <a:t>Инфопанели</a:t>
            </a:r>
            <a:r>
              <a:rPr lang="ru-RU" dirty="0">
                <a:solidFill>
                  <a:schemeClr val="bg1"/>
                </a:solidFill>
              </a:rPr>
              <a:t> с навигацией по территории</a:t>
            </a:r>
          </a:p>
        </p:txBody>
      </p:sp>
      <p:sp>
        <p:nvSpPr>
          <p:cNvPr id="84" name="Rectangle 17">
            <a:extLst>
              <a:ext uri="{FF2B5EF4-FFF2-40B4-BE49-F238E27FC236}">
                <a16:creationId xmlns:a16="http://schemas.microsoft.com/office/drawing/2014/main" id="{A80D596C-7122-402A-9C46-D31181F9728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547688" y="3519451"/>
            <a:ext cx="2588281" cy="53553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lIns="72000" tIns="37806" rIns="37806" bIns="37806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1000" b="1" dirty="0">
                <a:solidFill>
                  <a:schemeClr val="bg1"/>
                </a:solidFill>
              </a:rPr>
              <a:t>Умный шлагбаум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78FBDB4-1F37-4201-80AF-70E716FF1F2E}"/>
              </a:ext>
            </a:extLst>
          </p:cNvPr>
          <p:cNvSpPr txBox="1">
            <a:spLocks/>
          </p:cNvSpPr>
          <p:nvPr/>
        </p:nvSpPr>
        <p:spPr>
          <a:xfrm>
            <a:off x="3351682" y="3519451"/>
            <a:ext cx="6507071" cy="3077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Шлагбаум открывается автоматически при подъезде к нему. Также оборудован кнопкой вызова диспетчера. Сервис позволяет открывать шлагбаум прямо с мобильного телефона. Умный шлагбаум пропускает автоматически только автомобили специальных и коммунальных служб</a:t>
            </a:r>
          </a:p>
          <a:p>
            <a:pPr>
              <a:buNone/>
            </a:pPr>
            <a:endParaRPr lang="ru-RU" sz="1000" dirty="0" err="1"/>
          </a:p>
        </p:txBody>
      </p:sp>
      <p:sp>
        <p:nvSpPr>
          <p:cNvPr id="60" name="Rectangle 17">
            <a:extLst>
              <a:ext uri="{FF2B5EF4-FFF2-40B4-BE49-F238E27FC236}">
                <a16:creationId xmlns:a16="http://schemas.microsoft.com/office/drawing/2014/main" id="{99AF9F14-611E-4C07-9FB0-8782C26796F0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547688" y="4148600"/>
            <a:ext cx="2588281" cy="61138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lIns="72000" tIns="37806" rIns="37806" bIns="37806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1000" b="1" dirty="0">
                <a:solidFill>
                  <a:schemeClr val="bg1"/>
                </a:solidFill>
              </a:rPr>
              <a:t>Онлайн мониторинг парковочных мест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588C605-61C7-4A9B-B391-C7DBA03F1F37}"/>
              </a:ext>
            </a:extLst>
          </p:cNvPr>
          <p:cNvSpPr txBox="1">
            <a:spLocks/>
          </p:cNvSpPr>
          <p:nvPr/>
        </p:nvSpPr>
        <p:spPr>
          <a:xfrm>
            <a:off x="3351682" y="4148599"/>
            <a:ext cx="6507071" cy="3077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Данные о занятых и свободных парковочных местах можно найти в мобильном приложении. Отслеживаются все парковочные сектора – наземные и подземные – поэтому всегда можно найти удобное место для парковки</a:t>
            </a:r>
          </a:p>
        </p:txBody>
      </p:sp>
      <p:sp>
        <p:nvSpPr>
          <p:cNvPr id="69" name="Rectangle 17">
            <a:extLst>
              <a:ext uri="{FF2B5EF4-FFF2-40B4-BE49-F238E27FC236}">
                <a16:creationId xmlns:a16="http://schemas.microsoft.com/office/drawing/2014/main" id="{FD1E0E48-E65A-457F-B94B-FFF7A6D9ECFE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547688" y="4834114"/>
            <a:ext cx="2588281" cy="535531"/>
          </a:xfrm>
          <a:prstGeom prst="rect">
            <a:avLst/>
          </a:prstGeom>
          <a:solidFill>
            <a:srgbClr val="EBEFF3"/>
          </a:solidFill>
          <a:ln>
            <a:noFill/>
          </a:ln>
        </p:spPr>
        <p:txBody>
          <a:bodyPr vert="horz" lIns="72000" tIns="37806" rIns="37806" bIns="37806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1000" b="1" dirty="0"/>
              <a:t>Единое мобильное приложение для дома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67793D7-B1D4-46AE-9DA9-90466DAEA7B9}"/>
              </a:ext>
            </a:extLst>
          </p:cNvPr>
          <p:cNvSpPr txBox="1">
            <a:spLocks/>
          </p:cNvSpPr>
          <p:nvPr/>
        </p:nvSpPr>
        <p:spPr>
          <a:xfrm>
            <a:off x="3351682" y="4834114"/>
            <a:ext cx="6507071" cy="3077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Единое приложение с важной информацией о доме, чатами, обратной связью и контролем всех смарт систем в квартире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9DFD9C1-026F-4F88-A571-D10B520122F3}"/>
              </a:ext>
            </a:extLst>
          </p:cNvPr>
          <p:cNvSpPr txBox="1">
            <a:spLocks/>
          </p:cNvSpPr>
          <p:nvPr/>
        </p:nvSpPr>
        <p:spPr>
          <a:xfrm>
            <a:off x="3351682" y="5451761"/>
            <a:ext cx="6507071" cy="4616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На крыше дома будет построена и оборудована площадка для обслуживания, взлета и посадки вертолетного такси. В экстренном случае летательные аппараты медицинского назначения и службы быстрого реагирования смогут оперативно приземлиться прямо на крыше и оказать необходимую помощь</a:t>
            </a:r>
          </a:p>
          <a:p>
            <a:endParaRPr lang="ru-RU" sz="1000" dirty="0"/>
          </a:p>
        </p:txBody>
      </p:sp>
      <p:sp>
        <p:nvSpPr>
          <p:cNvPr id="89" name="Rectangle 17">
            <a:extLst>
              <a:ext uri="{FF2B5EF4-FFF2-40B4-BE49-F238E27FC236}">
                <a16:creationId xmlns:a16="http://schemas.microsoft.com/office/drawing/2014/main" id="{EE75704D-B223-4D02-BAB1-052D3E17EE43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547688" y="5451761"/>
            <a:ext cx="2588281" cy="576581"/>
          </a:xfrm>
          <a:prstGeom prst="rect">
            <a:avLst/>
          </a:prstGeom>
          <a:solidFill>
            <a:srgbClr val="EBEFF3"/>
          </a:solidFill>
          <a:ln>
            <a:noFill/>
          </a:ln>
        </p:spPr>
        <p:txBody>
          <a:bodyPr vert="horz" lIns="72000" tIns="37806" rIns="37806" bIns="37806" rtlCol="0" anchor="ctr" anchorCtr="0">
            <a:noAutofit/>
          </a:bodyPr>
          <a:lstStyle>
            <a:defPPr>
              <a:defRPr lang="en-US"/>
            </a:defPPr>
            <a:lvl1pPr lvl="0" indent="0" defTabSz="1299242">
              <a:buClr>
                <a:schemeClr val="tx2"/>
              </a:buClr>
              <a:buSzPct val="100000"/>
              <a:defRPr sz="1000" b="1" baseline="0">
                <a:solidFill>
                  <a:schemeClr val="tx2"/>
                </a:solidFill>
              </a:defRPr>
            </a:lvl1pPr>
            <a:lvl2pPr marL="281042" lvl="1" indent="-278739" defTabSz="1299242">
              <a:buClr>
                <a:schemeClr val="tx2"/>
              </a:buClr>
              <a:buSzPct val="125000"/>
              <a:buFont typeface="Arial" charset="0"/>
              <a:buChar char="▪"/>
              <a:defRPr sz="1600" baseline="0"/>
            </a:lvl2pPr>
            <a:lvl3pPr marL="663443" lvl="2" indent="-380098" defTabSz="1299242">
              <a:buClr>
                <a:schemeClr val="tx2"/>
              </a:buClr>
              <a:buSzPct val="120000"/>
              <a:buFont typeface="Arial" charset="0"/>
              <a:buChar char="–"/>
              <a:defRPr sz="1600" baseline="0"/>
            </a:lvl3pPr>
            <a:lvl4pPr marL="891502" lvl="3" indent="-225755" defTabSz="1299242">
              <a:buClr>
                <a:schemeClr val="tx2"/>
              </a:buClr>
              <a:buSzPct val="120000"/>
              <a:buFont typeface="Arial" charset="0"/>
              <a:buChar char="▫"/>
              <a:defRPr sz="1600" baseline="0"/>
            </a:lvl4pPr>
            <a:lvl5pPr marL="1088046" lvl="4" indent="-188897" defTabSz="1299242"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ru-RU" dirty="0">
                <a:solidFill>
                  <a:schemeClr val="tx1"/>
                </a:solidFill>
              </a:rPr>
              <a:t>Место для посадки легких летательных аппаратов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71D7452-A1FF-4A5D-AF5B-AEFD18B4640B}"/>
              </a:ext>
            </a:extLst>
          </p:cNvPr>
          <p:cNvGrpSpPr/>
          <p:nvPr/>
        </p:nvGrpSpPr>
        <p:grpSpPr>
          <a:xfrm>
            <a:off x="10083447" y="1373675"/>
            <a:ext cx="1146719" cy="4535815"/>
            <a:chOff x="8008908" y="1373675"/>
            <a:chExt cx="1146719" cy="4535815"/>
          </a:xfrm>
        </p:grpSpPr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72960396-2FC6-49E1-A5BA-43276614C785}"/>
                </a:ext>
              </a:extLst>
            </p:cNvPr>
            <p:cNvSpPr txBox="1">
              <a:spLocks/>
            </p:cNvSpPr>
            <p:nvPr/>
          </p:nvSpPr>
          <p:spPr>
            <a:xfrm>
              <a:off x="8008908" y="1373675"/>
              <a:ext cx="1146719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200" b="1" dirty="0"/>
                <a:t>Применение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48EF912-A859-4590-B4ED-53A778FA0356}"/>
                </a:ext>
              </a:extLst>
            </p:cNvPr>
            <p:cNvGrpSpPr/>
            <p:nvPr/>
          </p:nvGrpSpPr>
          <p:grpSpPr>
            <a:xfrm>
              <a:off x="8203656" y="1778996"/>
              <a:ext cx="757222" cy="310571"/>
              <a:chOff x="8008908" y="1679299"/>
              <a:chExt cx="757222" cy="310571"/>
            </a:xfrm>
          </p:grpSpPr>
          <p:grpSp>
            <p:nvGrpSpPr>
              <p:cNvPr id="403" name="Group 402">
                <a:extLst>
                  <a:ext uri="{FF2B5EF4-FFF2-40B4-BE49-F238E27FC236}">
                    <a16:creationId xmlns:a16="http://schemas.microsoft.com/office/drawing/2014/main" id="{6510F3FC-E140-4C2D-BBFE-4D6D2EC3798D}"/>
                  </a:ext>
                </a:extLst>
              </p:cNvPr>
              <p:cNvGrpSpPr/>
              <p:nvPr/>
            </p:nvGrpSpPr>
            <p:grpSpPr>
              <a:xfrm>
                <a:off x="8008908" y="1679299"/>
                <a:ext cx="419847" cy="310571"/>
                <a:chOff x="8609927" y="1562831"/>
                <a:chExt cx="419847" cy="310571"/>
              </a:xfrm>
            </p:grpSpPr>
            <p:sp>
              <p:nvSpPr>
                <p:cNvPr id="415" name="Freeform: Shape 414">
                  <a:extLst>
                    <a:ext uri="{FF2B5EF4-FFF2-40B4-BE49-F238E27FC236}">
                      <a16:creationId xmlns:a16="http://schemas.microsoft.com/office/drawing/2014/main" id="{D60F74CA-8BBE-44CB-9982-B9BFF29D9E5F}"/>
                    </a:ext>
                  </a:extLst>
                </p:cNvPr>
                <p:cNvSpPr/>
                <p:nvPr/>
              </p:nvSpPr>
              <p:spPr>
                <a:xfrm>
                  <a:off x="8609927" y="1585836"/>
                  <a:ext cx="149535" cy="149534"/>
                </a:xfrm>
                <a:custGeom>
                  <a:avLst/>
                  <a:gdLst>
                    <a:gd name="connsiteX0" fmla="*/ 247650 w 495300"/>
                    <a:gd name="connsiteY0" fmla="*/ 495300 h 495300"/>
                    <a:gd name="connsiteX1" fmla="*/ 0 w 495300"/>
                    <a:gd name="connsiteY1" fmla="*/ 247650 h 495300"/>
                    <a:gd name="connsiteX2" fmla="*/ 247650 w 495300"/>
                    <a:gd name="connsiteY2" fmla="*/ 0 h 495300"/>
                    <a:gd name="connsiteX3" fmla="*/ 495300 w 495300"/>
                    <a:gd name="connsiteY3" fmla="*/ 247650 h 495300"/>
                    <a:gd name="connsiteX4" fmla="*/ 247650 w 495300"/>
                    <a:gd name="connsiteY4" fmla="*/ 495300 h 495300"/>
                    <a:gd name="connsiteX5" fmla="*/ 247650 w 495300"/>
                    <a:gd name="connsiteY5" fmla="*/ 38100 h 495300"/>
                    <a:gd name="connsiteX6" fmla="*/ 38100 w 495300"/>
                    <a:gd name="connsiteY6" fmla="*/ 247650 h 495300"/>
                    <a:gd name="connsiteX7" fmla="*/ 247650 w 495300"/>
                    <a:gd name="connsiteY7" fmla="*/ 457200 h 495300"/>
                    <a:gd name="connsiteX8" fmla="*/ 457200 w 495300"/>
                    <a:gd name="connsiteY8" fmla="*/ 247650 h 495300"/>
                    <a:gd name="connsiteX9" fmla="*/ 247650 w 495300"/>
                    <a:gd name="connsiteY9" fmla="*/ 38100 h 495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5300" h="495300">
                      <a:moveTo>
                        <a:pt x="247650" y="495300"/>
                      </a:moveTo>
                      <a:cubicBezTo>
                        <a:pt x="111062" y="495300"/>
                        <a:pt x="0" y="384239"/>
                        <a:pt x="0" y="247650"/>
                      </a:cubicBezTo>
                      <a:cubicBezTo>
                        <a:pt x="0" y="111062"/>
                        <a:pt x="111062" y="0"/>
                        <a:pt x="247650" y="0"/>
                      </a:cubicBezTo>
                      <a:cubicBezTo>
                        <a:pt x="384239" y="0"/>
                        <a:pt x="495300" y="111062"/>
                        <a:pt x="495300" y="247650"/>
                      </a:cubicBezTo>
                      <a:cubicBezTo>
                        <a:pt x="495300" y="384239"/>
                        <a:pt x="384239" y="495300"/>
                        <a:pt x="247650" y="495300"/>
                      </a:cubicBezTo>
                      <a:close/>
                      <a:moveTo>
                        <a:pt x="247650" y="38100"/>
                      </a:moveTo>
                      <a:cubicBezTo>
                        <a:pt x="132112" y="38100"/>
                        <a:pt x="38100" y="132112"/>
                        <a:pt x="38100" y="247650"/>
                      </a:cubicBezTo>
                      <a:cubicBezTo>
                        <a:pt x="38100" y="363188"/>
                        <a:pt x="132112" y="457200"/>
                        <a:pt x="247650" y="457200"/>
                      </a:cubicBezTo>
                      <a:cubicBezTo>
                        <a:pt x="363188" y="457200"/>
                        <a:pt x="457200" y="363188"/>
                        <a:pt x="457200" y="247650"/>
                      </a:cubicBezTo>
                      <a:cubicBezTo>
                        <a:pt x="457200" y="132112"/>
                        <a:pt x="363188" y="38100"/>
                        <a:pt x="247650" y="381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416" name="Freeform: Shape 415">
                  <a:extLst>
                    <a:ext uri="{FF2B5EF4-FFF2-40B4-BE49-F238E27FC236}">
                      <a16:creationId xmlns:a16="http://schemas.microsoft.com/office/drawing/2014/main" id="{45A41554-CB6B-4095-B980-5BABA9A573E4}"/>
                    </a:ext>
                  </a:extLst>
                </p:cNvPr>
                <p:cNvSpPr/>
                <p:nvPr/>
              </p:nvSpPr>
              <p:spPr>
                <a:xfrm>
                  <a:off x="8678943" y="1700863"/>
                  <a:ext cx="11503" cy="172539"/>
                </a:xfrm>
                <a:custGeom>
                  <a:avLst/>
                  <a:gdLst>
                    <a:gd name="connsiteX0" fmla="*/ 19050 w 38100"/>
                    <a:gd name="connsiteY0" fmla="*/ 571500 h 571500"/>
                    <a:gd name="connsiteX1" fmla="*/ 0 w 38100"/>
                    <a:gd name="connsiteY1" fmla="*/ 552450 h 571500"/>
                    <a:gd name="connsiteX2" fmla="*/ 0 w 38100"/>
                    <a:gd name="connsiteY2" fmla="*/ 19050 h 571500"/>
                    <a:gd name="connsiteX3" fmla="*/ 19050 w 38100"/>
                    <a:gd name="connsiteY3" fmla="*/ 0 h 571500"/>
                    <a:gd name="connsiteX4" fmla="*/ 38100 w 38100"/>
                    <a:gd name="connsiteY4" fmla="*/ 19050 h 571500"/>
                    <a:gd name="connsiteX5" fmla="*/ 38100 w 38100"/>
                    <a:gd name="connsiteY5" fmla="*/ 552450 h 571500"/>
                    <a:gd name="connsiteX6" fmla="*/ 19050 w 38100"/>
                    <a:gd name="connsiteY6" fmla="*/ 571500 h 571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100" h="571500">
                      <a:moveTo>
                        <a:pt x="19050" y="571500"/>
                      </a:moveTo>
                      <a:cubicBezTo>
                        <a:pt x="8477" y="571500"/>
                        <a:pt x="0" y="563023"/>
                        <a:pt x="0" y="552450"/>
                      </a:cubicBezTo>
                      <a:lnTo>
                        <a:pt x="0" y="19050"/>
                      </a:lnTo>
                      <a:cubicBezTo>
                        <a:pt x="0" y="8477"/>
                        <a:pt x="8477" y="0"/>
                        <a:pt x="19050" y="0"/>
                      </a:cubicBezTo>
                      <a:cubicBezTo>
                        <a:pt x="29623" y="0"/>
                        <a:pt x="38100" y="8477"/>
                        <a:pt x="38100" y="19050"/>
                      </a:cubicBezTo>
                      <a:lnTo>
                        <a:pt x="38100" y="552450"/>
                      </a:lnTo>
                      <a:cubicBezTo>
                        <a:pt x="38100" y="563023"/>
                        <a:pt x="29623" y="571500"/>
                        <a:pt x="19050" y="5715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417" name="Freeform: Shape 416">
                  <a:extLst>
                    <a:ext uri="{FF2B5EF4-FFF2-40B4-BE49-F238E27FC236}">
                      <a16:creationId xmlns:a16="http://schemas.microsoft.com/office/drawing/2014/main" id="{487FFC3F-397D-49E0-8805-226813F917B7}"/>
                    </a:ext>
                  </a:extLst>
                </p:cNvPr>
                <p:cNvSpPr/>
                <p:nvPr/>
              </p:nvSpPr>
              <p:spPr>
                <a:xfrm>
                  <a:off x="8655952" y="1677843"/>
                  <a:ext cx="57513" cy="34522"/>
                </a:xfrm>
                <a:custGeom>
                  <a:avLst/>
                  <a:gdLst>
                    <a:gd name="connsiteX0" fmla="*/ 95202 w 190499"/>
                    <a:gd name="connsiteY0" fmla="*/ 114348 h 114347"/>
                    <a:gd name="connsiteX1" fmla="*/ 81772 w 190499"/>
                    <a:gd name="connsiteY1" fmla="*/ 108728 h 114347"/>
                    <a:gd name="connsiteX2" fmla="*/ 5572 w 190499"/>
                    <a:gd name="connsiteY2" fmla="*/ 32528 h 114347"/>
                    <a:gd name="connsiteX3" fmla="*/ 5572 w 190499"/>
                    <a:gd name="connsiteY3" fmla="*/ 5572 h 114347"/>
                    <a:gd name="connsiteX4" fmla="*/ 32528 w 190499"/>
                    <a:gd name="connsiteY4" fmla="*/ 5572 h 114347"/>
                    <a:gd name="connsiteX5" fmla="*/ 95202 w 190499"/>
                    <a:gd name="connsiteY5" fmla="*/ 68342 h 114347"/>
                    <a:gd name="connsiteX6" fmla="*/ 157972 w 190499"/>
                    <a:gd name="connsiteY6" fmla="*/ 5572 h 114347"/>
                    <a:gd name="connsiteX7" fmla="*/ 184928 w 190499"/>
                    <a:gd name="connsiteY7" fmla="*/ 5572 h 114347"/>
                    <a:gd name="connsiteX8" fmla="*/ 184928 w 190499"/>
                    <a:gd name="connsiteY8" fmla="*/ 32528 h 114347"/>
                    <a:gd name="connsiteX9" fmla="*/ 108728 w 190499"/>
                    <a:gd name="connsiteY9" fmla="*/ 108728 h 114347"/>
                    <a:gd name="connsiteX10" fmla="*/ 95202 w 190499"/>
                    <a:gd name="connsiteY10" fmla="*/ 114348 h 1143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90499" h="114347">
                      <a:moveTo>
                        <a:pt x="95202" y="114348"/>
                      </a:moveTo>
                      <a:cubicBezTo>
                        <a:pt x="90345" y="114348"/>
                        <a:pt x="85487" y="112443"/>
                        <a:pt x="81772" y="108728"/>
                      </a:cubicBezTo>
                      <a:lnTo>
                        <a:pt x="5572" y="32528"/>
                      </a:lnTo>
                      <a:cubicBezTo>
                        <a:pt x="-1857" y="25098"/>
                        <a:pt x="-1857" y="13002"/>
                        <a:pt x="5572" y="5572"/>
                      </a:cubicBezTo>
                      <a:cubicBezTo>
                        <a:pt x="13002" y="-1857"/>
                        <a:pt x="25098" y="-1857"/>
                        <a:pt x="32528" y="5572"/>
                      </a:cubicBezTo>
                      <a:lnTo>
                        <a:pt x="95202" y="68342"/>
                      </a:lnTo>
                      <a:lnTo>
                        <a:pt x="157972" y="5572"/>
                      </a:lnTo>
                      <a:cubicBezTo>
                        <a:pt x="165402" y="-1857"/>
                        <a:pt x="177498" y="-1857"/>
                        <a:pt x="184928" y="5572"/>
                      </a:cubicBezTo>
                      <a:cubicBezTo>
                        <a:pt x="192357" y="13002"/>
                        <a:pt x="192357" y="25098"/>
                        <a:pt x="184928" y="32528"/>
                      </a:cubicBezTo>
                      <a:lnTo>
                        <a:pt x="108728" y="108728"/>
                      </a:lnTo>
                      <a:cubicBezTo>
                        <a:pt x="104918" y="112443"/>
                        <a:pt x="100060" y="114348"/>
                        <a:pt x="95202" y="11434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418" name="Freeform: Shape 417">
                  <a:extLst>
                    <a:ext uri="{FF2B5EF4-FFF2-40B4-BE49-F238E27FC236}">
                      <a16:creationId xmlns:a16="http://schemas.microsoft.com/office/drawing/2014/main" id="{1CD0CBA5-DC9C-4B19-8852-4777744D99F8}"/>
                    </a:ext>
                  </a:extLst>
                </p:cNvPr>
                <p:cNvSpPr/>
                <p:nvPr/>
              </p:nvSpPr>
              <p:spPr>
                <a:xfrm>
                  <a:off x="8661689" y="1861899"/>
                  <a:ext cx="368085" cy="11503"/>
                </a:xfrm>
                <a:custGeom>
                  <a:avLst/>
                  <a:gdLst>
                    <a:gd name="connsiteX0" fmla="*/ 0 w 1219200"/>
                    <a:gd name="connsiteY0" fmla="*/ 0 h 38100"/>
                    <a:gd name="connsiteX1" fmla="*/ 1219200 w 1219200"/>
                    <a:gd name="connsiteY1" fmla="*/ 0 h 38100"/>
                    <a:gd name="connsiteX2" fmla="*/ 1219200 w 1219200"/>
                    <a:gd name="connsiteY2" fmla="*/ 38100 h 38100"/>
                    <a:gd name="connsiteX3" fmla="*/ 0 w 1219200"/>
                    <a:gd name="connsiteY3" fmla="*/ 38100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19200" h="38100">
                      <a:moveTo>
                        <a:pt x="0" y="0"/>
                      </a:moveTo>
                      <a:lnTo>
                        <a:pt x="1219200" y="0"/>
                      </a:lnTo>
                      <a:lnTo>
                        <a:pt x="1219200" y="38100"/>
                      </a:lnTo>
                      <a:lnTo>
                        <a:pt x="0" y="3810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419" name="Freeform: Shape 418">
                  <a:extLst>
                    <a:ext uri="{FF2B5EF4-FFF2-40B4-BE49-F238E27FC236}">
                      <a16:creationId xmlns:a16="http://schemas.microsoft.com/office/drawing/2014/main" id="{4D15C452-5E1B-44E5-AB00-9638EDF78F4B}"/>
                    </a:ext>
                  </a:extLst>
                </p:cNvPr>
                <p:cNvSpPr/>
                <p:nvPr/>
              </p:nvSpPr>
              <p:spPr>
                <a:xfrm>
                  <a:off x="8817003" y="1562831"/>
                  <a:ext cx="57485" cy="34508"/>
                </a:xfrm>
                <a:custGeom>
                  <a:avLst/>
                  <a:gdLst>
                    <a:gd name="connsiteX0" fmla="*/ 95156 w 190405"/>
                    <a:gd name="connsiteY0" fmla="*/ 114300 h 114300"/>
                    <a:gd name="connsiteX1" fmla="*/ 76106 w 190405"/>
                    <a:gd name="connsiteY1" fmla="*/ 95536 h 114300"/>
                    <a:gd name="connsiteX2" fmla="*/ 76106 w 190405"/>
                    <a:gd name="connsiteY2" fmla="*/ 95536 h 114300"/>
                    <a:gd name="connsiteX3" fmla="*/ 76106 w 190405"/>
                    <a:gd name="connsiteY3" fmla="*/ 95536 h 114300"/>
                    <a:gd name="connsiteX4" fmla="*/ 76106 w 190405"/>
                    <a:gd name="connsiteY4" fmla="*/ 95536 h 114300"/>
                    <a:gd name="connsiteX5" fmla="*/ 76106 w 190405"/>
                    <a:gd name="connsiteY5" fmla="*/ 95441 h 114300"/>
                    <a:gd name="connsiteX6" fmla="*/ 76106 w 190405"/>
                    <a:gd name="connsiteY6" fmla="*/ 95345 h 114300"/>
                    <a:gd name="connsiteX7" fmla="*/ 76106 w 190405"/>
                    <a:gd name="connsiteY7" fmla="*/ 95345 h 114300"/>
                    <a:gd name="connsiteX8" fmla="*/ 76106 w 190405"/>
                    <a:gd name="connsiteY8" fmla="*/ 95250 h 114300"/>
                    <a:gd name="connsiteX9" fmla="*/ 18860 w 190405"/>
                    <a:gd name="connsiteY9" fmla="*/ 38100 h 114300"/>
                    <a:gd name="connsiteX10" fmla="*/ 1 w 190405"/>
                    <a:gd name="connsiteY10" fmla="*/ 18955 h 114300"/>
                    <a:gd name="connsiteX11" fmla="*/ 18956 w 190405"/>
                    <a:gd name="connsiteY11" fmla="*/ 0 h 114300"/>
                    <a:gd name="connsiteX12" fmla="*/ 95441 w 190405"/>
                    <a:gd name="connsiteY12" fmla="*/ 35243 h 114300"/>
                    <a:gd name="connsiteX13" fmla="*/ 171356 w 190405"/>
                    <a:gd name="connsiteY13" fmla="*/ 0 h 114300"/>
                    <a:gd name="connsiteX14" fmla="*/ 190406 w 190405"/>
                    <a:gd name="connsiteY14" fmla="*/ 19050 h 114300"/>
                    <a:gd name="connsiteX15" fmla="*/ 171356 w 190405"/>
                    <a:gd name="connsiteY15" fmla="*/ 38100 h 114300"/>
                    <a:gd name="connsiteX16" fmla="*/ 114206 w 190405"/>
                    <a:gd name="connsiteY16" fmla="*/ 95345 h 114300"/>
                    <a:gd name="connsiteX17" fmla="*/ 95156 w 190405"/>
                    <a:gd name="connsiteY17" fmla="*/ 114300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0405" h="114300">
                      <a:moveTo>
                        <a:pt x="95156" y="114300"/>
                      </a:moveTo>
                      <a:cubicBezTo>
                        <a:pt x="84678" y="114300"/>
                        <a:pt x="76296" y="105918"/>
                        <a:pt x="76106" y="95536"/>
                      </a:cubicBezTo>
                      <a:cubicBezTo>
                        <a:pt x="76106" y="95536"/>
                        <a:pt x="76106" y="95536"/>
                        <a:pt x="76106" y="95536"/>
                      </a:cubicBezTo>
                      <a:lnTo>
                        <a:pt x="76106" y="95536"/>
                      </a:lnTo>
                      <a:lnTo>
                        <a:pt x="76106" y="95536"/>
                      </a:lnTo>
                      <a:cubicBezTo>
                        <a:pt x="76106" y="95536"/>
                        <a:pt x="76106" y="95441"/>
                        <a:pt x="76106" y="95441"/>
                      </a:cubicBezTo>
                      <a:cubicBezTo>
                        <a:pt x="76106" y="95441"/>
                        <a:pt x="76106" y="95441"/>
                        <a:pt x="76106" y="95345"/>
                      </a:cubicBezTo>
                      <a:lnTo>
                        <a:pt x="76106" y="95345"/>
                      </a:lnTo>
                      <a:cubicBezTo>
                        <a:pt x="76106" y="95345"/>
                        <a:pt x="76106" y="95345"/>
                        <a:pt x="76106" y="95250"/>
                      </a:cubicBezTo>
                      <a:cubicBezTo>
                        <a:pt x="76106" y="41434"/>
                        <a:pt x="28385" y="38195"/>
                        <a:pt x="18860" y="38100"/>
                      </a:cubicBezTo>
                      <a:cubicBezTo>
                        <a:pt x="8383" y="38005"/>
                        <a:pt x="-94" y="29432"/>
                        <a:pt x="1" y="18955"/>
                      </a:cubicBezTo>
                      <a:cubicBezTo>
                        <a:pt x="1" y="8477"/>
                        <a:pt x="8478" y="0"/>
                        <a:pt x="18956" y="0"/>
                      </a:cubicBezTo>
                      <a:cubicBezTo>
                        <a:pt x="40482" y="0"/>
                        <a:pt x="74391" y="8477"/>
                        <a:pt x="95441" y="35243"/>
                      </a:cubicBezTo>
                      <a:cubicBezTo>
                        <a:pt x="109824" y="15621"/>
                        <a:pt x="133637" y="0"/>
                        <a:pt x="171356" y="0"/>
                      </a:cubicBezTo>
                      <a:cubicBezTo>
                        <a:pt x="181928" y="0"/>
                        <a:pt x="190406" y="8573"/>
                        <a:pt x="190406" y="19050"/>
                      </a:cubicBezTo>
                      <a:cubicBezTo>
                        <a:pt x="190406" y="29528"/>
                        <a:pt x="181928" y="38100"/>
                        <a:pt x="171356" y="38100"/>
                      </a:cubicBezTo>
                      <a:cubicBezTo>
                        <a:pt x="117635" y="38100"/>
                        <a:pt x="114301" y="85725"/>
                        <a:pt x="114206" y="95345"/>
                      </a:cubicBezTo>
                      <a:cubicBezTo>
                        <a:pt x="114110" y="105823"/>
                        <a:pt x="105633" y="114300"/>
                        <a:pt x="95156" y="1143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420" name="Freeform: Shape 419">
                  <a:extLst>
                    <a:ext uri="{FF2B5EF4-FFF2-40B4-BE49-F238E27FC236}">
                      <a16:creationId xmlns:a16="http://schemas.microsoft.com/office/drawing/2014/main" id="{7657BED6-29DD-4640-B25E-CE28ADDAD114}"/>
                    </a:ext>
                  </a:extLst>
                </p:cNvPr>
                <p:cNvSpPr/>
                <p:nvPr/>
              </p:nvSpPr>
              <p:spPr>
                <a:xfrm>
                  <a:off x="8863014" y="1585836"/>
                  <a:ext cx="57485" cy="34508"/>
                </a:xfrm>
                <a:custGeom>
                  <a:avLst/>
                  <a:gdLst>
                    <a:gd name="connsiteX0" fmla="*/ 95156 w 190405"/>
                    <a:gd name="connsiteY0" fmla="*/ 114300 h 114300"/>
                    <a:gd name="connsiteX1" fmla="*/ 76106 w 190405"/>
                    <a:gd name="connsiteY1" fmla="*/ 95536 h 114300"/>
                    <a:gd name="connsiteX2" fmla="*/ 76106 w 190405"/>
                    <a:gd name="connsiteY2" fmla="*/ 95536 h 114300"/>
                    <a:gd name="connsiteX3" fmla="*/ 76106 w 190405"/>
                    <a:gd name="connsiteY3" fmla="*/ 95536 h 114300"/>
                    <a:gd name="connsiteX4" fmla="*/ 76106 w 190405"/>
                    <a:gd name="connsiteY4" fmla="*/ 95536 h 114300"/>
                    <a:gd name="connsiteX5" fmla="*/ 76106 w 190405"/>
                    <a:gd name="connsiteY5" fmla="*/ 95441 h 114300"/>
                    <a:gd name="connsiteX6" fmla="*/ 76106 w 190405"/>
                    <a:gd name="connsiteY6" fmla="*/ 95345 h 114300"/>
                    <a:gd name="connsiteX7" fmla="*/ 76106 w 190405"/>
                    <a:gd name="connsiteY7" fmla="*/ 95345 h 114300"/>
                    <a:gd name="connsiteX8" fmla="*/ 76106 w 190405"/>
                    <a:gd name="connsiteY8" fmla="*/ 95250 h 114300"/>
                    <a:gd name="connsiteX9" fmla="*/ 18860 w 190405"/>
                    <a:gd name="connsiteY9" fmla="*/ 38100 h 114300"/>
                    <a:gd name="connsiteX10" fmla="*/ 1 w 190405"/>
                    <a:gd name="connsiteY10" fmla="*/ 18955 h 114300"/>
                    <a:gd name="connsiteX11" fmla="*/ 18956 w 190405"/>
                    <a:gd name="connsiteY11" fmla="*/ 0 h 114300"/>
                    <a:gd name="connsiteX12" fmla="*/ 95441 w 190405"/>
                    <a:gd name="connsiteY12" fmla="*/ 35243 h 114300"/>
                    <a:gd name="connsiteX13" fmla="*/ 171356 w 190405"/>
                    <a:gd name="connsiteY13" fmla="*/ 0 h 114300"/>
                    <a:gd name="connsiteX14" fmla="*/ 190406 w 190405"/>
                    <a:gd name="connsiteY14" fmla="*/ 19050 h 114300"/>
                    <a:gd name="connsiteX15" fmla="*/ 171356 w 190405"/>
                    <a:gd name="connsiteY15" fmla="*/ 38100 h 114300"/>
                    <a:gd name="connsiteX16" fmla="*/ 114206 w 190405"/>
                    <a:gd name="connsiteY16" fmla="*/ 95345 h 114300"/>
                    <a:gd name="connsiteX17" fmla="*/ 95156 w 190405"/>
                    <a:gd name="connsiteY17" fmla="*/ 114300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0405" h="114300">
                      <a:moveTo>
                        <a:pt x="95156" y="114300"/>
                      </a:moveTo>
                      <a:cubicBezTo>
                        <a:pt x="84678" y="114300"/>
                        <a:pt x="76296" y="105918"/>
                        <a:pt x="76106" y="95536"/>
                      </a:cubicBezTo>
                      <a:cubicBezTo>
                        <a:pt x="76106" y="95536"/>
                        <a:pt x="76106" y="95536"/>
                        <a:pt x="76106" y="95536"/>
                      </a:cubicBezTo>
                      <a:lnTo>
                        <a:pt x="76106" y="95536"/>
                      </a:lnTo>
                      <a:lnTo>
                        <a:pt x="76106" y="95536"/>
                      </a:lnTo>
                      <a:cubicBezTo>
                        <a:pt x="76106" y="95536"/>
                        <a:pt x="76106" y="95441"/>
                        <a:pt x="76106" y="95441"/>
                      </a:cubicBezTo>
                      <a:cubicBezTo>
                        <a:pt x="76106" y="95441"/>
                        <a:pt x="76106" y="95441"/>
                        <a:pt x="76106" y="95345"/>
                      </a:cubicBezTo>
                      <a:lnTo>
                        <a:pt x="76106" y="95345"/>
                      </a:lnTo>
                      <a:cubicBezTo>
                        <a:pt x="76106" y="95345"/>
                        <a:pt x="76106" y="95345"/>
                        <a:pt x="76106" y="95250"/>
                      </a:cubicBezTo>
                      <a:cubicBezTo>
                        <a:pt x="76106" y="41434"/>
                        <a:pt x="28385" y="38195"/>
                        <a:pt x="18860" y="38100"/>
                      </a:cubicBezTo>
                      <a:cubicBezTo>
                        <a:pt x="8383" y="38005"/>
                        <a:pt x="-94" y="29432"/>
                        <a:pt x="1" y="18955"/>
                      </a:cubicBezTo>
                      <a:cubicBezTo>
                        <a:pt x="1" y="8477"/>
                        <a:pt x="8478" y="0"/>
                        <a:pt x="18956" y="0"/>
                      </a:cubicBezTo>
                      <a:cubicBezTo>
                        <a:pt x="40482" y="0"/>
                        <a:pt x="74391" y="8477"/>
                        <a:pt x="95441" y="35243"/>
                      </a:cubicBezTo>
                      <a:cubicBezTo>
                        <a:pt x="109824" y="15621"/>
                        <a:pt x="133637" y="0"/>
                        <a:pt x="171356" y="0"/>
                      </a:cubicBezTo>
                      <a:cubicBezTo>
                        <a:pt x="181928" y="0"/>
                        <a:pt x="190406" y="8572"/>
                        <a:pt x="190406" y="19050"/>
                      </a:cubicBezTo>
                      <a:cubicBezTo>
                        <a:pt x="190406" y="29528"/>
                        <a:pt x="181928" y="38100"/>
                        <a:pt x="171356" y="38100"/>
                      </a:cubicBezTo>
                      <a:cubicBezTo>
                        <a:pt x="117635" y="38100"/>
                        <a:pt x="114301" y="85725"/>
                        <a:pt x="114206" y="95345"/>
                      </a:cubicBezTo>
                      <a:cubicBezTo>
                        <a:pt x="114110" y="105823"/>
                        <a:pt x="105633" y="114300"/>
                        <a:pt x="95156" y="1143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421" name="Freeform: Shape 420">
                  <a:extLst>
                    <a:ext uri="{FF2B5EF4-FFF2-40B4-BE49-F238E27FC236}">
                      <a16:creationId xmlns:a16="http://schemas.microsoft.com/office/drawing/2014/main" id="{FC314201-114F-4FB6-974A-30D8F86CE332}"/>
                    </a:ext>
                  </a:extLst>
                </p:cNvPr>
                <p:cNvSpPr/>
                <p:nvPr/>
              </p:nvSpPr>
              <p:spPr>
                <a:xfrm>
                  <a:off x="8793998" y="1608842"/>
                  <a:ext cx="57485" cy="34508"/>
                </a:xfrm>
                <a:custGeom>
                  <a:avLst/>
                  <a:gdLst>
                    <a:gd name="connsiteX0" fmla="*/ 95156 w 190405"/>
                    <a:gd name="connsiteY0" fmla="*/ 114300 h 114300"/>
                    <a:gd name="connsiteX1" fmla="*/ 76106 w 190405"/>
                    <a:gd name="connsiteY1" fmla="*/ 95536 h 114300"/>
                    <a:gd name="connsiteX2" fmla="*/ 76106 w 190405"/>
                    <a:gd name="connsiteY2" fmla="*/ 95536 h 114300"/>
                    <a:gd name="connsiteX3" fmla="*/ 76106 w 190405"/>
                    <a:gd name="connsiteY3" fmla="*/ 95536 h 114300"/>
                    <a:gd name="connsiteX4" fmla="*/ 76106 w 190405"/>
                    <a:gd name="connsiteY4" fmla="*/ 95536 h 114300"/>
                    <a:gd name="connsiteX5" fmla="*/ 76106 w 190405"/>
                    <a:gd name="connsiteY5" fmla="*/ 95441 h 114300"/>
                    <a:gd name="connsiteX6" fmla="*/ 76106 w 190405"/>
                    <a:gd name="connsiteY6" fmla="*/ 95345 h 114300"/>
                    <a:gd name="connsiteX7" fmla="*/ 76106 w 190405"/>
                    <a:gd name="connsiteY7" fmla="*/ 95345 h 114300"/>
                    <a:gd name="connsiteX8" fmla="*/ 76106 w 190405"/>
                    <a:gd name="connsiteY8" fmla="*/ 95250 h 114300"/>
                    <a:gd name="connsiteX9" fmla="*/ 18860 w 190405"/>
                    <a:gd name="connsiteY9" fmla="*/ 38100 h 114300"/>
                    <a:gd name="connsiteX10" fmla="*/ 1 w 190405"/>
                    <a:gd name="connsiteY10" fmla="*/ 18955 h 114300"/>
                    <a:gd name="connsiteX11" fmla="*/ 18956 w 190405"/>
                    <a:gd name="connsiteY11" fmla="*/ 0 h 114300"/>
                    <a:gd name="connsiteX12" fmla="*/ 95441 w 190405"/>
                    <a:gd name="connsiteY12" fmla="*/ 35243 h 114300"/>
                    <a:gd name="connsiteX13" fmla="*/ 171356 w 190405"/>
                    <a:gd name="connsiteY13" fmla="*/ 0 h 114300"/>
                    <a:gd name="connsiteX14" fmla="*/ 190406 w 190405"/>
                    <a:gd name="connsiteY14" fmla="*/ 19050 h 114300"/>
                    <a:gd name="connsiteX15" fmla="*/ 171356 w 190405"/>
                    <a:gd name="connsiteY15" fmla="*/ 38100 h 114300"/>
                    <a:gd name="connsiteX16" fmla="*/ 114206 w 190405"/>
                    <a:gd name="connsiteY16" fmla="*/ 95345 h 114300"/>
                    <a:gd name="connsiteX17" fmla="*/ 95156 w 190405"/>
                    <a:gd name="connsiteY17" fmla="*/ 114300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0405" h="114300">
                      <a:moveTo>
                        <a:pt x="95156" y="114300"/>
                      </a:moveTo>
                      <a:cubicBezTo>
                        <a:pt x="84678" y="114300"/>
                        <a:pt x="76296" y="105918"/>
                        <a:pt x="76106" y="95536"/>
                      </a:cubicBezTo>
                      <a:cubicBezTo>
                        <a:pt x="76106" y="95536"/>
                        <a:pt x="76106" y="95536"/>
                        <a:pt x="76106" y="95536"/>
                      </a:cubicBezTo>
                      <a:lnTo>
                        <a:pt x="76106" y="95536"/>
                      </a:lnTo>
                      <a:lnTo>
                        <a:pt x="76106" y="95536"/>
                      </a:lnTo>
                      <a:cubicBezTo>
                        <a:pt x="76106" y="95536"/>
                        <a:pt x="76106" y="95441"/>
                        <a:pt x="76106" y="95441"/>
                      </a:cubicBezTo>
                      <a:cubicBezTo>
                        <a:pt x="76106" y="95441"/>
                        <a:pt x="76106" y="95441"/>
                        <a:pt x="76106" y="95345"/>
                      </a:cubicBezTo>
                      <a:lnTo>
                        <a:pt x="76106" y="95345"/>
                      </a:lnTo>
                      <a:cubicBezTo>
                        <a:pt x="76106" y="95345"/>
                        <a:pt x="76106" y="95345"/>
                        <a:pt x="76106" y="95250"/>
                      </a:cubicBezTo>
                      <a:cubicBezTo>
                        <a:pt x="76106" y="41434"/>
                        <a:pt x="28385" y="38195"/>
                        <a:pt x="18860" y="38100"/>
                      </a:cubicBezTo>
                      <a:cubicBezTo>
                        <a:pt x="8383" y="38005"/>
                        <a:pt x="-94" y="29432"/>
                        <a:pt x="1" y="18955"/>
                      </a:cubicBezTo>
                      <a:cubicBezTo>
                        <a:pt x="1" y="8477"/>
                        <a:pt x="8478" y="0"/>
                        <a:pt x="18956" y="0"/>
                      </a:cubicBezTo>
                      <a:cubicBezTo>
                        <a:pt x="40482" y="0"/>
                        <a:pt x="74391" y="8477"/>
                        <a:pt x="95441" y="35243"/>
                      </a:cubicBezTo>
                      <a:cubicBezTo>
                        <a:pt x="109824" y="15621"/>
                        <a:pt x="133637" y="0"/>
                        <a:pt x="171356" y="0"/>
                      </a:cubicBezTo>
                      <a:cubicBezTo>
                        <a:pt x="181928" y="0"/>
                        <a:pt x="190406" y="8572"/>
                        <a:pt x="190406" y="19050"/>
                      </a:cubicBezTo>
                      <a:cubicBezTo>
                        <a:pt x="190406" y="29528"/>
                        <a:pt x="181928" y="38100"/>
                        <a:pt x="171356" y="38100"/>
                      </a:cubicBezTo>
                      <a:cubicBezTo>
                        <a:pt x="117635" y="38100"/>
                        <a:pt x="114301" y="85725"/>
                        <a:pt x="114206" y="95345"/>
                      </a:cubicBezTo>
                      <a:cubicBezTo>
                        <a:pt x="114110" y="105823"/>
                        <a:pt x="105633" y="114300"/>
                        <a:pt x="95156" y="1143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grpSp>
              <p:nvGrpSpPr>
                <p:cNvPr id="422" name="Graphic 112">
                  <a:extLst>
                    <a:ext uri="{FF2B5EF4-FFF2-40B4-BE49-F238E27FC236}">
                      <a16:creationId xmlns:a16="http://schemas.microsoft.com/office/drawing/2014/main" id="{4F61176E-3BAA-4F2F-B4DC-6F640B319007}"/>
                    </a:ext>
                  </a:extLst>
                </p:cNvPr>
                <p:cNvGrpSpPr/>
                <p:nvPr/>
              </p:nvGrpSpPr>
              <p:grpSpPr>
                <a:xfrm>
                  <a:off x="8721129" y="1723948"/>
                  <a:ext cx="249205" cy="146665"/>
                  <a:chOff x="5769006" y="3448315"/>
                  <a:chExt cx="825436" cy="485795"/>
                </a:xfrm>
                <a:solidFill>
                  <a:schemeClr val="accent3"/>
                </a:solidFill>
              </p:grpSpPr>
              <p:sp>
                <p:nvSpPr>
                  <p:cNvPr id="423" name="Freeform: Shape 422">
                    <a:extLst>
                      <a:ext uri="{FF2B5EF4-FFF2-40B4-BE49-F238E27FC236}">
                        <a16:creationId xmlns:a16="http://schemas.microsoft.com/office/drawing/2014/main" id="{514B5B49-6298-4B57-AE03-8FD8E590AEE2}"/>
                      </a:ext>
                    </a:extLst>
                  </p:cNvPr>
                  <p:cNvSpPr/>
                  <p:nvPr/>
                </p:nvSpPr>
                <p:spPr>
                  <a:xfrm>
                    <a:off x="5932836" y="3448335"/>
                    <a:ext cx="133540" cy="38100"/>
                  </a:xfrm>
                  <a:custGeom>
                    <a:avLst/>
                    <a:gdLst>
                      <a:gd name="connsiteX0" fmla="*/ 114491 w 133540"/>
                      <a:gd name="connsiteY0" fmla="*/ 38100 h 38100"/>
                      <a:gd name="connsiteX1" fmla="*/ 19050 w 133540"/>
                      <a:gd name="connsiteY1" fmla="*/ 38100 h 38100"/>
                      <a:gd name="connsiteX2" fmla="*/ 0 w 133540"/>
                      <a:gd name="connsiteY2" fmla="*/ 19050 h 38100"/>
                      <a:gd name="connsiteX3" fmla="*/ 19050 w 133540"/>
                      <a:gd name="connsiteY3" fmla="*/ 0 h 38100"/>
                      <a:gd name="connsiteX4" fmla="*/ 114491 w 133540"/>
                      <a:gd name="connsiteY4" fmla="*/ 0 h 38100"/>
                      <a:gd name="connsiteX5" fmla="*/ 133541 w 133540"/>
                      <a:gd name="connsiteY5" fmla="*/ 19050 h 38100"/>
                      <a:gd name="connsiteX6" fmla="*/ 114491 w 133540"/>
                      <a:gd name="connsiteY6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3540" h="38100">
                        <a:moveTo>
                          <a:pt x="114491" y="38100"/>
                        </a:moveTo>
                        <a:lnTo>
                          <a:pt x="19050" y="38100"/>
                        </a:lnTo>
                        <a:cubicBezTo>
                          <a:pt x="8477" y="38100"/>
                          <a:pt x="0" y="29623"/>
                          <a:pt x="0" y="19050"/>
                        </a:cubicBezTo>
                        <a:cubicBezTo>
                          <a:pt x="0" y="8477"/>
                          <a:pt x="8477" y="0"/>
                          <a:pt x="19050" y="0"/>
                        </a:cubicBezTo>
                        <a:lnTo>
                          <a:pt x="114491" y="0"/>
                        </a:lnTo>
                        <a:cubicBezTo>
                          <a:pt x="125063" y="0"/>
                          <a:pt x="133541" y="8477"/>
                          <a:pt x="133541" y="19050"/>
                        </a:cubicBezTo>
                        <a:cubicBezTo>
                          <a:pt x="133541" y="29528"/>
                          <a:pt x="125063" y="38100"/>
                          <a:pt x="114491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grpSp>
                <p:nvGrpSpPr>
                  <p:cNvPr id="424" name="Graphic 112">
                    <a:extLst>
                      <a:ext uri="{FF2B5EF4-FFF2-40B4-BE49-F238E27FC236}">
                        <a16:creationId xmlns:a16="http://schemas.microsoft.com/office/drawing/2014/main" id="{0FF91C6E-35B5-4ABF-B273-FB6CF65324F9}"/>
                      </a:ext>
                    </a:extLst>
                  </p:cNvPr>
                  <p:cNvGrpSpPr/>
                  <p:nvPr/>
                </p:nvGrpSpPr>
                <p:grpSpPr>
                  <a:xfrm>
                    <a:off x="5769006" y="3448315"/>
                    <a:ext cx="825436" cy="485795"/>
                    <a:chOff x="5769006" y="3448315"/>
                    <a:chExt cx="825436" cy="485795"/>
                  </a:xfrm>
                  <a:grpFill/>
                </p:grpSpPr>
                <p:sp>
                  <p:nvSpPr>
                    <p:cNvPr id="425" name="Freeform: Shape 424">
                      <a:extLst>
                        <a:ext uri="{FF2B5EF4-FFF2-40B4-BE49-F238E27FC236}">
                          <a16:creationId xmlns:a16="http://schemas.microsoft.com/office/drawing/2014/main" id="{A3EE57C3-161A-4AA8-9055-A3F530B90D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2148" y="3538061"/>
                      <a:ext cx="431762" cy="252888"/>
                    </a:xfrm>
                    <a:custGeom>
                      <a:avLst/>
                      <a:gdLst>
                        <a:gd name="connsiteX0" fmla="*/ 269576 w 431762"/>
                        <a:gd name="connsiteY0" fmla="*/ 252889 h 252888"/>
                        <a:gd name="connsiteX1" fmla="*/ 19069 w 431762"/>
                        <a:gd name="connsiteY1" fmla="*/ 252889 h 252888"/>
                        <a:gd name="connsiteX2" fmla="*/ 2876 w 431762"/>
                        <a:gd name="connsiteY2" fmla="*/ 243840 h 252888"/>
                        <a:gd name="connsiteX3" fmla="*/ 2019 w 431762"/>
                        <a:gd name="connsiteY3" fmla="*/ 225266 h 252888"/>
                        <a:gd name="connsiteX4" fmla="*/ 109366 w 431762"/>
                        <a:gd name="connsiteY4" fmla="*/ 10573 h 252888"/>
                        <a:gd name="connsiteX5" fmla="*/ 126416 w 431762"/>
                        <a:gd name="connsiteY5" fmla="*/ 0 h 252888"/>
                        <a:gd name="connsiteX6" fmla="*/ 412737 w 431762"/>
                        <a:gd name="connsiteY6" fmla="*/ 0 h 252888"/>
                        <a:gd name="connsiteX7" fmla="*/ 429501 w 431762"/>
                        <a:gd name="connsiteY7" fmla="*/ 10097 h 252888"/>
                        <a:gd name="connsiteX8" fmla="*/ 428549 w 431762"/>
                        <a:gd name="connsiteY8" fmla="*/ 29623 h 252888"/>
                        <a:gd name="connsiteX9" fmla="*/ 285388 w 431762"/>
                        <a:gd name="connsiteY9" fmla="*/ 244412 h 252888"/>
                        <a:gd name="connsiteX10" fmla="*/ 269576 w 431762"/>
                        <a:gd name="connsiteY10" fmla="*/ 252889 h 252888"/>
                        <a:gd name="connsiteX11" fmla="*/ 49835 w 431762"/>
                        <a:gd name="connsiteY11" fmla="*/ 214789 h 252888"/>
                        <a:gd name="connsiteX12" fmla="*/ 259385 w 431762"/>
                        <a:gd name="connsiteY12" fmla="*/ 214789 h 252888"/>
                        <a:gd name="connsiteX13" fmla="*/ 377114 w 431762"/>
                        <a:gd name="connsiteY13" fmla="*/ 38195 h 252888"/>
                        <a:gd name="connsiteX14" fmla="*/ 138227 w 431762"/>
                        <a:gd name="connsiteY14" fmla="*/ 38195 h 252888"/>
                        <a:gd name="connsiteX15" fmla="*/ 49835 w 431762"/>
                        <a:gd name="connsiteY15" fmla="*/ 214789 h 2528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431762" h="252888">
                          <a:moveTo>
                            <a:pt x="269576" y="252889"/>
                          </a:moveTo>
                          <a:lnTo>
                            <a:pt x="19069" y="252889"/>
                          </a:lnTo>
                          <a:cubicBezTo>
                            <a:pt x="12497" y="252889"/>
                            <a:pt x="6305" y="249460"/>
                            <a:pt x="2876" y="243840"/>
                          </a:cubicBezTo>
                          <a:cubicBezTo>
                            <a:pt x="-648" y="238220"/>
                            <a:pt x="-934" y="231172"/>
                            <a:pt x="2019" y="225266"/>
                          </a:cubicBezTo>
                          <a:lnTo>
                            <a:pt x="109366" y="10573"/>
                          </a:lnTo>
                          <a:cubicBezTo>
                            <a:pt x="112604" y="4096"/>
                            <a:pt x="119177" y="0"/>
                            <a:pt x="126416" y="0"/>
                          </a:cubicBezTo>
                          <a:lnTo>
                            <a:pt x="412737" y="0"/>
                          </a:lnTo>
                          <a:cubicBezTo>
                            <a:pt x="419786" y="0"/>
                            <a:pt x="426263" y="3905"/>
                            <a:pt x="429501" y="10097"/>
                          </a:cubicBezTo>
                          <a:cubicBezTo>
                            <a:pt x="432835" y="16288"/>
                            <a:pt x="432454" y="23813"/>
                            <a:pt x="428549" y="29623"/>
                          </a:cubicBezTo>
                          <a:lnTo>
                            <a:pt x="285388" y="244412"/>
                          </a:lnTo>
                          <a:cubicBezTo>
                            <a:pt x="281864" y="249746"/>
                            <a:pt x="275958" y="252889"/>
                            <a:pt x="269576" y="252889"/>
                          </a:cubicBezTo>
                          <a:close/>
                          <a:moveTo>
                            <a:pt x="49835" y="214789"/>
                          </a:moveTo>
                          <a:lnTo>
                            <a:pt x="259385" y="214789"/>
                          </a:lnTo>
                          <a:lnTo>
                            <a:pt x="377114" y="38195"/>
                          </a:lnTo>
                          <a:lnTo>
                            <a:pt x="138227" y="38195"/>
                          </a:lnTo>
                          <a:lnTo>
                            <a:pt x="49835" y="214789"/>
                          </a:ln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426" name="Freeform: Shape 425">
                      <a:extLst>
                        <a:ext uri="{FF2B5EF4-FFF2-40B4-BE49-F238E27FC236}">
                          <a16:creationId xmlns:a16="http://schemas.microsoft.com/office/drawing/2014/main" id="{ADBB6A44-774D-4FA1-B190-4F79DA6798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68630" y="3448315"/>
                      <a:ext cx="232070" cy="342634"/>
                    </a:xfrm>
                    <a:custGeom>
                      <a:avLst/>
                      <a:gdLst>
                        <a:gd name="connsiteX0" fmla="*/ 213095 w 232070"/>
                        <a:gd name="connsiteY0" fmla="*/ 342635 h 342634"/>
                        <a:gd name="connsiteX1" fmla="*/ 196998 w 232070"/>
                        <a:gd name="connsiteY1" fmla="*/ 333777 h 342634"/>
                        <a:gd name="connsiteX2" fmla="*/ 2973 w 232070"/>
                        <a:gd name="connsiteY2" fmla="*/ 29262 h 342634"/>
                        <a:gd name="connsiteX3" fmla="*/ 8784 w 232070"/>
                        <a:gd name="connsiteY3" fmla="*/ 2973 h 342634"/>
                        <a:gd name="connsiteX4" fmla="*/ 35073 w 232070"/>
                        <a:gd name="connsiteY4" fmla="*/ 8784 h 342634"/>
                        <a:gd name="connsiteX5" fmla="*/ 229097 w 232070"/>
                        <a:gd name="connsiteY5" fmla="*/ 313298 h 342634"/>
                        <a:gd name="connsiteX6" fmla="*/ 223287 w 232070"/>
                        <a:gd name="connsiteY6" fmla="*/ 339587 h 342634"/>
                        <a:gd name="connsiteX7" fmla="*/ 213095 w 232070"/>
                        <a:gd name="connsiteY7" fmla="*/ 342635 h 34263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232070" h="342634">
                          <a:moveTo>
                            <a:pt x="213095" y="342635"/>
                          </a:moveTo>
                          <a:cubicBezTo>
                            <a:pt x="206808" y="342635"/>
                            <a:pt x="200617" y="339492"/>
                            <a:pt x="196998" y="333777"/>
                          </a:cubicBezTo>
                          <a:lnTo>
                            <a:pt x="2973" y="29262"/>
                          </a:lnTo>
                          <a:cubicBezTo>
                            <a:pt x="-2646" y="20404"/>
                            <a:pt x="-75" y="8593"/>
                            <a:pt x="8784" y="2973"/>
                          </a:cubicBezTo>
                          <a:cubicBezTo>
                            <a:pt x="17642" y="-2646"/>
                            <a:pt x="29453" y="-75"/>
                            <a:pt x="35073" y="8784"/>
                          </a:cubicBezTo>
                          <a:lnTo>
                            <a:pt x="229097" y="313298"/>
                          </a:lnTo>
                          <a:cubicBezTo>
                            <a:pt x="234717" y="322156"/>
                            <a:pt x="232145" y="333967"/>
                            <a:pt x="223287" y="339587"/>
                          </a:cubicBezTo>
                          <a:cubicBezTo>
                            <a:pt x="220143" y="341682"/>
                            <a:pt x="216619" y="342635"/>
                            <a:pt x="213095" y="342635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427" name="Freeform: Shape 426">
                      <a:extLst>
                        <a:ext uri="{FF2B5EF4-FFF2-40B4-BE49-F238E27FC236}">
                          <a16:creationId xmlns:a16="http://schemas.microsoft.com/office/drawing/2014/main" id="{8D93DEB1-46F5-468F-8E91-347AC28C9B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98489" y="3466528"/>
                      <a:ext cx="252882" cy="324421"/>
                    </a:xfrm>
                    <a:custGeom>
                      <a:avLst/>
                      <a:gdLst>
                        <a:gd name="connsiteX0" fmla="*/ 233744 w 252882"/>
                        <a:gd name="connsiteY0" fmla="*/ 324422 h 324421"/>
                        <a:gd name="connsiteX1" fmla="*/ 216694 w 252882"/>
                        <a:gd name="connsiteY1" fmla="*/ 313849 h 324421"/>
                        <a:gd name="connsiteX2" fmla="*/ 78867 w 252882"/>
                        <a:gd name="connsiteY2" fmla="*/ 38100 h 324421"/>
                        <a:gd name="connsiteX3" fmla="*/ 19050 w 252882"/>
                        <a:gd name="connsiteY3" fmla="*/ 38100 h 324421"/>
                        <a:gd name="connsiteX4" fmla="*/ 0 w 252882"/>
                        <a:gd name="connsiteY4" fmla="*/ 19050 h 324421"/>
                        <a:gd name="connsiteX5" fmla="*/ 19050 w 252882"/>
                        <a:gd name="connsiteY5" fmla="*/ 0 h 324421"/>
                        <a:gd name="connsiteX6" fmla="*/ 90678 w 252882"/>
                        <a:gd name="connsiteY6" fmla="*/ 0 h 324421"/>
                        <a:gd name="connsiteX7" fmla="*/ 107728 w 252882"/>
                        <a:gd name="connsiteY7" fmla="*/ 10573 h 324421"/>
                        <a:gd name="connsiteX8" fmla="*/ 250888 w 252882"/>
                        <a:gd name="connsiteY8" fmla="*/ 296894 h 324421"/>
                        <a:gd name="connsiteX9" fmla="*/ 242411 w 252882"/>
                        <a:gd name="connsiteY9" fmla="*/ 322421 h 324421"/>
                        <a:gd name="connsiteX10" fmla="*/ 233744 w 252882"/>
                        <a:gd name="connsiteY10" fmla="*/ 324422 h 3244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252882" h="324421">
                          <a:moveTo>
                            <a:pt x="233744" y="324422"/>
                          </a:moveTo>
                          <a:cubicBezTo>
                            <a:pt x="226790" y="324422"/>
                            <a:pt x="220027" y="320612"/>
                            <a:pt x="216694" y="313849"/>
                          </a:cubicBezTo>
                          <a:lnTo>
                            <a:pt x="78867" y="38100"/>
                          </a:lnTo>
                          <a:lnTo>
                            <a:pt x="19050" y="38100"/>
                          </a:lnTo>
                          <a:cubicBezTo>
                            <a:pt x="8477" y="38100"/>
                            <a:pt x="0" y="29623"/>
                            <a:pt x="0" y="19050"/>
                          </a:cubicBezTo>
                          <a:cubicBezTo>
                            <a:pt x="0" y="8477"/>
                            <a:pt x="8477" y="0"/>
                            <a:pt x="19050" y="0"/>
                          </a:cubicBezTo>
                          <a:lnTo>
                            <a:pt x="90678" y="0"/>
                          </a:lnTo>
                          <a:cubicBezTo>
                            <a:pt x="97917" y="0"/>
                            <a:pt x="104489" y="4096"/>
                            <a:pt x="107728" y="10573"/>
                          </a:cubicBezTo>
                          <a:lnTo>
                            <a:pt x="250888" y="296894"/>
                          </a:lnTo>
                          <a:cubicBezTo>
                            <a:pt x="255556" y="306324"/>
                            <a:pt x="251746" y="317754"/>
                            <a:pt x="242411" y="322421"/>
                          </a:cubicBezTo>
                          <a:cubicBezTo>
                            <a:pt x="239554" y="323755"/>
                            <a:pt x="236696" y="324422"/>
                            <a:pt x="233744" y="324422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428" name="Freeform: Shape 427">
                      <a:extLst>
                        <a:ext uri="{FF2B5EF4-FFF2-40B4-BE49-F238E27FC236}">
                          <a16:creationId xmlns:a16="http://schemas.microsoft.com/office/drawing/2014/main" id="{1B142A77-A60F-4CE9-B5CC-056B49A60D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77368" y="3717035"/>
                      <a:ext cx="109727" cy="109728"/>
                    </a:xfrm>
                    <a:custGeom>
                      <a:avLst/>
                      <a:gdLst>
                        <a:gd name="connsiteX0" fmla="*/ 54864 w 109727"/>
                        <a:gd name="connsiteY0" fmla="*/ 109728 h 109728"/>
                        <a:gd name="connsiteX1" fmla="*/ 0 w 109727"/>
                        <a:gd name="connsiteY1" fmla="*/ 54864 h 109728"/>
                        <a:gd name="connsiteX2" fmla="*/ 54864 w 109727"/>
                        <a:gd name="connsiteY2" fmla="*/ 0 h 109728"/>
                        <a:gd name="connsiteX3" fmla="*/ 109728 w 109727"/>
                        <a:gd name="connsiteY3" fmla="*/ 54864 h 109728"/>
                        <a:gd name="connsiteX4" fmla="*/ 54864 w 109727"/>
                        <a:gd name="connsiteY4" fmla="*/ 109728 h 109728"/>
                        <a:gd name="connsiteX5" fmla="*/ 54864 w 109727"/>
                        <a:gd name="connsiteY5" fmla="*/ 38100 h 109728"/>
                        <a:gd name="connsiteX6" fmla="*/ 38100 w 109727"/>
                        <a:gd name="connsiteY6" fmla="*/ 54864 h 109728"/>
                        <a:gd name="connsiteX7" fmla="*/ 54864 w 109727"/>
                        <a:gd name="connsiteY7" fmla="*/ 71628 h 109728"/>
                        <a:gd name="connsiteX8" fmla="*/ 71628 w 109727"/>
                        <a:gd name="connsiteY8" fmla="*/ 54864 h 109728"/>
                        <a:gd name="connsiteX9" fmla="*/ 54864 w 109727"/>
                        <a:gd name="connsiteY9" fmla="*/ 38100 h 1097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9727" h="109728">
                          <a:moveTo>
                            <a:pt x="54864" y="109728"/>
                          </a:moveTo>
                          <a:cubicBezTo>
                            <a:pt x="24670" y="109728"/>
                            <a:pt x="0" y="85154"/>
                            <a:pt x="0" y="54864"/>
                          </a:cubicBezTo>
                          <a:cubicBezTo>
                            <a:pt x="0" y="24575"/>
                            <a:pt x="24575" y="0"/>
                            <a:pt x="54864" y="0"/>
                          </a:cubicBezTo>
                          <a:cubicBezTo>
                            <a:pt x="85154" y="0"/>
                            <a:pt x="109728" y="24575"/>
                            <a:pt x="109728" y="54864"/>
                          </a:cubicBezTo>
                          <a:cubicBezTo>
                            <a:pt x="109728" y="85154"/>
                            <a:pt x="85154" y="109728"/>
                            <a:pt x="54864" y="109728"/>
                          </a:cubicBezTo>
                          <a:close/>
                          <a:moveTo>
                            <a:pt x="54864" y="38100"/>
                          </a:moveTo>
                          <a:cubicBezTo>
                            <a:pt x="45625" y="38100"/>
                            <a:pt x="38100" y="45625"/>
                            <a:pt x="38100" y="54864"/>
                          </a:cubicBezTo>
                          <a:cubicBezTo>
                            <a:pt x="38100" y="64103"/>
                            <a:pt x="45625" y="71628"/>
                            <a:pt x="54864" y="71628"/>
                          </a:cubicBezTo>
                          <a:cubicBezTo>
                            <a:pt x="64103" y="71628"/>
                            <a:pt x="71628" y="64103"/>
                            <a:pt x="71628" y="54864"/>
                          </a:cubicBezTo>
                          <a:cubicBezTo>
                            <a:pt x="71628" y="45625"/>
                            <a:pt x="64103" y="38100"/>
                            <a:pt x="54864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429" name="Freeform: Shape 428">
                      <a:extLst>
                        <a:ext uri="{FF2B5EF4-FFF2-40B4-BE49-F238E27FC236}">
                          <a16:creationId xmlns:a16="http://schemas.microsoft.com/office/drawing/2014/main" id="{4E0308A3-7FD0-4C60-8FC1-1BC9F47728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76353" y="3717035"/>
                      <a:ext cx="109728" cy="109728"/>
                    </a:xfrm>
                    <a:custGeom>
                      <a:avLst/>
                      <a:gdLst>
                        <a:gd name="connsiteX0" fmla="*/ 54864 w 109728"/>
                        <a:gd name="connsiteY0" fmla="*/ 109728 h 109728"/>
                        <a:gd name="connsiteX1" fmla="*/ 0 w 109728"/>
                        <a:gd name="connsiteY1" fmla="*/ 54864 h 109728"/>
                        <a:gd name="connsiteX2" fmla="*/ 54864 w 109728"/>
                        <a:gd name="connsiteY2" fmla="*/ 0 h 109728"/>
                        <a:gd name="connsiteX3" fmla="*/ 109728 w 109728"/>
                        <a:gd name="connsiteY3" fmla="*/ 54864 h 109728"/>
                        <a:gd name="connsiteX4" fmla="*/ 54864 w 109728"/>
                        <a:gd name="connsiteY4" fmla="*/ 109728 h 109728"/>
                        <a:gd name="connsiteX5" fmla="*/ 54864 w 109728"/>
                        <a:gd name="connsiteY5" fmla="*/ 38100 h 109728"/>
                        <a:gd name="connsiteX6" fmla="*/ 38100 w 109728"/>
                        <a:gd name="connsiteY6" fmla="*/ 54864 h 109728"/>
                        <a:gd name="connsiteX7" fmla="*/ 54864 w 109728"/>
                        <a:gd name="connsiteY7" fmla="*/ 71628 h 109728"/>
                        <a:gd name="connsiteX8" fmla="*/ 71628 w 109728"/>
                        <a:gd name="connsiteY8" fmla="*/ 54864 h 109728"/>
                        <a:gd name="connsiteX9" fmla="*/ 54864 w 109728"/>
                        <a:gd name="connsiteY9" fmla="*/ 38100 h 1097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9728" h="109728">
                          <a:moveTo>
                            <a:pt x="54864" y="109728"/>
                          </a:moveTo>
                          <a:cubicBezTo>
                            <a:pt x="24575" y="109728"/>
                            <a:pt x="0" y="85154"/>
                            <a:pt x="0" y="54864"/>
                          </a:cubicBezTo>
                          <a:cubicBezTo>
                            <a:pt x="0" y="24575"/>
                            <a:pt x="24575" y="0"/>
                            <a:pt x="54864" y="0"/>
                          </a:cubicBezTo>
                          <a:cubicBezTo>
                            <a:pt x="85154" y="0"/>
                            <a:pt x="109728" y="24575"/>
                            <a:pt x="109728" y="54864"/>
                          </a:cubicBezTo>
                          <a:cubicBezTo>
                            <a:pt x="109728" y="85154"/>
                            <a:pt x="85058" y="109728"/>
                            <a:pt x="54864" y="109728"/>
                          </a:cubicBezTo>
                          <a:close/>
                          <a:moveTo>
                            <a:pt x="54864" y="38100"/>
                          </a:moveTo>
                          <a:cubicBezTo>
                            <a:pt x="45625" y="38100"/>
                            <a:pt x="38100" y="45625"/>
                            <a:pt x="38100" y="54864"/>
                          </a:cubicBezTo>
                          <a:cubicBezTo>
                            <a:pt x="38100" y="64103"/>
                            <a:pt x="45625" y="71628"/>
                            <a:pt x="54864" y="71628"/>
                          </a:cubicBezTo>
                          <a:cubicBezTo>
                            <a:pt x="64103" y="71628"/>
                            <a:pt x="71628" y="64103"/>
                            <a:pt x="71628" y="54864"/>
                          </a:cubicBezTo>
                          <a:cubicBezTo>
                            <a:pt x="71533" y="45625"/>
                            <a:pt x="64008" y="38100"/>
                            <a:pt x="54864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430" name="Freeform: Shape 429">
                      <a:extLst>
                        <a:ext uri="{FF2B5EF4-FFF2-40B4-BE49-F238E27FC236}">
                          <a16:creationId xmlns:a16="http://schemas.microsoft.com/office/drawing/2014/main" id="{DB5A97CB-5285-4B4A-B1F6-1A549CD8F7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70021" y="3609689"/>
                      <a:ext cx="324421" cy="324421"/>
                    </a:xfrm>
                    <a:custGeom>
                      <a:avLst/>
                      <a:gdLst>
                        <a:gd name="connsiteX0" fmla="*/ 162211 w 324421"/>
                        <a:gd name="connsiteY0" fmla="*/ 324421 h 324421"/>
                        <a:gd name="connsiteX1" fmla="*/ 0 w 324421"/>
                        <a:gd name="connsiteY1" fmla="*/ 162211 h 324421"/>
                        <a:gd name="connsiteX2" fmla="*/ 162211 w 324421"/>
                        <a:gd name="connsiteY2" fmla="*/ 0 h 324421"/>
                        <a:gd name="connsiteX3" fmla="*/ 324422 w 324421"/>
                        <a:gd name="connsiteY3" fmla="*/ 162211 h 324421"/>
                        <a:gd name="connsiteX4" fmla="*/ 162211 w 324421"/>
                        <a:gd name="connsiteY4" fmla="*/ 324421 h 324421"/>
                        <a:gd name="connsiteX5" fmla="*/ 162211 w 324421"/>
                        <a:gd name="connsiteY5" fmla="*/ 38100 h 324421"/>
                        <a:gd name="connsiteX6" fmla="*/ 38100 w 324421"/>
                        <a:gd name="connsiteY6" fmla="*/ 162211 h 324421"/>
                        <a:gd name="connsiteX7" fmla="*/ 162211 w 324421"/>
                        <a:gd name="connsiteY7" fmla="*/ 286321 h 324421"/>
                        <a:gd name="connsiteX8" fmla="*/ 286322 w 324421"/>
                        <a:gd name="connsiteY8" fmla="*/ 162211 h 324421"/>
                        <a:gd name="connsiteX9" fmla="*/ 162211 w 324421"/>
                        <a:gd name="connsiteY9" fmla="*/ 38100 h 3244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24421" h="324421">
                          <a:moveTo>
                            <a:pt x="162211" y="324421"/>
                          </a:moveTo>
                          <a:cubicBezTo>
                            <a:pt x="72771" y="324421"/>
                            <a:pt x="0" y="251650"/>
                            <a:pt x="0" y="162211"/>
                          </a:cubicBezTo>
                          <a:cubicBezTo>
                            <a:pt x="0" y="72771"/>
                            <a:pt x="72771" y="0"/>
                            <a:pt x="162211" y="0"/>
                          </a:cubicBezTo>
                          <a:cubicBezTo>
                            <a:pt x="251651" y="0"/>
                            <a:pt x="324422" y="72771"/>
                            <a:pt x="324422" y="162211"/>
                          </a:cubicBezTo>
                          <a:cubicBezTo>
                            <a:pt x="324422" y="251650"/>
                            <a:pt x="251651" y="324421"/>
                            <a:pt x="162211" y="324421"/>
                          </a:cubicBezTo>
                          <a:close/>
                          <a:moveTo>
                            <a:pt x="162211" y="38100"/>
                          </a:moveTo>
                          <a:cubicBezTo>
                            <a:pt x="93821" y="38100"/>
                            <a:pt x="38100" y="93821"/>
                            <a:pt x="38100" y="162211"/>
                          </a:cubicBezTo>
                          <a:cubicBezTo>
                            <a:pt x="38100" y="230696"/>
                            <a:pt x="93821" y="286321"/>
                            <a:pt x="162211" y="286321"/>
                          </a:cubicBezTo>
                          <a:cubicBezTo>
                            <a:pt x="230600" y="286321"/>
                            <a:pt x="286322" y="230600"/>
                            <a:pt x="286322" y="162211"/>
                          </a:cubicBezTo>
                          <a:cubicBezTo>
                            <a:pt x="286322" y="93726"/>
                            <a:pt x="230696" y="38100"/>
                            <a:pt x="162211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431" name="Freeform: Shape 430">
                      <a:extLst>
                        <a:ext uri="{FF2B5EF4-FFF2-40B4-BE49-F238E27FC236}">
                          <a16:creationId xmlns:a16="http://schemas.microsoft.com/office/drawing/2014/main" id="{88BAB790-0685-42AD-AA53-8C3E1261CD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9006" y="3609689"/>
                      <a:ext cx="324421" cy="324421"/>
                    </a:xfrm>
                    <a:custGeom>
                      <a:avLst/>
                      <a:gdLst>
                        <a:gd name="connsiteX0" fmla="*/ 162211 w 324421"/>
                        <a:gd name="connsiteY0" fmla="*/ 324421 h 324421"/>
                        <a:gd name="connsiteX1" fmla="*/ 0 w 324421"/>
                        <a:gd name="connsiteY1" fmla="*/ 162211 h 324421"/>
                        <a:gd name="connsiteX2" fmla="*/ 162211 w 324421"/>
                        <a:gd name="connsiteY2" fmla="*/ 0 h 324421"/>
                        <a:gd name="connsiteX3" fmla="*/ 324422 w 324421"/>
                        <a:gd name="connsiteY3" fmla="*/ 162211 h 324421"/>
                        <a:gd name="connsiteX4" fmla="*/ 162211 w 324421"/>
                        <a:gd name="connsiteY4" fmla="*/ 324421 h 324421"/>
                        <a:gd name="connsiteX5" fmla="*/ 162211 w 324421"/>
                        <a:gd name="connsiteY5" fmla="*/ 38100 h 324421"/>
                        <a:gd name="connsiteX6" fmla="*/ 38100 w 324421"/>
                        <a:gd name="connsiteY6" fmla="*/ 162211 h 324421"/>
                        <a:gd name="connsiteX7" fmla="*/ 162211 w 324421"/>
                        <a:gd name="connsiteY7" fmla="*/ 286321 h 324421"/>
                        <a:gd name="connsiteX8" fmla="*/ 286322 w 324421"/>
                        <a:gd name="connsiteY8" fmla="*/ 162211 h 324421"/>
                        <a:gd name="connsiteX9" fmla="*/ 162211 w 324421"/>
                        <a:gd name="connsiteY9" fmla="*/ 38100 h 3244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24421" h="324421">
                          <a:moveTo>
                            <a:pt x="162211" y="324421"/>
                          </a:moveTo>
                          <a:cubicBezTo>
                            <a:pt x="72771" y="324421"/>
                            <a:pt x="0" y="251650"/>
                            <a:pt x="0" y="162211"/>
                          </a:cubicBezTo>
                          <a:cubicBezTo>
                            <a:pt x="0" y="72771"/>
                            <a:pt x="72676" y="0"/>
                            <a:pt x="162211" y="0"/>
                          </a:cubicBezTo>
                          <a:cubicBezTo>
                            <a:pt x="251650" y="0"/>
                            <a:pt x="324422" y="72771"/>
                            <a:pt x="324422" y="162211"/>
                          </a:cubicBezTo>
                          <a:cubicBezTo>
                            <a:pt x="324422" y="251650"/>
                            <a:pt x="251650" y="324421"/>
                            <a:pt x="162211" y="324421"/>
                          </a:cubicBezTo>
                          <a:close/>
                          <a:moveTo>
                            <a:pt x="162211" y="38100"/>
                          </a:moveTo>
                          <a:cubicBezTo>
                            <a:pt x="93726" y="38100"/>
                            <a:pt x="38100" y="93821"/>
                            <a:pt x="38100" y="162211"/>
                          </a:cubicBezTo>
                          <a:cubicBezTo>
                            <a:pt x="38100" y="230696"/>
                            <a:pt x="93821" y="286321"/>
                            <a:pt x="162211" y="286321"/>
                          </a:cubicBezTo>
                          <a:cubicBezTo>
                            <a:pt x="230696" y="286321"/>
                            <a:pt x="286322" y="230600"/>
                            <a:pt x="286322" y="162211"/>
                          </a:cubicBezTo>
                          <a:cubicBezTo>
                            <a:pt x="286322" y="93726"/>
                            <a:pt x="230600" y="38100"/>
                            <a:pt x="162211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</p:grpSp>
            </p:grpSp>
          </p:grpSp>
          <p:grpSp>
            <p:nvGrpSpPr>
              <p:cNvPr id="404" name="Group 403">
                <a:extLst>
                  <a:ext uri="{FF2B5EF4-FFF2-40B4-BE49-F238E27FC236}">
                    <a16:creationId xmlns:a16="http://schemas.microsoft.com/office/drawing/2014/main" id="{91F88854-CE46-4007-AB42-CEC4830920D5}"/>
                  </a:ext>
                </a:extLst>
              </p:cNvPr>
              <p:cNvGrpSpPr/>
              <p:nvPr/>
            </p:nvGrpSpPr>
            <p:grpSpPr>
              <a:xfrm>
                <a:off x="8502654" y="1752440"/>
                <a:ext cx="263476" cy="225927"/>
                <a:chOff x="9230360" y="2173322"/>
                <a:chExt cx="263476" cy="225927"/>
              </a:xfrm>
            </p:grpSpPr>
            <p:sp>
              <p:nvSpPr>
                <p:cNvPr id="413" name="Freeform 125">
                  <a:extLst>
                    <a:ext uri="{FF2B5EF4-FFF2-40B4-BE49-F238E27FC236}">
                      <a16:creationId xmlns:a16="http://schemas.microsoft.com/office/drawing/2014/main" id="{53E8567E-557A-4A21-AEAD-BD12C932B8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69818" y="2212780"/>
                  <a:ext cx="183288" cy="186469"/>
                </a:xfrm>
                <a:custGeom>
                  <a:avLst/>
                  <a:gdLst>
                    <a:gd name="T0" fmla="*/ 288 w 288"/>
                    <a:gd name="T1" fmla="*/ 129 h 293"/>
                    <a:gd name="T2" fmla="*/ 145 w 288"/>
                    <a:gd name="T3" fmla="*/ 0 h 293"/>
                    <a:gd name="T4" fmla="*/ 145 w 288"/>
                    <a:gd name="T5" fmla="*/ 0 h 293"/>
                    <a:gd name="T6" fmla="*/ 145 w 288"/>
                    <a:gd name="T7" fmla="*/ 0 h 293"/>
                    <a:gd name="T8" fmla="*/ 145 w 288"/>
                    <a:gd name="T9" fmla="*/ 0 h 293"/>
                    <a:gd name="T10" fmla="*/ 0 w 288"/>
                    <a:gd name="T11" fmla="*/ 129 h 293"/>
                    <a:gd name="T12" fmla="*/ 0 w 288"/>
                    <a:gd name="T13" fmla="*/ 293 h 293"/>
                    <a:gd name="T14" fmla="*/ 107 w 288"/>
                    <a:gd name="T15" fmla="*/ 293 h 293"/>
                    <a:gd name="T16" fmla="*/ 107 w 288"/>
                    <a:gd name="T17" fmla="*/ 198 h 293"/>
                    <a:gd name="T18" fmla="*/ 180 w 288"/>
                    <a:gd name="T19" fmla="*/ 198 h 293"/>
                    <a:gd name="T20" fmla="*/ 180 w 288"/>
                    <a:gd name="T21" fmla="*/ 293 h 293"/>
                    <a:gd name="T22" fmla="*/ 288 w 288"/>
                    <a:gd name="T23" fmla="*/ 293 h 293"/>
                    <a:gd name="T24" fmla="*/ 288 w 288"/>
                    <a:gd name="T25" fmla="*/ 129 h 2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88" h="293">
                      <a:moveTo>
                        <a:pt x="288" y="129"/>
                      </a:moveTo>
                      <a:lnTo>
                        <a:pt x="145" y="0"/>
                      </a:lnTo>
                      <a:lnTo>
                        <a:pt x="145" y="0"/>
                      </a:lnTo>
                      <a:lnTo>
                        <a:pt x="145" y="0"/>
                      </a:lnTo>
                      <a:lnTo>
                        <a:pt x="145" y="0"/>
                      </a:lnTo>
                      <a:lnTo>
                        <a:pt x="0" y="129"/>
                      </a:lnTo>
                      <a:lnTo>
                        <a:pt x="0" y="293"/>
                      </a:lnTo>
                      <a:lnTo>
                        <a:pt x="107" y="293"/>
                      </a:lnTo>
                      <a:lnTo>
                        <a:pt x="107" y="198"/>
                      </a:lnTo>
                      <a:lnTo>
                        <a:pt x="180" y="198"/>
                      </a:lnTo>
                      <a:lnTo>
                        <a:pt x="180" y="293"/>
                      </a:lnTo>
                      <a:lnTo>
                        <a:pt x="288" y="293"/>
                      </a:lnTo>
                      <a:lnTo>
                        <a:pt x="288" y="129"/>
                      </a:lnTo>
                      <a:close/>
                    </a:path>
                  </a:pathLst>
                </a:custGeom>
                <a:noFill/>
                <a:ln w="12700" cap="flat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sp>
              <p:nvSpPr>
                <p:cNvPr id="414" name="Freeform 126">
                  <a:extLst>
                    <a:ext uri="{FF2B5EF4-FFF2-40B4-BE49-F238E27FC236}">
                      <a16:creationId xmlns:a16="http://schemas.microsoft.com/office/drawing/2014/main" id="{D471A1CA-5A66-4591-9AA2-0717886E0E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30360" y="2173322"/>
                  <a:ext cx="263476" cy="114554"/>
                </a:xfrm>
                <a:custGeom>
                  <a:avLst/>
                  <a:gdLst>
                    <a:gd name="T0" fmla="*/ 414 w 414"/>
                    <a:gd name="T1" fmla="*/ 180 h 180"/>
                    <a:gd name="T2" fmla="*/ 207 w 414"/>
                    <a:gd name="T3" fmla="*/ 0 h 180"/>
                    <a:gd name="T4" fmla="*/ 109 w 414"/>
                    <a:gd name="T5" fmla="*/ 84 h 180"/>
                    <a:gd name="T6" fmla="*/ 109 w 414"/>
                    <a:gd name="T7" fmla="*/ 30 h 180"/>
                    <a:gd name="T8" fmla="*/ 64 w 414"/>
                    <a:gd name="T9" fmla="*/ 30 h 180"/>
                    <a:gd name="T10" fmla="*/ 64 w 414"/>
                    <a:gd name="T11" fmla="*/ 123 h 180"/>
                    <a:gd name="T12" fmla="*/ 0 w 414"/>
                    <a:gd name="T13" fmla="*/ 180 h 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14" h="180">
                      <a:moveTo>
                        <a:pt x="414" y="180"/>
                      </a:moveTo>
                      <a:lnTo>
                        <a:pt x="207" y="0"/>
                      </a:lnTo>
                      <a:lnTo>
                        <a:pt x="109" y="84"/>
                      </a:lnTo>
                      <a:lnTo>
                        <a:pt x="109" y="30"/>
                      </a:lnTo>
                      <a:lnTo>
                        <a:pt x="64" y="30"/>
                      </a:lnTo>
                      <a:lnTo>
                        <a:pt x="64" y="123"/>
                      </a:lnTo>
                      <a:lnTo>
                        <a:pt x="0" y="180"/>
                      </a:lnTo>
                    </a:path>
                  </a:pathLst>
                </a:cu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53D6742-D45E-4A5C-B3FA-AD50F5F081B0}"/>
                </a:ext>
              </a:extLst>
            </p:cNvPr>
            <p:cNvGrpSpPr/>
            <p:nvPr/>
          </p:nvGrpSpPr>
          <p:grpSpPr>
            <a:xfrm>
              <a:off x="8203656" y="2396641"/>
              <a:ext cx="757222" cy="310571"/>
              <a:chOff x="8008908" y="2279374"/>
              <a:chExt cx="757222" cy="310571"/>
            </a:xfrm>
          </p:grpSpPr>
          <p:grpSp>
            <p:nvGrpSpPr>
              <p:cNvPr id="433" name="Group 432">
                <a:extLst>
                  <a:ext uri="{FF2B5EF4-FFF2-40B4-BE49-F238E27FC236}">
                    <a16:creationId xmlns:a16="http://schemas.microsoft.com/office/drawing/2014/main" id="{4ED24E5B-196D-480E-AC3B-8BE71040905E}"/>
                  </a:ext>
                </a:extLst>
              </p:cNvPr>
              <p:cNvGrpSpPr/>
              <p:nvPr/>
            </p:nvGrpSpPr>
            <p:grpSpPr>
              <a:xfrm>
                <a:off x="8008908" y="2279374"/>
                <a:ext cx="419847" cy="310571"/>
                <a:chOff x="8609927" y="1562831"/>
                <a:chExt cx="419847" cy="310571"/>
              </a:xfrm>
            </p:grpSpPr>
            <p:sp>
              <p:nvSpPr>
                <p:cNvPr id="445" name="Freeform: Shape 444">
                  <a:extLst>
                    <a:ext uri="{FF2B5EF4-FFF2-40B4-BE49-F238E27FC236}">
                      <a16:creationId xmlns:a16="http://schemas.microsoft.com/office/drawing/2014/main" id="{AF376836-B22D-4E7E-AD64-2F93DC14DEEC}"/>
                    </a:ext>
                  </a:extLst>
                </p:cNvPr>
                <p:cNvSpPr/>
                <p:nvPr/>
              </p:nvSpPr>
              <p:spPr>
                <a:xfrm>
                  <a:off x="8609927" y="1585836"/>
                  <a:ext cx="149535" cy="149534"/>
                </a:xfrm>
                <a:custGeom>
                  <a:avLst/>
                  <a:gdLst>
                    <a:gd name="connsiteX0" fmla="*/ 247650 w 495300"/>
                    <a:gd name="connsiteY0" fmla="*/ 495300 h 495300"/>
                    <a:gd name="connsiteX1" fmla="*/ 0 w 495300"/>
                    <a:gd name="connsiteY1" fmla="*/ 247650 h 495300"/>
                    <a:gd name="connsiteX2" fmla="*/ 247650 w 495300"/>
                    <a:gd name="connsiteY2" fmla="*/ 0 h 495300"/>
                    <a:gd name="connsiteX3" fmla="*/ 495300 w 495300"/>
                    <a:gd name="connsiteY3" fmla="*/ 247650 h 495300"/>
                    <a:gd name="connsiteX4" fmla="*/ 247650 w 495300"/>
                    <a:gd name="connsiteY4" fmla="*/ 495300 h 495300"/>
                    <a:gd name="connsiteX5" fmla="*/ 247650 w 495300"/>
                    <a:gd name="connsiteY5" fmla="*/ 38100 h 495300"/>
                    <a:gd name="connsiteX6" fmla="*/ 38100 w 495300"/>
                    <a:gd name="connsiteY6" fmla="*/ 247650 h 495300"/>
                    <a:gd name="connsiteX7" fmla="*/ 247650 w 495300"/>
                    <a:gd name="connsiteY7" fmla="*/ 457200 h 495300"/>
                    <a:gd name="connsiteX8" fmla="*/ 457200 w 495300"/>
                    <a:gd name="connsiteY8" fmla="*/ 247650 h 495300"/>
                    <a:gd name="connsiteX9" fmla="*/ 247650 w 495300"/>
                    <a:gd name="connsiteY9" fmla="*/ 38100 h 495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5300" h="495300">
                      <a:moveTo>
                        <a:pt x="247650" y="495300"/>
                      </a:moveTo>
                      <a:cubicBezTo>
                        <a:pt x="111062" y="495300"/>
                        <a:pt x="0" y="384239"/>
                        <a:pt x="0" y="247650"/>
                      </a:cubicBezTo>
                      <a:cubicBezTo>
                        <a:pt x="0" y="111062"/>
                        <a:pt x="111062" y="0"/>
                        <a:pt x="247650" y="0"/>
                      </a:cubicBezTo>
                      <a:cubicBezTo>
                        <a:pt x="384239" y="0"/>
                        <a:pt x="495300" y="111062"/>
                        <a:pt x="495300" y="247650"/>
                      </a:cubicBezTo>
                      <a:cubicBezTo>
                        <a:pt x="495300" y="384239"/>
                        <a:pt x="384239" y="495300"/>
                        <a:pt x="247650" y="495300"/>
                      </a:cubicBezTo>
                      <a:close/>
                      <a:moveTo>
                        <a:pt x="247650" y="38100"/>
                      </a:moveTo>
                      <a:cubicBezTo>
                        <a:pt x="132112" y="38100"/>
                        <a:pt x="38100" y="132112"/>
                        <a:pt x="38100" y="247650"/>
                      </a:cubicBezTo>
                      <a:cubicBezTo>
                        <a:pt x="38100" y="363188"/>
                        <a:pt x="132112" y="457200"/>
                        <a:pt x="247650" y="457200"/>
                      </a:cubicBezTo>
                      <a:cubicBezTo>
                        <a:pt x="363188" y="457200"/>
                        <a:pt x="457200" y="363188"/>
                        <a:pt x="457200" y="247650"/>
                      </a:cubicBezTo>
                      <a:cubicBezTo>
                        <a:pt x="457200" y="132112"/>
                        <a:pt x="363188" y="38100"/>
                        <a:pt x="247650" y="381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446" name="Freeform: Shape 445">
                  <a:extLst>
                    <a:ext uri="{FF2B5EF4-FFF2-40B4-BE49-F238E27FC236}">
                      <a16:creationId xmlns:a16="http://schemas.microsoft.com/office/drawing/2014/main" id="{42BE7608-92AB-456B-9A36-20016CBC2B23}"/>
                    </a:ext>
                  </a:extLst>
                </p:cNvPr>
                <p:cNvSpPr/>
                <p:nvPr/>
              </p:nvSpPr>
              <p:spPr>
                <a:xfrm>
                  <a:off x="8678943" y="1700863"/>
                  <a:ext cx="11503" cy="172539"/>
                </a:xfrm>
                <a:custGeom>
                  <a:avLst/>
                  <a:gdLst>
                    <a:gd name="connsiteX0" fmla="*/ 19050 w 38100"/>
                    <a:gd name="connsiteY0" fmla="*/ 571500 h 571500"/>
                    <a:gd name="connsiteX1" fmla="*/ 0 w 38100"/>
                    <a:gd name="connsiteY1" fmla="*/ 552450 h 571500"/>
                    <a:gd name="connsiteX2" fmla="*/ 0 w 38100"/>
                    <a:gd name="connsiteY2" fmla="*/ 19050 h 571500"/>
                    <a:gd name="connsiteX3" fmla="*/ 19050 w 38100"/>
                    <a:gd name="connsiteY3" fmla="*/ 0 h 571500"/>
                    <a:gd name="connsiteX4" fmla="*/ 38100 w 38100"/>
                    <a:gd name="connsiteY4" fmla="*/ 19050 h 571500"/>
                    <a:gd name="connsiteX5" fmla="*/ 38100 w 38100"/>
                    <a:gd name="connsiteY5" fmla="*/ 552450 h 571500"/>
                    <a:gd name="connsiteX6" fmla="*/ 19050 w 38100"/>
                    <a:gd name="connsiteY6" fmla="*/ 571500 h 571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100" h="571500">
                      <a:moveTo>
                        <a:pt x="19050" y="571500"/>
                      </a:moveTo>
                      <a:cubicBezTo>
                        <a:pt x="8477" y="571500"/>
                        <a:pt x="0" y="563023"/>
                        <a:pt x="0" y="552450"/>
                      </a:cubicBezTo>
                      <a:lnTo>
                        <a:pt x="0" y="19050"/>
                      </a:lnTo>
                      <a:cubicBezTo>
                        <a:pt x="0" y="8477"/>
                        <a:pt x="8477" y="0"/>
                        <a:pt x="19050" y="0"/>
                      </a:cubicBezTo>
                      <a:cubicBezTo>
                        <a:pt x="29623" y="0"/>
                        <a:pt x="38100" y="8477"/>
                        <a:pt x="38100" y="19050"/>
                      </a:cubicBezTo>
                      <a:lnTo>
                        <a:pt x="38100" y="552450"/>
                      </a:lnTo>
                      <a:cubicBezTo>
                        <a:pt x="38100" y="563023"/>
                        <a:pt x="29623" y="571500"/>
                        <a:pt x="19050" y="5715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447" name="Freeform: Shape 446">
                  <a:extLst>
                    <a:ext uri="{FF2B5EF4-FFF2-40B4-BE49-F238E27FC236}">
                      <a16:creationId xmlns:a16="http://schemas.microsoft.com/office/drawing/2014/main" id="{705C7056-4887-4A9F-8EC8-8156DE8D1E62}"/>
                    </a:ext>
                  </a:extLst>
                </p:cNvPr>
                <p:cNvSpPr/>
                <p:nvPr/>
              </p:nvSpPr>
              <p:spPr>
                <a:xfrm>
                  <a:off x="8655952" y="1677843"/>
                  <a:ext cx="57513" cy="34522"/>
                </a:xfrm>
                <a:custGeom>
                  <a:avLst/>
                  <a:gdLst>
                    <a:gd name="connsiteX0" fmla="*/ 95202 w 190499"/>
                    <a:gd name="connsiteY0" fmla="*/ 114348 h 114347"/>
                    <a:gd name="connsiteX1" fmla="*/ 81772 w 190499"/>
                    <a:gd name="connsiteY1" fmla="*/ 108728 h 114347"/>
                    <a:gd name="connsiteX2" fmla="*/ 5572 w 190499"/>
                    <a:gd name="connsiteY2" fmla="*/ 32528 h 114347"/>
                    <a:gd name="connsiteX3" fmla="*/ 5572 w 190499"/>
                    <a:gd name="connsiteY3" fmla="*/ 5572 h 114347"/>
                    <a:gd name="connsiteX4" fmla="*/ 32528 w 190499"/>
                    <a:gd name="connsiteY4" fmla="*/ 5572 h 114347"/>
                    <a:gd name="connsiteX5" fmla="*/ 95202 w 190499"/>
                    <a:gd name="connsiteY5" fmla="*/ 68342 h 114347"/>
                    <a:gd name="connsiteX6" fmla="*/ 157972 w 190499"/>
                    <a:gd name="connsiteY6" fmla="*/ 5572 h 114347"/>
                    <a:gd name="connsiteX7" fmla="*/ 184928 w 190499"/>
                    <a:gd name="connsiteY7" fmla="*/ 5572 h 114347"/>
                    <a:gd name="connsiteX8" fmla="*/ 184928 w 190499"/>
                    <a:gd name="connsiteY8" fmla="*/ 32528 h 114347"/>
                    <a:gd name="connsiteX9" fmla="*/ 108728 w 190499"/>
                    <a:gd name="connsiteY9" fmla="*/ 108728 h 114347"/>
                    <a:gd name="connsiteX10" fmla="*/ 95202 w 190499"/>
                    <a:gd name="connsiteY10" fmla="*/ 114348 h 1143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90499" h="114347">
                      <a:moveTo>
                        <a:pt x="95202" y="114348"/>
                      </a:moveTo>
                      <a:cubicBezTo>
                        <a:pt x="90345" y="114348"/>
                        <a:pt x="85487" y="112443"/>
                        <a:pt x="81772" y="108728"/>
                      </a:cubicBezTo>
                      <a:lnTo>
                        <a:pt x="5572" y="32528"/>
                      </a:lnTo>
                      <a:cubicBezTo>
                        <a:pt x="-1857" y="25098"/>
                        <a:pt x="-1857" y="13002"/>
                        <a:pt x="5572" y="5572"/>
                      </a:cubicBezTo>
                      <a:cubicBezTo>
                        <a:pt x="13002" y="-1857"/>
                        <a:pt x="25098" y="-1857"/>
                        <a:pt x="32528" y="5572"/>
                      </a:cubicBezTo>
                      <a:lnTo>
                        <a:pt x="95202" y="68342"/>
                      </a:lnTo>
                      <a:lnTo>
                        <a:pt x="157972" y="5572"/>
                      </a:lnTo>
                      <a:cubicBezTo>
                        <a:pt x="165402" y="-1857"/>
                        <a:pt x="177498" y="-1857"/>
                        <a:pt x="184928" y="5572"/>
                      </a:cubicBezTo>
                      <a:cubicBezTo>
                        <a:pt x="192357" y="13002"/>
                        <a:pt x="192357" y="25098"/>
                        <a:pt x="184928" y="32528"/>
                      </a:cubicBezTo>
                      <a:lnTo>
                        <a:pt x="108728" y="108728"/>
                      </a:lnTo>
                      <a:cubicBezTo>
                        <a:pt x="104918" y="112443"/>
                        <a:pt x="100060" y="114348"/>
                        <a:pt x="95202" y="11434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448" name="Freeform: Shape 447">
                  <a:extLst>
                    <a:ext uri="{FF2B5EF4-FFF2-40B4-BE49-F238E27FC236}">
                      <a16:creationId xmlns:a16="http://schemas.microsoft.com/office/drawing/2014/main" id="{D2672C13-8E29-4F71-9834-A01BBDF4B917}"/>
                    </a:ext>
                  </a:extLst>
                </p:cNvPr>
                <p:cNvSpPr/>
                <p:nvPr/>
              </p:nvSpPr>
              <p:spPr>
                <a:xfrm>
                  <a:off x="8661689" y="1861899"/>
                  <a:ext cx="368085" cy="11503"/>
                </a:xfrm>
                <a:custGeom>
                  <a:avLst/>
                  <a:gdLst>
                    <a:gd name="connsiteX0" fmla="*/ 0 w 1219200"/>
                    <a:gd name="connsiteY0" fmla="*/ 0 h 38100"/>
                    <a:gd name="connsiteX1" fmla="*/ 1219200 w 1219200"/>
                    <a:gd name="connsiteY1" fmla="*/ 0 h 38100"/>
                    <a:gd name="connsiteX2" fmla="*/ 1219200 w 1219200"/>
                    <a:gd name="connsiteY2" fmla="*/ 38100 h 38100"/>
                    <a:gd name="connsiteX3" fmla="*/ 0 w 1219200"/>
                    <a:gd name="connsiteY3" fmla="*/ 38100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19200" h="38100">
                      <a:moveTo>
                        <a:pt x="0" y="0"/>
                      </a:moveTo>
                      <a:lnTo>
                        <a:pt x="1219200" y="0"/>
                      </a:lnTo>
                      <a:lnTo>
                        <a:pt x="1219200" y="38100"/>
                      </a:lnTo>
                      <a:lnTo>
                        <a:pt x="0" y="3810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449" name="Freeform: Shape 448">
                  <a:extLst>
                    <a:ext uri="{FF2B5EF4-FFF2-40B4-BE49-F238E27FC236}">
                      <a16:creationId xmlns:a16="http://schemas.microsoft.com/office/drawing/2014/main" id="{F1743EF3-9789-43B1-A5F4-E12D781AAD56}"/>
                    </a:ext>
                  </a:extLst>
                </p:cNvPr>
                <p:cNvSpPr/>
                <p:nvPr/>
              </p:nvSpPr>
              <p:spPr>
                <a:xfrm>
                  <a:off x="8817003" y="1562831"/>
                  <a:ext cx="57485" cy="34508"/>
                </a:xfrm>
                <a:custGeom>
                  <a:avLst/>
                  <a:gdLst>
                    <a:gd name="connsiteX0" fmla="*/ 95156 w 190405"/>
                    <a:gd name="connsiteY0" fmla="*/ 114300 h 114300"/>
                    <a:gd name="connsiteX1" fmla="*/ 76106 w 190405"/>
                    <a:gd name="connsiteY1" fmla="*/ 95536 h 114300"/>
                    <a:gd name="connsiteX2" fmla="*/ 76106 w 190405"/>
                    <a:gd name="connsiteY2" fmla="*/ 95536 h 114300"/>
                    <a:gd name="connsiteX3" fmla="*/ 76106 w 190405"/>
                    <a:gd name="connsiteY3" fmla="*/ 95536 h 114300"/>
                    <a:gd name="connsiteX4" fmla="*/ 76106 w 190405"/>
                    <a:gd name="connsiteY4" fmla="*/ 95536 h 114300"/>
                    <a:gd name="connsiteX5" fmla="*/ 76106 w 190405"/>
                    <a:gd name="connsiteY5" fmla="*/ 95441 h 114300"/>
                    <a:gd name="connsiteX6" fmla="*/ 76106 w 190405"/>
                    <a:gd name="connsiteY6" fmla="*/ 95345 h 114300"/>
                    <a:gd name="connsiteX7" fmla="*/ 76106 w 190405"/>
                    <a:gd name="connsiteY7" fmla="*/ 95345 h 114300"/>
                    <a:gd name="connsiteX8" fmla="*/ 76106 w 190405"/>
                    <a:gd name="connsiteY8" fmla="*/ 95250 h 114300"/>
                    <a:gd name="connsiteX9" fmla="*/ 18860 w 190405"/>
                    <a:gd name="connsiteY9" fmla="*/ 38100 h 114300"/>
                    <a:gd name="connsiteX10" fmla="*/ 1 w 190405"/>
                    <a:gd name="connsiteY10" fmla="*/ 18955 h 114300"/>
                    <a:gd name="connsiteX11" fmla="*/ 18956 w 190405"/>
                    <a:gd name="connsiteY11" fmla="*/ 0 h 114300"/>
                    <a:gd name="connsiteX12" fmla="*/ 95441 w 190405"/>
                    <a:gd name="connsiteY12" fmla="*/ 35243 h 114300"/>
                    <a:gd name="connsiteX13" fmla="*/ 171356 w 190405"/>
                    <a:gd name="connsiteY13" fmla="*/ 0 h 114300"/>
                    <a:gd name="connsiteX14" fmla="*/ 190406 w 190405"/>
                    <a:gd name="connsiteY14" fmla="*/ 19050 h 114300"/>
                    <a:gd name="connsiteX15" fmla="*/ 171356 w 190405"/>
                    <a:gd name="connsiteY15" fmla="*/ 38100 h 114300"/>
                    <a:gd name="connsiteX16" fmla="*/ 114206 w 190405"/>
                    <a:gd name="connsiteY16" fmla="*/ 95345 h 114300"/>
                    <a:gd name="connsiteX17" fmla="*/ 95156 w 190405"/>
                    <a:gd name="connsiteY17" fmla="*/ 114300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0405" h="114300">
                      <a:moveTo>
                        <a:pt x="95156" y="114300"/>
                      </a:moveTo>
                      <a:cubicBezTo>
                        <a:pt x="84678" y="114300"/>
                        <a:pt x="76296" y="105918"/>
                        <a:pt x="76106" y="95536"/>
                      </a:cubicBezTo>
                      <a:cubicBezTo>
                        <a:pt x="76106" y="95536"/>
                        <a:pt x="76106" y="95536"/>
                        <a:pt x="76106" y="95536"/>
                      </a:cubicBezTo>
                      <a:lnTo>
                        <a:pt x="76106" y="95536"/>
                      </a:lnTo>
                      <a:lnTo>
                        <a:pt x="76106" y="95536"/>
                      </a:lnTo>
                      <a:cubicBezTo>
                        <a:pt x="76106" y="95536"/>
                        <a:pt x="76106" y="95441"/>
                        <a:pt x="76106" y="95441"/>
                      </a:cubicBezTo>
                      <a:cubicBezTo>
                        <a:pt x="76106" y="95441"/>
                        <a:pt x="76106" y="95441"/>
                        <a:pt x="76106" y="95345"/>
                      </a:cubicBezTo>
                      <a:lnTo>
                        <a:pt x="76106" y="95345"/>
                      </a:lnTo>
                      <a:cubicBezTo>
                        <a:pt x="76106" y="95345"/>
                        <a:pt x="76106" y="95345"/>
                        <a:pt x="76106" y="95250"/>
                      </a:cubicBezTo>
                      <a:cubicBezTo>
                        <a:pt x="76106" y="41434"/>
                        <a:pt x="28385" y="38195"/>
                        <a:pt x="18860" y="38100"/>
                      </a:cubicBezTo>
                      <a:cubicBezTo>
                        <a:pt x="8383" y="38005"/>
                        <a:pt x="-94" y="29432"/>
                        <a:pt x="1" y="18955"/>
                      </a:cubicBezTo>
                      <a:cubicBezTo>
                        <a:pt x="1" y="8477"/>
                        <a:pt x="8478" y="0"/>
                        <a:pt x="18956" y="0"/>
                      </a:cubicBezTo>
                      <a:cubicBezTo>
                        <a:pt x="40482" y="0"/>
                        <a:pt x="74391" y="8477"/>
                        <a:pt x="95441" y="35243"/>
                      </a:cubicBezTo>
                      <a:cubicBezTo>
                        <a:pt x="109824" y="15621"/>
                        <a:pt x="133637" y="0"/>
                        <a:pt x="171356" y="0"/>
                      </a:cubicBezTo>
                      <a:cubicBezTo>
                        <a:pt x="181928" y="0"/>
                        <a:pt x="190406" y="8573"/>
                        <a:pt x="190406" y="19050"/>
                      </a:cubicBezTo>
                      <a:cubicBezTo>
                        <a:pt x="190406" y="29528"/>
                        <a:pt x="181928" y="38100"/>
                        <a:pt x="171356" y="38100"/>
                      </a:cubicBezTo>
                      <a:cubicBezTo>
                        <a:pt x="117635" y="38100"/>
                        <a:pt x="114301" y="85725"/>
                        <a:pt x="114206" y="95345"/>
                      </a:cubicBezTo>
                      <a:cubicBezTo>
                        <a:pt x="114110" y="105823"/>
                        <a:pt x="105633" y="114300"/>
                        <a:pt x="95156" y="1143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450" name="Freeform: Shape 449">
                  <a:extLst>
                    <a:ext uri="{FF2B5EF4-FFF2-40B4-BE49-F238E27FC236}">
                      <a16:creationId xmlns:a16="http://schemas.microsoft.com/office/drawing/2014/main" id="{D0789D5D-8FB5-4E2D-98BC-01341E5BB6F0}"/>
                    </a:ext>
                  </a:extLst>
                </p:cNvPr>
                <p:cNvSpPr/>
                <p:nvPr/>
              </p:nvSpPr>
              <p:spPr>
                <a:xfrm>
                  <a:off x="8863014" y="1585836"/>
                  <a:ext cx="57485" cy="34508"/>
                </a:xfrm>
                <a:custGeom>
                  <a:avLst/>
                  <a:gdLst>
                    <a:gd name="connsiteX0" fmla="*/ 95156 w 190405"/>
                    <a:gd name="connsiteY0" fmla="*/ 114300 h 114300"/>
                    <a:gd name="connsiteX1" fmla="*/ 76106 w 190405"/>
                    <a:gd name="connsiteY1" fmla="*/ 95536 h 114300"/>
                    <a:gd name="connsiteX2" fmla="*/ 76106 w 190405"/>
                    <a:gd name="connsiteY2" fmla="*/ 95536 h 114300"/>
                    <a:gd name="connsiteX3" fmla="*/ 76106 w 190405"/>
                    <a:gd name="connsiteY3" fmla="*/ 95536 h 114300"/>
                    <a:gd name="connsiteX4" fmla="*/ 76106 w 190405"/>
                    <a:gd name="connsiteY4" fmla="*/ 95536 h 114300"/>
                    <a:gd name="connsiteX5" fmla="*/ 76106 w 190405"/>
                    <a:gd name="connsiteY5" fmla="*/ 95441 h 114300"/>
                    <a:gd name="connsiteX6" fmla="*/ 76106 w 190405"/>
                    <a:gd name="connsiteY6" fmla="*/ 95345 h 114300"/>
                    <a:gd name="connsiteX7" fmla="*/ 76106 w 190405"/>
                    <a:gd name="connsiteY7" fmla="*/ 95345 h 114300"/>
                    <a:gd name="connsiteX8" fmla="*/ 76106 w 190405"/>
                    <a:gd name="connsiteY8" fmla="*/ 95250 h 114300"/>
                    <a:gd name="connsiteX9" fmla="*/ 18860 w 190405"/>
                    <a:gd name="connsiteY9" fmla="*/ 38100 h 114300"/>
                    <a:gd name="connsiteX10" fmla="*/ 1 w 190405"/>
                    <a:gd name="connsiteY10" fmla="*/ 18955 h 114300"/>
                    <a:gd name="connsiteX11" fmla="*/ 18956 w 190405"/>
                    <a:gd name="connsiteY11" fmla="*/ 0 h 114300"/>
                    <a:gd name="connsiteX12" fmla="*/ 95441 w 190405"/>
                    <a:gd name="connsiteY12" fmla="*/ 35243 h 114300"/>
                    <a:gd name="connsiteX13" fmla="*/ 171356 w 190405"/>
                    <a:gd name="connsiteY13" fmla="*/ 0 h 114300"/>
                    <a:gd name="connsiteX14" fmla="*/ 190406 w 190405"/>
                    <a:gd name="connsiteY14" fmla="*/ 19050 h 114300"/>
                    <a:gd name="connsiteX15" fmla="*/ 171356 w 190405"/>
                    <a:gd name="connsiteY15" fmla="*/ 38100 h 114300"/>
                    <a:gd name="connsiteX16" fmla="*/ 114206 w 190405"/>
                    <a:gd name="connsiteY16" fmla="*/ 95345 h 114300"/>
                    <a:gd name="connsiteX17" fmla="*/ 95156 w 190405"/>
                    <a:gd name="connsiteY17" fmla="*/ 114300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0405" h="114300">
                      <a:moveTo>
                        <a:pt x="95156" y="114300"/>
                      </a:moveTo>
                      <a:cubicBezTo>
                        <a:pt x="84678" y="114300"/>
                        <a:pt x="76296" y="105918"/>
                        <a:pt x="76106" y="95536"/>
                      </a:cubicBezTo>
                      <a:cubicBezTo>
                        <a:pt x="76106" y="95536"/>
                        <a:pt x="76106" y="95536"/>
                        <a:pt x="76106" y="95536"/>
                      </a:cubicBezTo>
                      <a:lnTo>
                        <a:pt x="76106" y="95536"/>
                      </a:lnTo>
                      <a:lnTo>
                        <a:pt x="76106" y="95536"/>
                      </a:lnTo>
                      <a:cubicBezTo>
                        <a:pt x="76106" y="95536"/>
                        <a:pt x="76106" y="95441"/>
                        <a:pt x="76106" y="95441"/>
                      </a:cubicBezTo>
                      <a:cubicBezTo>
                        <a:pt x="76106" y="95441"/>
                        <a:pt x="76106" y="95441"/>
                        <a:pt x="76106" y="95345"/>
                      </a:cubicBezTo>
                      <a:lnTo>
                        <a:pt x="76106" y="95345"/>
                      </a:lnTo>
                      <a:cubicBezTo>
                        <a:pt x="76106" y="95345"/>
                        <a:pt x="76106" y="95345"/>
                        <a:pt x="76106" y="95250"/>
                      </a:cubicBezTo>
                      <a:cubicBezTo>
                        <a:pt x="76106" y="41434"/>
                        <a:pt x="28385" y="38195"/>
                        <a:pt x="18860" y="38100"/>
                      </a:cubicBezTo>
                      <a:cubicBezTo>
                        <a:pt x="8383" y="38005"/>
                        <a:pt x="-94" y="29432"/>
                        <a:pt x="1" y="18955"/>
                      </a:cubicBezTo>
                      <a:cubicBezTo>
                        <a:pt x="1" y="8477"/>
                        <a:pt x="8478" y="0"/>
                        <a:pt x="18956" y="0"/>
                      </a:cubicBezTo>
                      <a:cubicBezTo>
                        <a:pt x="40482" y="0"/>
                        <a:pt x="74391" y="8477"/>
                        <a:pt x="95441" y="35243"/>
                      </a:cubicBezTo>
                      <a:cubicBezTo>
                        <a:pt x="109824" y="15621"/>
                        <a:pt x="133637" y="0"/>
                        <a:pt x="171356" y="0"/>
                      </a:cubicBezTo>
                      <a:cubicBezTo>
                        <a:pt x="181928" y="0"/>
                        <a:pt x="190406" y="8572"/>
                        <a:pt x="190406" y="19050"/>
                      </a:cubicBezTo>
                      <a:cubicBezTo>
                        <a:pt x="190406" y="29528"/>
                        <a:pt x="181928" y="38100"/>
                        <a:pt x="171356" y="38100"/>
                      </a:cubicBezTo>
                      <a:cubicBezTo>
                        <a:pt x="117635" y="38100"/>
                        <a:pt x="114301" y="85725"/>
                        <a:pt x="114206" y="95345"/>
                      </a:cubicBezTo>
                      <a:cubicBezTo>
                        <a:pt x="114110" y="105823"/>
                        <a:pt x="105633" y="114300"/>
                        <a:pt x="95156" y="1143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451" name="Freeform: Shape 450">
                  <a:extLst>
                    <a:ext uri="{FF2B5EF4-FFF2-40B4-BE49-F238E27FC236}">
                      <a16:creationId xmlns:a16="http://schemas.microsoft.com/office/drawing/2014/main" id="{F4D9BEA4-35BB-4B95-8412-55EBA83E402B}"/>
                    </a:ext>
                  </a:extLst>
                </p:cNvPr>
                <p:cNvSpPr/>
                <p:nvPr/>
              </p:nvSpPr>
              <p:spPr>
                <a:xfrm>
                  <a:off x="8793998" y="1608842"/>
                  <a:ext cx="57485" cy="34508"/>
                </a:xfrm>
                <a:custGeom>
                  <a:avLst/>
                  <a:gdLst>
                    <a:gd name="connsiteX0" fmla="*/ 95156 w 190405"/>
                    <a:gd name="connsiteY0" fmla="*/ 114300 h 114300"/>
                    <a:gd name="connsiteX1" fmla="*/ 76106 w 190405"/>
                    <a:gd name="connsiteY1" fmla="*/ 95536 h 114300"/>
                    <a:gd name="connsiteX2" fmla="*/ 76106 w 190405"/>
                    <a:gd name="connsiteY2" fmla="*/ 95536 h 114300"/>
                    <a:gd name="connsiteX3" fmla="*/ 76106 w 190405"/>
                    <a:gd name="connsiteY3" fmla="*/ 95536 h 114300"/>
                    <a:gd name="connsiteX4" fmla="*/ 76106 w 190405"/>
                    <a:gd name="connsiteY4" fmla="*/ 95536 h 114300"/>
                    <a:gd name="connsiteX5" fmla="*/ 76106 w 190405"/>
                    <a:gd name="connsiteY5" fmla="*/ 95441 h 114300"/>
                    <a:gd name="connsiteX6" fmla="*/ 76106 w 190405"/>
                    <a:gd name="connsiteY6" fmla="*/ 95345 h 114300"/>
                    <a:gd name="connsiteX7" fmla="*/ 76106 w 190405"/>
                    <a:gd name="connsiteY7" fmla="*/ 95345 h 114300"/>
                    <a:gd name="connsiteX8" fmla="*/ 76106 w 190405"/>
                    <a:gd name="connsiteY8" fmla="*/ 95250 h 114300"/>
                    <a:gd name="connsiteX9" fmla="*/ 18860 w 190405"/>
                    <a:gd name="connsiteY9" fmla="*/ 38100 h 114300"/>
                    <a:gd name="connsiteX10" fmla="*/ 1 w 190405"/>
                    <a:gd name="connsiteY10" fmla="*/ 18955 h 114300"/>
                    <a:gd name="connsiteX11" fmla="*/ 18956 w 190405"/>
                    <a:gd name="connsiteY11" fmla="*/ 0 h 114300"/>
                    <a:gd name="connsiteX12" fmla="*/ 95441 w 190405"/>
                    <a:gd name="connsiteY12" fmla="*/ 35243 h 114300"/>
                    <a:gd name="connsiteX13" fmla="*/ 171356 w 190405"/>
                    <a:gd name="connsiteY13" fmla="*/ 0 h 114300"/>
                    <a:gd name="connsiteX14" fmla="*/ 190406 w 190405"/>
                    <a:gd name="connsiteY14" fmla="*/ 19050 h 114300"/>
                    <a:gd name="connsiteX15" fmla="*/ 171356 w 190405"/>
                    <a:gd name="connsiteY15" fmla="*/ 38100 h 114300"/>
                    <a:gd name="connsiteX16" fmla="*/ 114206 w 190405"/>
                    <a:gd name="connsiteY16" fmla="*/ 95345 h 114300"/>
                    <a:gd name="connsiteX17" fmla="*/ 95156 w 190405"/>
                    <a:gd name="connsiteY17" fmla="*/ 114300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0405" h="114300">
                      <a:moveTo>
                        <a:pt x="95156" y="114300"/>
                      </a:moveTo>
                      <a:cubicBezTo>
                        <a:pt x="84678" y="114300"/>
                        <a:pt x="76296" y="105918"/>
                        <a:pt x="76106" y="95536"/>
                      </a:cubicBezTo>
                      <a:cubicBezTo>
                        <a:pt x="76106" y="95536"/>
                        <a:pt x="76106" y="95536"/>
                        <a:pt x="76106" y="95536"/>
                      </a:cubicBezTo>
                      <a:lnTo>
                        <a:pt x="76106" y="95536"/>
                      </a:lnTo>
                      <a:lnTo>
                        <a:pt x="76106" y="95536"/>
                      </a:lnTo>
                      <a:cubicBezTo>
                        <a:pt x="76106" y="95536"/>
                        <a:pt x="76106" y="95441"/>
                        <a:pt x="76106" y="95441"/>
                      </a:cubicBezTo>
                      <a:cubicBezTo>
                        <a:pt x="76106" y="95441"/>
                        <a:pt x="76106" y="95441"/>
                        <a:pt x="76106" y="95345"/>
                      </a:cubicBezTo>
                      <a:lnTo>
                        <a:pt x="76106" y="95345"/>
                      </a:lnTo>
                      <a:cubicBezTo>
                        <a:pt x="76106" y="95345"/>
                        <a:pt x="76106" y="95345"/>
                        <a:pt x="76106" y="95250"/>
                      </a:cubicBezTo>
                      <a:cubicBezTo>
                        <a:pt x="76106" y="41434"/>
                        <a:pt x="28385" y="38195"/>
                        <a:pt x="18860" y="38100"/>
                      </a:cubicBezTo>
                      <a:cubicBezTo>
                        <a:pt x="8383" y="38005"/>
                        <a:pt x="-94" y="29432"/>
                        <a:pt x="1" y="18955"/>
                      </a:cubicBezTo>
                      <a:cubicBezTo>
                        <a:pt x="1" y="8477"/>
                        <a:pt x="8478" y="0"/>
                        <a:pt x="18956" y="0"/>
                      </a:cubicBezTo>
                      <a:cubicBezTo>
                        <a:pt x="40482" y="0"/>
                        <a:pt x="74391" y="8477"/>
                        <a:pt x="95441" y="35243"/>
                      </a:cubicBezTo>
                      <a:cubicBezTo>
                        <a:pt x="109824" y="15621"/>
                        <a:pt x="133637" y="0"/>
                        <a:pt x="171356" y="0"/>
                      </a:cubicBezTo>
                      <a:cubicBezTo>
                        <a:pt x="181928" y="0"/>
                        <a:pt x="190406" y="8572"/>
                        <a:pt x="190406" y="19050"/>
                      </a:cubicBezTo>
                      <a:cubicBezTo>
                        <a:pt x="190406" y="29528"/>
                        <a:pt x="181928" y="38100"/>
                        <a:pt x="171356" y="38100"/>
                      </a:cubicBezTo>
                      <a:cubicBezTo>
                        <a:pt x="117635" y="38100"/>
                        <a:pt x="114301" y="85725"/>
                        <a:pt x="114206" y="95345"/>
                      </a:cubicBezTo>
                      <a:cubicBezTo>
                        <a:pt x="114110" y="105823"/>
                        <a:pt x="105633" y="114300"/>
                        <a:pt x="95156" y="1143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grpSp>
              <p:nvGrpSpPr>
                <p:cNvPr id="452" name="Graphic 112">
                  <a:extLst>
                    <a:ext uri="{FF2B5EF4-FFF2-40B4-BE49-F238E27FC236}">
                      <a16:creationId xmlns:a16="http://schemas.microsoft.com/office/drawing/2014/main" id="{5F3BF8CC-3DDF-4807-B667-036B25F3D712}"/>
                    </a:ext>
                  </a:extLst>
                </p:cNvPr>
                <p:cNvGrpSpPr/>
                <p:nvPr/>
              </p:nvGrpSpPr>
              <p:grpSpPr>
                <a:xfrm>
                  <a:off x="8721129" y="1723948"/>
                  <a:ext cx="249205" cy="146665"/>
                  <a:chOff x="5769006" y="3448315"/>
                  <a:chExt cx="825436" cy="485795"/>
                </a:xfrm>
                <a:solidFill>
                  <a:schemeClr val="accent3"/>
                </a:solidFill>
              </p:grpSpPr>
              <p:sp>
                <p:nvSpPr>
                  <p:cNvPr id="453" name="Freeform: Shape 452">
                    <a:extLst>
                      <a:ext uri="{FF2B5EF4-FFF2-40B4-BE49-F238E27FC236}">
                        <a16:creationId xmlns:a16="http://schemas.microsoft.com/office/drawing/2014/main" id="{5EE07A14-5E08-4B66-A3C3-F0AF4BBC460F}"/>
                      </a:ext>
                    </a:extLst>
                  </p:cNvPr>
                  <p:cNvSpPr/>
                  <p:nvPr/>
                </p:nvSpPr>
                <p:spPr>
                  <a:xfrm>
                    <a:off x="5932836" y="3448335"/>
                    <a:ext cx="133540" cy="38100"/>
                  </a:xfrm>
                  <a:custGeom>
                    <a:avLst/>
                    <a:gdLst>
                      <a:gd name="connsiteX0" fmla="*/ 114491 w 133540"/>
                      <a:gd name="connsiteY0" fmla="*/ 38100 h 38100"/>
                      <a:gd name="connsiteX1" fmla="*/ 19050 w 133540"/>
                      <a:gd name="connsiteY1" fmla="*/ 38100 h 38100"/>
                      <a:gd name="connsiteX2" fmla="*/ 0 w 133540"/>
                      <a:gd name="connsiteY2" fmla="*/ 19050 h 38100"/>
                      <a:gd name="connsiteX3" fmla="*/ 19050 w 133540"/>
                      <a:gd name="connsiteY3" fmla="*/ 0 h 38100"/>
                      <a:gd name="connsiteX4" fmla="*/ 114491 w 133540"/>
                      <a:gd name="connsiteY4" fmla="*/ 0 h 38100"/>
                      <a:gd name="connsiteX5" fmla="*/ 133541 w 133540"/>
                      <a:gd name="connsiteY5" fmla="*/ 19050 h 38100"/>
                      <a:gd name="connsiteX6" fmla="*/ 114491 w 133540"/>
                      <a:gd name="connsiteY6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3540" h="38100">
                        <a:moveTo>
                          <a:pt x="114491" y="38100"/>
                        </a:moveTo>
                        <a:lnTo>
                          <a:pt x="19050" y="38100"/>
                        </a:lnTo>
                        <a:cubicBezTo>
                          <a:pt x="8477" y="38100"/>
                          <a:pt x="0" y="29623"/>
                          <a:pt x="0" y="19050"/>
                        </a:cubicBezTo>
                        <a:cubicBezTo>
                          <a:pt x="0" y="8477"/>
                          <a:pt x="8477" y="0"/>
                          <a:pt x="19050" y="0"/>
                        </a:cubicBezTo>
                        <a:lnTo>
                          <a:pt x="114491" y="0"/>
                        </a:lnTo>
                        <a:cubicBezTo>
                          <a:pt x="125063" y="0"/>
                          <a:pt x="133541" y="8477"/>
                          <a:pt x="133541" y="19050"/>
                        </a:cubicBezTo>
                        <a:cubicBezTo>
                          <a:pt x="133541" y="29528"/>
                          <a:pt x="125063" y="38100"/>
                          <a:pt x="114491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grpSp>
                <p:nvGrpSpPr>
                  <p:cNvPr id="454" name="Graphic 112">
                    <a:extLst>
                      <a:ext uri="{FF2B5EF4-FFF2-40B4-BE49-F238E27FC236}">
                        <a16:creationId xmlns:a16="http://schemas.microsoft.com/office/drawing/2014/main" id="{2FA1467F-B5BF-4BD5-A5FE-F3A15D677B76}"/>
                      </a:ext>
                    </a:extLst>
                  </p:cNvPr>
                  <p:cNvGrpSpPr/>
                  <p:nvPr/>
                </p:nvGrpSpPr>
                <p:grpSpPr>
                  <a:xfrm>
                    <a:off x="5769006" y="3448315"/>
                    <a:ext cx="825436" cy="485795"/>
                    <a:chOff x="5769006" y="3448315"/>
                    <a:chExt cx="825436" cy="485795"/>
                  </a:xfrm>
                  <a:grpFill/>
                </p:grpSpPr>
                <p:sp>
                  <p:nvSpPr>
                    <p:cNvPr id="455" name="Freeform: Shape 454">
                      <a:extLst>
                        <a:ext uri="{FF2B5EF4-FFF2-40B4-BE49-F238E27FC236}">
                          <a16:creationId xmlns:a16="http://schemas.microsoft.com/office/drawing/2014/main" id="{21E0FE92-2CDB-436B-BAD1-BA2E9C10FD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2148" y="3538061"/>
                      <a:ext cx="431762" cy="252888"/>
                    </a:xfrm>
                    <a:custGeom>
                      <a:avLst/>
                      <a:gdLst>
                        <a:gd name="connsiteX0" fmla="*/ 269576 w 431762"/>
                        <a:gd name="connsiteY0" fmla="*/ 252889 h 252888"/>
                        <a:gd name="connsiteX1" fmla="*/ 19069 w 431762"/>
                        <a:gd name="connsiteY1" fmla="*/ 252889 h 252888"/>
                        <a:gd name="connsiteX2" fmla="*/ 2876 w 431762"/>
                        <a:gd name="connsiteY2" fmla="*/ 243840 h 252888"/>
                        <a:gd name="connsiteX3" fmla="*/ 2019 w 431762"/>
                        <a:gd name="connsiteY3" fmla="*/ 225266 h 252888"/>
                        <a:gd name="connsiteX4" fmla="*/ 109366 w 431762"/>
                        <a:gd name="connsiteY4" fmla="*/ 10573 h 252888"/>
                        <a:gd name="connsiteX5" fmla="*/ 126416 w 431762"/>
                        <a:gd name="connsiteY5" fmla="*/ 0 h 252888"/>
                        <a:gd name="connsiteX6" fmla="*/ 412737 w 431762"/>
                        <a:gd name="connsiteY6" fmla="*/ 0 h 252888"/>
                        <a:gd name="connsiteX7" fmla="*/ 429501 w 431762"/>
                        <a:gd name="connsiteY7" fmla="*/ 10097 h 252888"/>
                        <a:gd name="connsiteX8" fmla="*/ 428549 w 431762"/>
                        <a:gd name="connsiteY8" fmla="*/ 29623 h 252888"/>
                        <a:gd name="connsiteX9" fmla="*/ 285388 w 431762"/>
                        <a:gd name="connsiteY9" fmla="*/ 244412 h 252888"/>
                        <a:gd name="connsiteX10" fmla="*/ 269576 w 431762"/>
                        <a:gd name="connsiteY10" fmla="*/ 252889 h 252888"/>
                        <a:gd name="connsiteX11" fmla="*/ 49835 w 431762"/>
                        <a:gd name="connsiteY11" fmla="*/ 214789 h 252888"/>
                        <a:gd name="connsiteX12" fmla="*/ 259385 w 431762"/>
                        <a:gd name="connsiteY12" fmla="*/ 214789 h 252888"/>
                        <a:gd name="connsiteX13" fmla="*/ 377114 w 431762"/>
                        <a:gd name="connsiteY13" fmla="*/ 38195 h 252888"/>
                        <a:gd name="connsiteX14" fmla="*/ 138227 w 431762"/>
                        <a:gd name="connsiteY14" fmla="*/ 38195 h 252888"/>
                        <a:gd name="connsiteX15" fmla="*/ 49835 w 431762"/>
                        <a:gd name="connsiteY15" fmla="*/ 214789 h 2528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431762" h="252888">
                          <a:moveTo>
                            <a:pt x="269576" y="252889"/>
                          </a:moveTo>
                          <a:lnTo>
                            <a:pt x="19069" y="252889"/>
                          </a:lnTo>
                          <a:cubicBezTo>
                            <a:pt x="12497" y="252889"/>
                            <a:pt x="6305" y="249460"/>
                            <a:pt x="2876" y="243840"/>
                          </a:cubicBezTo>
                          <a:cubicBezTo>
                            <a:pt x="-648" y="238220"/>
                            <a:pt x="-934" y="231172"/>
                            <a:pt x="2019" y="225266"/>
                          </a:cubicBezTo>
                          <a:lnTo>
                            <a:pt x="109366" y="10573"/>
                          </a:lnTo>
                          <a:cubicBezTo>
                            <a:pt x="112604" y="4096"/>
                            <a:pt x="119177" y="0"/>
                            <a:pt x="126416" y="0"/>
                          </a:cubicBezTo>
                          <a:lnTo>
                            <a:pt x="412737" y="0"/>
                          </a:lnTo>
                          <a:cubicBezTo>
                            <a:pt x="419786" y="0"/>
                            <a:pt x="426263" y="3905"/>
                            <a:pt x="429501" y="10097"/>
                          </a:cubicBezTo>
                          <a:cubicBezTo>
                            <a:pt x="432835" y="16288"/>
                            <a:pt x="432454" y="23813"/>
                            <a:pt x="428549" y="29623"/>
                          </a:cubicBezTo>
                          <a:lnTo>
                            <a:pt x="285388" y="244412"/>
                          </a:lnTo>
                          <a:cubicBezTo>
                            <a:pt x="281864" y="249746"/>
                            <a:pt x="275958" y="252889"/>
                            <a:pt x="269576" y="252889"/>
                          </a:cubicBezTo>
                          <a:close/>
                          <a:moveTo>
                            <a:pt x="49835" y="214789"/>
                          </a:moveTo>
                          <a:lnTo>
                            <a:pt x="259385" y="214789"/>
                          </a:lnTo>
                          <a:lnTo>
                            <a:pt x="377114" y="38195"/>
                          </a:lnTo>
                          <a:lnTo>
                            <a:pt x="138227" y="38195"/>
                          </a:lnTo>
                          <a:lnTo>
                            <a:pt x="49835" y="214789"/>
                          </a:ln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456" name="Freeform: Shape 455">
                      <a:extLst>
                        <a:ext uri="{FF2B5EF4-FFF2-40B4-BE49-F238E27FC236}">
                          <a16:creationId xmlns:a16="http://schemas.microsoft.com/office/drawing/2014/main" id="{C8DFF2AD-CE1B-4F6B-91B7-F2A78225D1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68630" y="3448315"/>
                      <a:ext cx="232070" cy="342634"/>
                    </a:xfrm>
                    <a:custGeom>
                      <a:avLst/>
                      <a:gdLst>
                        <a:gd name="connsiteX0" fmla="*/ 213095 w 232070"/>
                        <a:gd name="connsiteY0" fmla="*/ 342635 h 342634"/>
                        <a:gd name="connsiteX1" fmla="*/ 196998 w 232070"/>
                        <a:gd name="connsiteY1" fmla="*/ 333777 h 342634"/>
                        <a:gd name="connsiteX2" fmla="*/ 2973 w 232070"/>
                        <a:gd name="connsiteY2" fmla="*/ 29262 h 342634"/>
                        <a:gd name="connsiteX3" fmla="*/ 8784 w 232070"/>
                        <a:gd name="connsiteY3" fmla="*/ 2973 h 342634"/>
                        <a:gd name="connsiteX4" fmla="*/ 35073 w 232070"/>
                        <a:gd name="connsiteY4" fmla="*/ 8784 h 342634"/>
                        <a:gd name="connsiteX5" fmla="*/ 229097 w 232070"/>
                        <a:gd name="connsiteY5" fmla="*/ 313298 h 342634"/>
                        <a:gd name="connsiteX6" fmla="*/ 223287 w 232070"/>
                        <a:gd name="connsiteY6" fmla="*/ 339587 h 342634"/>
                        <a:gd name="connsiteX7" fmla="*/ 213095 w 232070"/>
                        <a:gd name="connsiteY7" fmla="*/ 342635 h 34263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232070" h="342634">
                          <a:moveTo>
                            <a:pt x="213095" y="342635"/>
                          </a:moveTo>
                          <a:cubicBezTo>
                            <a:pt x="206808" y="342635"/>
                            <a:pt x="200617" y="339492"/>
                            <a:pt x="196998" y="333777"/>
                          </a:cubicBezTo>
                          <a:lnTo>
                            <a:pt x="2973" y="29262"/>
                          </a:lnTo>
                          <a:cubicBezTo>
                            <a:pt x="-2646" y="20404"/>
                            <a:pt x="-75" y="8593"/>
                            <a:pt x="8784" y="2973"/>
                          </a:cubicBezTo>
                          <a:cubicBezTo>
                            <a:pt x="17642" y="-2646"/>
                            <a:pt x="29453" y="-75"/>
                            <a:pt x="35073" y="8784"/>
                          </a:cubicBezTo>
                          <a:lnTo>
                            <a:pt x="229097" y="313298"/>
                          </a:lnTo>
                          <a:cubicBezTo>
                            <a:pt x="234717" y="322156"/>
                            <a:pt x="232145" y="333967"/>
                            <a:pt x="223287" y="339587"/>
                          </a:cubicBezTo>
                          <a:cubicBezTo>
                            <a:pt x="220143" y="341682"/>
                            <a:pt x="216619" y="342635"/>
                            <a:pt x="213095" y="342635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457" name="Freeform: Shape 456">
                      <a:extLst>
                        <a:ext uri="{FF2B5EF4-FFF2-40B4-BE49-F238E27FC236}">
                          <a16:creationId xmlns:a16="http://schemas.microsoft.com/office/drawing/2014/main" id="{2F1B9BFD-3FA8-4A9D-AB2E-9FB1F83AAE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98489" y="3466528"/>
                      <a:ext cx="252882" cy="324421"/>
                    </a:xfrm>
                    <a:custGeom>
                      <a:avLst/>
                      <a:gdLst>
                        <a:gd name="connsiteX0" fmla="*/ 233744 w 252882"/>
                        <a:gd name="connsiteY0" fmla="*/ 324422 h 324421"/>
                        <a:gd name="connsiteX1" fmla="*/ 216694 w 252882"/>
                        <a:gd name="connsiteY1" fmla="*/ 313849 h 324421"/>
                        <a:gd name="connsiteX2" fmla="*/ 78867 w 252882"/>
                        <a:gd name="connsiteY2" fmla="*/ 38100 h 324421"/>
                        <a:gd name="connsiteX3" fmla="*/ 19050 w 252882"/>
                        <a:gd name="connsiteY3" fmla="*/ 38100 h 324421"/>
                        <a:gd name="connsiteX4" fmla="*/ 0 w 252882"/>
                        <a:gd name="connsiteY4" fmla="*/ 19050 h 324421"/>
                        <a:gd name="connsiteX5" fmla="*/ 19050 w 252882"/>
                        <a:gd name="connsiteY5" fmla="*/ 0 h 324421"/>
                        <a:gd name="connsiteX6" fmla="*/ 90678 w 252882"/>
                        <a:gd name="connsiteY6" fmla="*/ 0 h 324421"/>
                        <a:gd name="connsiteX7" fmla="*/ 107728 w 252882"/>
                        <a:gd name="connsiteY7" fmla="*/ 10573 h 324421"/>
                        <a:gd name="connsiteX8" fmla="*/ 250888 w 252882"/>
                        <a:gd name="connsiteY8" fmla="*/ 296894 h 324421"/>
                        <a:gd name="connsiteX9" fmla="*/ 242411 w 252882"/>
                        <a:gd name="connsiteY9" fmla="*/ 322421 h 324421"/>
                        <a:gd name="connsiteX10" fmla="*/ 233744 w 252882"/>
                        <a:gd name="connsiteY10" fmla="*/ 324422 h 3244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252882" h="324421">
                          <a:moveTo>
                            <a:pt x="233744" y="324422"/>
                          </a:moveTo>
                          <a:cubicBezTo>
                            <a:pt x="226790" y="324422"/>
                            <a:pt x="220027" y="320612"/>
                            <a:pt x="216694" y="313849"/>
                          </a:cubicBezTo>
                          <a:lnTo>
                            <a:pt x="78867" y="38100"/>
                          </a:lnTo>
                          <a:lnTo>
                            <a:pt x="19050" y="38100"/>
                          </a:lnTo>
                          <a:cubicBezTo>
                            <a:pt x="8477" y="38100"/>
                            <a:pt x="0" y="29623"/>
                            <a:pt x="0" y="19050"/>
                          </a:cubicBezTo>
                          <a:cubicBezTo>
                            <a:pt x="0" y="8477"/>
                            <a:pt x="8477" y="0"/>
                            <a:pt x="19050" y="0"/>
                          </a:cubicBezTo>
                          <a:lnTo>
                            <a:pt x="90678" y="0"/>
                          </a:lnTo>
                          <a:cubicBezTo>
                            <a:pt x="97917" y="0"/>
                            <a:pt x="104489" y="4096"/>
                            <a:pt x="107728" y="10573"/>
                          </a:cubicBezTo>
                          <a:lnTo>
                            <a:pt x="250888" y="296894"/>
                          </a:lnTo>
                          <a:cubicBezTo>
                            <a:pt x="255556" y="306324"/>
                            <a:pt x="251746" y="317754"/>
                            <a:pt x="242411" y="322421"/>
                          </a:cubicBezTo>
                          <a:cubicBezTo>
                            <a:pt x="239554" y="323755"/>
                            <a:pt x="236696" y="324422"/>
                            <a:pt x="233744" y="324422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458" name="Freeform: Shape 457">
                      <a:extLst>
                        <a:ext uri="{FF2B5EF4-FFF2-40B4-BE49-F238E27FC236}">
                          <a16:creationId xmlns:a16="http://schemas.microsoft.com/office/drawing/2014/main" id="{3E12DB4D-832B-40CD-B2AA-0327644546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77368" y="3717035"/>
                      <a:ext cx="109727" cy="109728"/>
                    </a:xfrm>
                    <a:custGeom>
                      <a:avLst/>
                      <a:gdLst>
                        <a:gd name="connsiteX0" fmla="*/ 54864 w 109727"/>
                        <a:gd name="connsiteY0" fmla="*/ 109728 h 109728"/>
                        <a:gd name="connsiteX1" fmla="*/ 0 w 109727"/>
                        <a:gd name="connsiteY1" fmla="*/ 54864 h 109728"/>
                        <a:gd name="connsiteX2" fmla="*/ 54864 w 109727"/>
                        <a:gd name="connsiteY2" fmla="*/ 0 h 109728"/>
                        <a:gd name="connsiteX3" fmla="*/ 109728 w 109727"/>
                        <a:gd name="connsiteY3" fmla="*/ 54864 h 109728"/>
                        <a:gd name="connsiteX4" fmla="*/ 54864 w 109727"/>
                        <a:gd name="connsiteY4" fmla="*/ 109728 h 109728"/>
                        <a:gd name="connsiteX5" fmla="*/ 54864 w 109727"/>
                        <a:gd name="connsiteY5" fmla="*/ 38100 h 109728"/>
                        <a:gd name="connsiteX6" fmla="*/ 38100 w 109727"/>
                        <a:gd name="connsiteY6" fmla="*/ 54864 h 109728"/>
                        <a:gd name="connsiteX7" fmla="*/ 54864 w 109727"/>
                        <a:gd name="connsiteY7" fmla="*/ 71628 h 109728"/>
                        <a:gd name="connsiteX8" fmla="*/ 71628 w 109727"/>
                        <a:gd name="connsiteY8" fmla="*/ 54864 h 109728"/>
                        <a:gd name="connsiteX9" fmla="*/ 54864 w 109727"/>
                        <a:gd name="connsiteY9" fmla="*/ 38100 h 1097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9727" h="109728">
                          <a:moveTo>
                            <a:pt x="54864" y="109728"/>
                          </a:moveTo>
                          <a:cubicBezTo>
                            <a:pt x="24670" y="109728"/>
                            <a:pt x="0" y="85154"/>
                            <a:pt x="0" y="54864"/>
                          </a:cubicBezTo>
                          <a:cubicBezTo>
                            <a:pt x="0" y="24575"/>
                            <a:pt x="24575" y="0"/>
                            <a:pt x="54864" y="0"/>
                          </a:cubicBezTo>
                          <a:cubicBezTo>
                            <a:pt x="85154" y="0"/>
                            <a:pt x="109728" y="24575"/>
                            <a:pt x="109728" y="54864"/>
                          </a:cubicBezTo>
                          <a:cubicBezTo>
                            <a:pt x="109728" y="85154"/>
                            <a:pt x="85154" y="109728"/>
                            <a:pt x="54864" y="109728"/>
                          </a:cubicBezTo>
                          <a:close/>
                          <a:moveTo>
                            <a:pt x="54864" y="38100"/>
                          </a:moveTo>
                          <a:cubicBezTo>
                            <a:pt x="45625" y="38100"/>
                            <a:pt x="38100" y="45625"/>
                            <a:pt x="38100" y="54864"/>
                          </a:cubicBezTo>
                          <a:cubicBezTo>
                            <a:pt x="38100" y="64103"/>
                            <a:pt x="45625" y="71628"/>
                            <a:pt x="54864" y="71628"/>
                          </a:cubicBezTo>
                          <a:cubicBezTo>
                            <a:pt x="64103" y="71628"/>
                            <a:pt x="71628" y="64103"/>
                            <a:pt x="71628" y="54864"/>
                          </a:cubicBezTo>
                          <a:cubicBezTo>
                            <a:pt x="71628" y="45625"/>
                            <a:pt x="64103" y="38100"/>
                            <a:pt x="54864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459" name="Freeform: Shape 458">
                      <a:extLst>
                        <a:ext uri="{FF2B5EF4-FFF2-40B4-BE49-F238E27FC236}">
                          <a16:creationId xmlns:a16="http://schemas.microsoft.com/office/drawing/2014/main" id="{D9B52763-71F4-49E4-B309-4C772A23B7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76353" y="3717035"/>
                      <a:ext cx="109728" cy="109728"/>
                    </a:xfrm>
                    <a:custGeom>
                      <a:avLst/>
                      <a:gdLst>
                        <a:gd name="connsiteX0" fmla="*/ 54864 w 109728"/>
                        <a:gd name="connsiteY0" fmla="*/ 109728 h 109728"/>
                        <a:gd name="connsiteX1" fmla="*/ 0 w 109728"/>
                        <a:gd name="connsiteY1" fmla="*/ 54864 h 109728"/>
                        <a:gd name="connsiteX2" fmla="*/ 54864 w 109728"/>
                        <a:gd name="connsiteY2" fmla="*/ 0 h 109728"/>
                        <a:gd name="connsiteX3" fmla="*/ 109728 w 109728"/>
                        <a:gd name="connsiteY3" fmla="*/ 54864 h 109728"/>
                        <a:gd name="connsiteX4" fmla="*/ 54864 w 109728"/>
                        <a:gd name="connsiteY4" fmla="*/ 109728 h 109728"/>
                        <a:gd name="connsiteX5" fmla="*/ 54864 w 109728"/>
                        <a:gd name="connsiteY5" fmla="*/ 38100 h 109728"/>
                        <a:gd name="connsiteX6" fmla="*/ 38100 w 109728"/>
                        <a:gd name="connsiteY6" fmla="*/ 54864 h 109728"/>
                        <a:gd name="connsiteX7" fmla="*/ 54864 w 109728"/>
                        <a:gd name="connsiteY7" fmla="*/ 71628 h 109728"/>
                        <a:gd name="connsiteX8" fmla="*/ 71628 w 109728"/>
                        <a:gd name="connsiteY8" fmla="*/ 54864 h 109728"/>
                        <a:gd name="connsiteX9" fmla="*/ 54864 w 109728"/>
                        <a:gd name="connsiteY9" fmla="*/ 38100 h 1097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9728" h="109728">
                          <a:moveTo>
                            <a:pt x="54864" y="109728"/>
                          </a:moveTo>
                          <a:cubicBezTo>
                            <a:pt x="24575" y="109728"/>
                            <a:pt x="0" y="85154"/>
                            <a:pt x="0" y="54864"/>
                          </a:cubicBezTo>
                          <a:cubicBezTo>
                            <a:pt x="0" y="24575"/>
                            <a:pt x="24575" y="0"/>
                            <a:pt x="54864" y="0"/>
                          </a:cubicBezTo>
                          <a:cubicBezTo>
                            <a:pt x="85154" y="0"/>
                            <a:pt x="109728" y="24575"/>
                            <a:pt x="109728" y="54864"/>
                          </a:cubicBezTo>
                          <a:cubicBezTo>
                            <a:pt x="109728" y="85154"/>
                            <a:pt x="85058" y="109728"/>
                            <a:pt x="54864" y="109728"/>
                          </a:cubicBezTo>
                          <a:close/>
                          <a:moveTo>
                            <a:pt x="54864" y="38100"/>
                          </a:moveTo>
                          <a:cubicBezTo>
                            <a:pt x="45625" y="38100"/>
                            <a:pt x="38100" y="45625"/>
                            <a:pt x="38100" y="54864"/>
                          </a:cubicBezTo>
                          <a:cubicBezTo>
                            <a:pt x="38100" y="64103"/>
                            <a:pt x="45625" y="71628"/>
                            <a:pt x="54864" y="71628"/>
                          </a:cubicBezTo>
                          <a:cubicBezTo>
                            <a:pt x="64103" y="71628"/>
                            <a:pt x="71628" y="64103"/>
                            <a:pt x="71628" y="54864"/>
                          </a:cubicBezTo>
                          <a:cubicBezTo>
                            <a:pt x="71533" y="45625"/>
                            <a:pt x="64008" y="38100"/>
                            <a:pt x="54864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460" name="Freeform: Shape 459">
                      <a:extLst>
                        <a:ext uri="{FF2B5EF4-FFF2-40B4-BE49-F238E27FC236}">
                          <a16:creationId xmlns:a16="http://schemas.microsoft.com/office/drawing/2014/main" id="{45021F4F-F16B-43C8-911A-13BB73EDBB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70021" y="3609689"/>
                      <a:ext cx="324421" cy="324421"/>
                    </a:xfrm>
                    <a:custGeom>
                      <a:avLst/>
                      <a:gdLst>
                        <a:gd name="connsiteX0" fmla="*/ 162211 w 324421"/>
                        <a:gd name="connsiteY0" fmla="*/ 324421 h 324421"/>
                        <a:gd name="connsiteX1" fmla="*/ 0 w 324421"/>
                        <a:gd name="connsiteY1" fmla="*/ 162211 h 324421"/>
                        <a:gd name="connsiteX2" fmla="*/ 162211 w 324421"/>
                        <a:gd name="connsiteY2" fmla="*/ 0 h 324421"/>
                        <a:gd name="connsiteX3" fmla="*/ 324422 w 324421"/>
                        <a:gd name="connsiteY3" fmla="*/ 162211 h 324421"/>
                        <a:gd name="connsiteX4" fmla="*/ 162211 w 324421"/>
                        <a:gd name="connsiteY4" fmla="*/ 324421 h 324421"/>
                        <a:gd name="connsiteX5" fmla="*/ 162211 w 324421"/>
                        <a:gd name="connsiteY5" fmla="*/ 38100 h 324421"/>
                        <a:gd name="connsiteX6" fmla="*/ 38100 w 324421"/>
                        <a:gd name="connsiteY6" fmla="*/ 162211 h 324421"/>
                        <a:gd name="connsiteX7" fmla="*/ 162211 w 324421"/>
                        <a:gd name="connsiteY7" fmla="*/ 286321 h 324421"/>
                        <a:gd name="connsiteX8" fmla="*/ 286322 w 324421"/>
                        <a:gd name="connsiteY8" fmla="*/ 162211 h 324421"/>
                        <a:gd name="connsiteX9" fmla="*/ 162211 w 324421"/>
                        <a:gd name="connsiteY9" fmla="*/ 38100 h 3244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24421" h="324421">
                          <a:moveTo>
                            <a:pt x="162211" y="324421"/>
                          </a:moveTo>
                          <a:cubicBezTo>
                            <a:pt x="72771" y="324421"/>
                            <a:pt x="0" y="251650"/>
                            <a:pt x="0" y="162211"/>
                          </a:cubicBezTo>
                          <a:cubicBezTo>
                            <a:pt x="0" y="72771"/>
                            <a:pt x="72771" y="0"/>
                            <a:pt x="162211" y="0"/>
                          </a:cubicBezTo>
                          <a:cubicBezTo>
                            <a:pt x="251651" y="0"/>
                            <a:pt x="324422" y="72771"/>
                            <a:pt x="324422" y="162211"/>
                          </a:cubicBezTo>
                          <a:cubicBezTo>
                            <a:pt x="324422" y="251650"/>
                            <a:pt x="251651" y="324421"/>
                            <a:pt x="162211" y="324421"/>
                          </a:cubicBezTo>
                          <a:close/>
                          <a:moveTo>
                            <a:pt x="162211" y="38100"/>
                          </a:moveTo>
                          <a:cubicBezTo>
                            <a:pt x="93821" y="38100"/>
                            <a:pt x="38100" y="93821"/>
                            <a:pt x="38100" y="162211"/>
                          </a:cubicBezTo>
                          <a:cubicBezTo>
                            <a:pt x="38100" y="230696"/>
                            <a:pt x="93821" y="286321"/>
                            <a:pt x="162211" y="286321"/>
                          </a:cubicBezTo>
                          <a:cubicBezTo>
                            <a:pt x="230600" y="286321"/>
                            <a:pt x="286322" y="230600"/>
                            <a:pt x="286322" y="162211"/>
                          </a:cubicBezTo>
                          <a:cubicBezTo>
                            <a:pt x="286322" y="93726"/>
                            <a:pt x="230696" y="38100"/>
                            <a:pt x="162211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461" name="Freeform: Shape 460">
                      <a:extLst>
                        <a:ext uri="{FF2B5EF4-FFF2-40B4-BE49-F238E27FC236}">
                          <a16:creationId xmlns:a16="http://schemas.microsoft.com/office/drawing/2014/main" id="{8AADF2AA-36C6-4ECF-B62D-20AF0B102B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9006" y="3609689"/>
                      <a:ext cx="324421" cy="324421"/>
                    </a:xfrm>
                    <a:custGeom>
                      <a:avLst/>
                      <a:gdLst>
                        <a:gd name="connsiteX0" fmla="*/ 162211 w 324421"/>
                        <a:gd name="connsiteY0" fmla="*/ 324421 h 324421"/>
                        <a:gd name="connsiteX1" fmla="*/ 0 w 324421"/>
                        <a:gd name="connsiteY1" fmla="*/ 162211 h 324421"/>
                        <a:gd name="connsiteX2" fmla="*/ 162211 w 324421"/>
                        <a:gd name="connsiteY2" fmla="*/ 0 h 324421"/>
                        <a:gd name="connsiteX3" fmla="*/ 324422 w 324421"/>
                        <a:gd name="connsiteY3" fmla="*/ 162211 h 324421"/>
                        <a:gd name="connsiteX4" fmla="*/ 162211 w 324421"/>
                        <a:gd name="connsiteY4" fmla="*/ 324421 h 324421"/>
                        <a:gd name="connsiteX5" fmla="*/ 162211 w 324421"/>
                        <a:gd name="connsiteY5" fmla="*/ 38100 h 324421"/>
                        <a:gd name="connsiteX6" fmla="*/ 38100 w 324421"/>
                        <a:gd name="connsiteY6" fmla="*/ 162211 h 324421"/>
                        <a:gd name="connsiteX7" fmla="*/ 162211 w 324421"/>
                        <a:gd name="connsiteY7" fmla="*/ 286321 h 324421"/>
                        <a:gd name="connsiteX8" fmla="*/ 286322 w 324421"/>
                        <a:gd name="connsiteY8" fmla="*/ 162211 h 324421"/>
                        <a:gd name="connsiteX9" fmla="*/ 162211 w 324421"/>
                        <a:gd name="connsiteY9" fmla="*/ 38100 h 3244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24421" h="324421">
                          <a:moveTo>
                            <a:pt x="162211" y="324421"/>
                          </a:moveTo>
                          <a:cubicBezTo>
                            <a:pt x="72771" y="324421"/>
                            <a:pt x="0" y="251650"/>
                            <a:pt x="0" y="162211"/>
                          </a:cubicBezTo>
                          <a:cubicBezTo>
                            <a:pt x="0" y="72771"/>
                            <a:pt x="72676" y="0"/>
                            <a:pt x="162211" y="0"/>
                          </a:cubicBezTo>
                          <a:cubicBezTo>
                            <a:pt x="251650" y="0"/>
                            <a:pt x="324422" y="72771"/>
                            <a:pt x="324422" y="162211"/>
                          </a:cubicBezTo>
                          <a:cubicBezTo>
                            <a:pt x="324422" y="251650"/>
                            <a:pt x="251650" y="324421"/>
                            <a:pt x="162211" y="324421"/>
                          </a:cubicBezTo>
                          <a:close/>
                          <a:moveTo>
                            <a:pt x="162211" y="38100"/>
                          </a:moveTo>
                          <a:cubicBezTo>
                            <a:pt x="93726" y="38100"/>
                            <a:pt x="38100" y="93821"/>
                            <a:pt x="38100" y="162211"/>
                          </a:cubicBezTo>
                          <a:cubicBezTo>
                            <a:pt x="38100" y="230696"/>
                            <a:pt x="93821" y="286321"/>
                            <a:pt x="162211" y="286321"/>
                          </a:cubicBezTo>
                          <a:cubicBezTo>
                            <a:pt x="230696" y="286321"/>
                            <a:pt x="286322" y="230600"/>
                            <a:pt x="286322" y="162211"/>
                          </a:cubicBezTo>
                          <a:cubicBezTo>
                            <a:pt x="286322" y="93726"/>
                            <a:pt x="230600" y="38100"/>
                            <a:pt x="162211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</p:grpSp>
            </p:grpSp>
          </p:grpSp>
          <p:grpSp>
            <p:nvGrpSpPr>
              <p:cNvPr id="434" name="Group 433">
                <a:extLst>
                  <a:ext uri="{FF2B5EF4-FFF2-40B4-BE49-F238E27FC236}">
                    <a16:creationId xmlns:a16="http://schemas.microsoft.com/office/drawing/2014/main" id="{1B49B788-0A16-46D5-B618-923A2A07AB59}"/>
                  </a:ext>
                </a:extLst>
              </p:cNvPr>
              <p:cNvGrpSpPr/>
              <p:nvPr/>
            </p:nvGrpSpPr>
            <p:grpSpPr>
              <a:xfrm>
                <a:off x="8502654" y="2352515"/>
                <a:ext cx="263476" cy="225927"/>
                <a:chOff x="9230360" y="2173322"/>
                <a:chExt cx="263476" cy="225927"/>
              </a:xfrm>
            </p:grpSpPr>
            <p:sp>
              <p:nvSpPr>
                <p:cNvPr id="443" name="Freeform 125">
                  <a:extLst>
                    <a:ext uri="{FF2B5EF4-FFF2-40B4-BE49-F238E27FC236}">
                      <a16:creationId xmlns:a16="http://schemas.microsoft.com/office/drawing/2014/main" id="{EED35162-8D33-44BB-8271-1C678DFE35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69818" y="2212780"/>
                  <a:ext cx="183288" cy="186469"/>
                </a:xfrm>
                <a:custGeom>
                  <a:avLst/>
                  <a:gdLst>
                    <a:gd name="T0" fmla="*/ 288 w 288"/>
                    <a:gd name="T1" fmla="*/ 129 h 293"/>
                    <a:gd name="T2" fmla="*/ 145 w 288"/>
                    <a:gd name="T3" fmla="*/ 0 h 293"/>
                    <a:gd name="T4" fmla="*/ 145 w 288"/>
                    <a:gd name="T5" fmla="*/ 0 h 293"/>
                    <a:gd name="T6" fmla="*/ 145 w 288"/>
                    <a:gd name="T7" fmla="*/ 0 h 293"/>
                    <a:gd name="T8" fmla="*/ 145 w 288"/>
                    <a:gd name="T9" fmla="*/ 0 h 293"/>
                    <a:gd name="T10" fmla="*/ 0 w 288"/>
                    <a:gd name="T11" fmla="*/ 129 h 293"/>
                    <a:gd name="T12" fmla="*/ 0 w 288"/>
                    <a:gd name="T13" fmla="*/ 293 h 293"/>
                    <a:gd name="T14" fmla="*/ 107 w 288"/>
                    <a:gd name="T15" fmla="*/ 293 h 293"/>
                    <a:gd name="T16" fmla="*/ 107 w 288"/>
                    <a:gd name="T17" fmla="*/ 198 h 293"/>
                    <a:gd name="T18" fmla="*/ 180 w 288"/>
                    <a:gd name="T19" fmla="*/ 198 h 293"/>
                    <a:gd name="T20" fmla="*/ 180 w 288"/>
                    <a:gd name="T21" fmla="*/ 293 h 293"/>
                    <a:gd name="T22" fmla="*/ 288 w 288"/>
                    <a:gd name="T23" fmla="*/ 293 h 293"/>
                    <a:gd name="T24" fmla="*/ 288 w 288"/>
                    <a:gd name="T25" fmla="*/ 129 h 2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88" h="293">
                      <a:moveTo>
                        <a:pt x="288" y="129"/>
                      </a:moveTo>
                      <a:lnTo>
                        <a:pt x="145" y="0"/>
                      </a:lnTo>
                      <a:lnTo>
                        <a:pt x="145" y="0"/>
                      </a:lnTo>
                      <a:lnTo>
                        <a:pt x="145" y="0"/>
                      </a:lnTo>
                      <a:lnTo>
                        <a:pt x="145" y="0"/>
                      </a:lnTo>
                      <a:lnTo>
                        <a:pt x="0" y="129"/>
                      </a:lnTo>
                      <a:lnTo>
                        <a:pt x="0" y="293"/>
                      </a:lnTo>
                      <a:lnTo>
                        <a:pt x="107" y="293"/>
                      </a:lnTo>
                      <a:lnTo>
                        <a:pt x="107" y="198"/>
                      </a:lnTo>
                      <a:lnTo>
                        <a:pt x="180" y="198"/>
                      </a:lnTo>
                      <a:lnTo>
                        <a:pt x="180" y="293"/>
                      </a:lnTo>
                      <a:lnTo>
                        <a:pt x="288" y="293"/>
                      </a:lnTo>
                      <a:lnTo>
                        <a:pt x="288" y="129"/>
                      </a:lnTo>
                      <a:close/>
                    </a:path>
                  </a:pathLst>
                </a:custGeom>
                <a:noFill/>
                <a:ln w="12700" cap="flat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sp>
              <p:nvSpPr>
                <p:cNvPr id="444" name="Freeform 126">
                  <a:extLst>
                    <a:ext uri="{FF2B5EF4-FFF2-40B4-BE49-F238E27FC236}">
                      <a16:creationId xmlns:a16="http://schemas.microsoft.com/office/drawing/2014/main" id="{4A041B87-3D7D-4B5F-AA5E-CCDE2F3DF3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30360" y="2173322"/>
                  <a:ext cx="263476" cy="114554"/>
                </a:xfrm>
                <a:custGeom>
                  <a:avLst/>
                  <a:gdLst>
                    <a:gd name="T0" fmla="*/ 414 w 414"/>
                    <a:gd name="T1" fmla="*/ 180 h 180"/>
                    <a:gd name="T2" fmla="*/ 207 w 414"/>
                    <a:gd name="T3" fmla="*/ 0 h 180"/>
                    <a:gd name="T4" fmla="*/ 109 w 414"/>
                    <a:gd name="T5" fmla="*/ 84 h 180"/>
                    <a:gd name="T6" fmla="*/ 109 w 414"/>
                    <a:gd name="T7" fmla="*/ 30 h 180"/>
                    <a:gd name="T8" fmla="*/ 64 w 414"/>
                    <a:gd name="T9" fmla="*/ 30 h 180"/>
                    <a:gd name="T10" fmla="*/ 64 w 414"/>
                    <a:gd name="T11" fmla="*/ 123 h 180"/>
                    <a:gd name="T12" fmla="*/ 0 w 414"/>
                    <a:gd name="T13" fmla="*/ 180 h 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14" h="180">
                      <a:moveTo>
                        <a:pt x="414" y="180"/>
                      </a:moveTo>
                      <a:lnTo>
                        <a:pt x="207" y="0"/>
                      </a:lnTo>
                      <a:lnTo>
                        <a:pt x="109" y="84"/>
                      </a:lnTo>
                      <a:lnTo>
                        <a:pt x="109" y="30"/>
                      </a:lnTo>
                      <a:lnTo>
                        <a:pt x="64" y="30"/>
                      </a:lnTo>
                      <a:lnTo>
                        <a:pt x="64" y="123"/>
                      </a:lnTo>
                      <a:lnTo>
                        <a:pt x="0" y="180"/>
                      </a:lnTo>
                    </a:path>
                  </a:pathLst>
                </a:cu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</p:grp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6D4D3C6-E2A9-4893-A5FE-2C425EFC23A5}"/>
                </a:ext>
              </a:extLst>
            </p:cNvPr>
            <p:cNvGrpSpPr/>
            <p:nvPr/>
          </p:nvGrpSpPr>
          <p:grpSpPr>
            <a:xfrm>
              <a:off x="8203656" y="3014286"/>
              <a:ext cx="757222" cy="310571"/>
              <a:chOff x="8008908" y="3066410"/>
              <a:chExt cx="757222" cy="310571"/>
            </a:xfrm>
          </p:grpSpPr>
          <p:grpSp>
            <p:nvGrpSpPr>
              <p:cNvPr id="463" name="Group 462">
                <a:extLst>
                  <a:ext uri="{FF2B5EF4-FFF2-40B4-BE49-F238E27FC236}">
                    <a16:creationId xmlns:a16="http://schemas.microsoft.com/office/drawing/2014/main" id="{FD6602B1-CF6B-4050-AED2-D293C764A5D7}"/>
                  </a:ext>
                </a:extLst>
              </p:cNvPr>
              <p:cNvGrpSpPr/>
              <p:nvPr/>
            </p:nvGrpSpPr>
            <p:grpSpPr>
              <a:xfrm>
                <a:off x="8008908" y="3066410"/>
                <a:ext cx="419847" cy="310571"/>
                <a:chOff x="8609927" y="1562831"/>
                <a:chExt cx="419847" cy="310571"/>
              </a:xfrm>
            </p:grpSpPr>
            <p:sp>
              <p:nvSpPr>
                <p:cNvPr id="475" name="Freeform: Shape 474">
                  <a:extLst>
                    <a:ext uri="{FF2B5EF4-FFF2-40B4-BE49-F238E27FC236}">
                      <a16:creationId xmlns:a16="http://schemas.microsoft.com/office/drawing/2014/main" id="{5995C347-CB2F-4C54-BAA8-3C89D58CF782}"/>
                    </a:ext>
                  </a:extLst>
                </p:cNvPr>
                <p:cNvSpPr/>
                <p:nvPr/>
              </p:nvSpPr>
              <p:spPr>
                <a:xfrm>
                  <a:off x="8609927" y="1585836"/>
                  <a:ext cx="149535" cy="149534"/>
                </a:xfrm>
                <a:custGeom>
                  <a:avLst/>
                  <a:gdLst>
                    <a:gd name="connsiteX0" fmla="*/ 247650 w 495300"/>
                    <a:gd name="connsiteY0" fmla="*/ 495300 h 495300"/>
                    <a:gd name="connsiteX1" fmla="*/ 0 w 495300"/>
                    <a:gd name="connsiteY1" fmla="*/ 247650 h 495300"/>
                    <a:gd name="connsiteX2" fmla="*/ 247650 w 495300"/>
                    <a:gd name="connsiteY2" fmla="*/ 0 h 495300"/>
                    <a:gd name="connsiteX3" fmla="*/ 495300 w 495300"/>
                    <a:gd name="connsiteY3" fmla="*/ 247650 h 495300"/>
                    <a:gd name="connsiteX4" fmla="*/ 247650 w 495300"/>
                    <a:gd name="connsiteY4" fmla="*/ 495300 h 495300"/>
                    <a:gd name="connsiteX5" fmla="*/ 247650 w 495300"/>
                    <a:gd name="connsiteY5" fmla="*/ 38100 h 495300"/>
                    <a:gd name="connsiteX6" fmla="*/ 38100 w 495300"/>
                    <a:gd name="connsiteY6" fmla="*/ 247650 h 495300"/>
                    <a:gd name="connsiteX7" fmla="*/ 247650 w 495300"/>
                    <a:gd name="connsiteY7" fmla="*/ 457200 h 495300"/>
                    <a:gd name="connsiteX8" fmla="*/ 457200 w 495300"/>
                    <a:gd name="connsiteY8" fmla="*/ 247650 h 495300"/>
                    <a:gd name="connsiteX9" fmla="*/ 247650 w 495300"/>
                    <a:gd name="connsiteY9" fmla="*/ 38100 h 495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5300" h="495300">
                      <a:moveTo>
                        <a:pt x="247650" y="495300"/>
                      </a:moveTo>
                      <a:cubicBezTo>
                        <a:pt x="111062" y="495300"/>
                        <a:pt x="0" y="384239"/>
                        <a:pt x="0" y="247650"/>
                      </a:cubicBezTo>
                      <a:cubicBezTo>
                        <a:pt x="0" y="111062"/>
                        <a:pt x="111062" y="0"/>
                        <a:pt x="247650" y="0"/>
                      </a:cubicBezTo>
                      <a:cubicBezTo>
                        <a:pt x="384239" y="0"/>
                        <a:pt x="495300" y="111062"/>
                        <a:pt x="495300" y="247650"/>
                      </a:cubicBezTo>
                      <a:cubicBezTo>
                        <a:pt x="495300" y="384239"/>
                        <a:pt x="384239" y="495300"/>
                        <a:pt x="247650" y="495300"/>
                      </a:cubicBezTo>
                      <a:close/>
                      <a:moveTo>
                        <a:pt x="247650" y="38100"/>
                      </a:moveTo>
                      <a:cubicBezTo>
                        <a:pt x="132112" y="38100"/>
                        <a:pt x="38100" y="132112"/>
                        <a:pt x="38100" y="247650"/>
                      </a:cubicBezTo>
                      <a:cubicBezTo>
                        <a:pt x="38100" y="363188"/>
                        <a:pt x="132112" y="457200"/>
                        <a:pt x="247650" y="457200"/>
                      </a:cubicBezTo>
                      <a:cubicBezTo>
                        <a:pt x="363188" y="457200"/>
                        <a:pt x="457200" y="363188"/>
                        <a:pt x="457200" y="247650"/>
                      </a:cubicBezTo>
                      <a:cubicBezTo>
                        <a:pt x="457200" y="132112"/>
                        <a:pt x="363188" y="38100"/>
                        <a:pt x="247650" y="381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476" name="Freeform: Shape 475">
                  <a:extLst>
                    <a:ext uri="{FF2B5EF4-FFF2-40B4-BE49-F238E27FC236}">
                      <a16:creationId xmlns:a16="http://schemas.microsoft.com/office/drawing/2014/main" id="{9A1F78EA-C812-4409-8453-AD96AB272EF0}"/>
                    </a:ext>
                  </a:extLst>
                </p:cNvPr>
                <p:cNvSpPr/>
                <p:nvPr/>
              </p:nvSpPr>
              <p:spPr>
                <a:xfrm>
                  <a:off x="8678943" y="1700863"/>
                  <a:ext cx="11503" cy="172539"/>
                </a:xfrm>
                <a:custGeom>
                  <a:avLst/>
                  <a:gdLst>
                    <a:gd name="connsiteX0" fmla="*/ 19050 w 38100"/>
                    <a:gd name="connsiteY0" fmla="*/ 571500 h 571500"/>
                    <a:gd name="connsiteX1" fmla="*/ 0 w 38100"/>
                    <a:gd name="connsiteY1" fmla="*/ 552450 h 571500"/>
                    <a:gd name="connsiteX2" fmla="*/ 0 w 38100"/>
                    <a:gd name="connsiteY2" fmla="*/ 19050 h 571500"/>
                    <a:gd name="connsiteX3" fmla="*/ 19050 w 38100"/>
                    <a:gd name="connsiteY3" fmla="*/ 0 h 571500"/>
                    <a:gd name="connsiteX4" fmla="*/ 38100 w 38100"/>
                    <a:gd name="connsiteY4" fmla="*/ 19050 h 571500"/>
                    <a:gd name="connsiteX5" fmla="*/ 38100 w 38100"/>
                    <a:gd name="connsiteY5" fmla="*/ 552450 h 571500"/>
                    <a:gd name="connsiteX6" fmla="*/ 19050 w 38100"/>
                    <a:gd name="connsiteY6" fmla="*/ 571500 h 571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100" h="571500">
                      <a:moveTo>
                        <a:pt x="19050" y="571500"/>
                      </a:moveTo>
                      <a:cubicBezTo>
                        <a:pt x="8477" y="571500"/>
                        <a:pt x="0" y="563023"/>
                        <a:pt x="0" y="552450"/>
                      </a:cubicBezTo>
                      <a:lnTo>
                        <a:pt x="0" y="19050"/>
                      </a:lnTo>
                      <a:cubicBezTo>
                        <a:pt x="0" y="8477"/>
                        <a:pt x="8477" y="0"/>
                        <a:pt x="19050" y="0"/>
                      </a:cubicBezTo>
                      <a:cubicBezTo>
                        <a:pt x="29623" y="0"/>
                        <a:pt x="38100" y="8477"/>
                        <a:pt x="38100" y="19050"/>
                      </a:cubicBezTo>
                      <a:lnTo>
                        <a:pt x="38100" y="552450"/>
                      </a:lnTo>
                      <a:cubicBezTo>
                        <a:pt x="38100" y="563023"/>
                        <a:pt x="29623" y="571500"/>
                        <a:pt x="19050" y="5715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477" name="Freeform: Shape 476">
                  <a:extLst>
                    <a:ext uri="{FF2B5EF4-FFF2-40B4-BE49-F238E27FC236}">
                      <a16:creationId xmlns:a16="http://schemas.microsoft.com/office/drawing/2014/main" id="{067E2106-4A33-4E64-8749-089A298E9A3A}"/>
                    </a:ext>
                  </a:extLst>
                </p:cNvPr>
                <p:cNvSpPr/>
                <p:nvPr/>
              </p:nvSpPr>
              <p:spPr>
                <a:xfrm>
                  <a:off x="8655952" y="1677843"/>
                  <a:ext cx="57513" cy="34522"/>
                </a:xfrm>
                <a:custGeom>
                  <a:avLst/>
                  <a:gdLst>
                    <a:gd name="connsiteX0" fmla="*/ 95202 w 190499"/>
                    <a:gd name="connsiteY0" fmla="*/ 114348 h 114347"/>
                    <a:gd name="connsiteX1" fmla="*/ 81772 w 190499"/>
                    <a:gd name="connsiteY1" fmla="*/ 108728 h 114347"/>
                    <a:gd name="connsiteX2" fmla="*/ 5572 w 190499"/>
                    <a:gd name="connsiteY2" fmla="*/ 32528 h 114347"/>
                    <a:gd name="connsiteX3" fmla="*/ 5572 w 190499"/>
                    <a:gd name="connsiteY3" fmla="*/ 5572 h 114347"/>
                    <a:gd name="connsiteX4" fmla="*/ 32528 w 190499"/>
                    <a:gd name="connsiteY4" fmla="*/ 5572 h 114347"/>
                    <a:gd name="connsiteX5" fmla="*/ 95202 w 190499"/>
                    <a:gd name="connsiteY5" fmla="*/ 68342 h 114347"/>
                    <a:gd name="connsiteX6" fmla="*/ 157972 w 190499"/>
                    <a:gd name="connsiteY6" fmla="*/ 5572 h 114347"/>
                    <a:gd name="connsiteX7" fmla="*/ 184928 w 190499"/>
                    <a:gd name="connsiteY7" fmla="*/ 5572 h 114347"/>
                    <a:gd name="connsiteX8" fmla="*/ 184928 w 190499"/>
                    <a:gd name="connsiteY8" fmla="*/ 32528 h 114347"/>
                    <a:gd name="connsiteX9" fmla="*/ 108728 w 190499"/>
                    <a:gd name="connsiteY9" fmla="*/ 108728 h 114347"/>
                    <a:gd name="connsiteX10" fmla="*/ 95202 w 190499"/>
                    <a:gd name="connsiteY10" fmla="*/ 114348 h 1143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90499" h="114347">
                      <a:moveTo>
                        <a:pt x="95202" y="114348"/>
                      </a:moveTo>
                      <a:cubicBezTo>
                        <a:pt x="90345" y="114348"/>
                        <a:pt x="85487" y="112443"/>
                        <a:pt x="81772" y="108728"/>
                      </a:cubicBezTo>
                      <a:lnTo>
                        <a:pt x="5572" y="32528"/>
                      </a:lnTo>
                      <a:cubicBezTo>
                        <a:pt x="-1857" y="25098"/>
                        <a:pt x="-1857" y="13002"/>
                        <a:pt x="5572" y="5572"/>
                      </a:cubicBezTo>
                      <a:cubicBezTo>
                        <a:pt x="13002" y="-1857"/>
                        <a:pt x="25098" y="-1857"/>
                        <a:pt x="32528" y="5572"/>
                      </a:cubicBezTo>
                      <a:lnTo>
                        <a:pt x="95202" y="68342"/>
                      </a:lnTo>
                      <a:lnTo>
                        <a:pt x="157972" y="5572"/>
                      </a:lnTo>
                      <a:cubicBezTo>
                        <a:pt x="165402" y="-1857"/>
                        <a:pt x="177498" y="-1857"/>
                        <a:pt x="184928" y="5572"/>
                      </a:cubicBezTo>
                      <a:cubicBezTo>
                        <a:pt x="192357" y="13002"/>
                        <a:pt x="192357" y="25098"/>
                        <a:pt x="184928" y="32528"/>
                      </a:cubicBezTo>
                      <a:lnTo>
                        <a:pt x="108728" y="108728"/>
                      </a:lnTo>
                      <a:cubicBezTo>
                        <a:pt x="104918" y="112443"/>
                        <a:pt x="100060" y="114348"/>
                        <a:pt x="95202" y="11434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478" name="Freeform: Shape 477">
                  <a:extLst>
                    <a:ext uri="{FF2B5EF4-FFF2-40B4-BE49-F238E27FC236}">
                      <a16:creationId xmlns:a16="http://schemas.microsoft.com/office/drawing/2014/main" id="{FBCA7BCA-D379-458D-BD41-AF762D5CFAA5}"/>
                    </a:ext>
                  </a:extLst>
                </p:cNvPr>
                <p:cNvSpPr/>
                <p:nvPr/>
              </p:nvSpPr>
              <p:spPr>
                <a:xfrm>
                  <a:off x="8661689" y="1861899"/>
                  <a:ext cx="368085" cy="11503"/>
                </a:xfrm>
                <a:custGeom>
                  <a:avLst/>
                  <a:gdLst>
                    <a:gd name="connsiteX0" fmla="*/ 0 w 1219200"/>
                    <a:gd name="connsiteY0" fmla="*/ 0 h 38100"/>
                    <a:gd name="connsiteX1" fmla="*/ 1219200 w 1219200"/>
                    <a:gd name="connsiteY1" fmla="*/ 0 h 38100"/>
                    <a:gd name="connsiteX2" fmla="*/ 1219200 w 1219200"/>
                    <a:gd name="connsiteY2" fmla="*/ 38100 h 38100"/>
                    <a:gd name="connsiteX3" fmla="*/ 0 w 1219200"/>
                    <a:gd name="connsiteY3" fmla="*/ 38100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19200" h="38100">
                      <a:moveTo>
                        <a:pt x="0" y="0"/>
                      </a:moveTo>
                      <a:lnTo>
                        <a:pt x="1219200" y="0"/>
                      </a:lnTo>
                      <a:lnTo>
                        <a:pt x="1219200" y="38100"/>
                      </a:lnTo>
                      <a:lnTo>
                        <a:pt x="0" y="3810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479" name="Freeform: Shape 478">
                  <a:extLst>
                    <a:ext uri="{FF2B5EF4-FFF2-40B4-BE49-F238E27FC236}">
                      <a16:creationId xmlns:a16="http://schemas.microsoft.com/office/drawing/2014/main" id="{6A8B37EF-659C-4BE2-9911-9B0D4C377204}"/>
                    </a:ext>
                  </a:extLst>
                </p:cNvPr>
                <p:cNvSpPr/>
                <p:nvPr/>
              </p:nvSpPr>
              <p:spPr>
                <a:xfrm>
                  <a:off x="8817003" y="1562831"/>
                  <a:ext cx="57485" cy="34508"/>
                </a:xfrm>
                <a:custGeom>
                  <a:avLst/>
                  <a:gdLst>
                    <a:gd name="connsiteX0" fmla="*/ 95156 w 190405"/>
                    <a:gd name="connsiteY0" fmla="*/ 114300 h 114300"/>
                    <a:gd name="connsiteX1" fmla="*/ 76106 w 190405"/>
                    <a:gd name="connsiteY1" fmla="*/ 95536 h 114300"/>
                    <a:gd name="connsiteX2" fmla="*/ 76106 w 190405"/>
                    <a:gd name="connsiteY2" fmla="*/ 95536 h 114300"/>
                    <a:gd name="connsiteX3" fmla="*/ 76106 w 190405"/>
                    <a:gd name="connsiteY3" fmla="*/ 95536 h 114300"/>
                    <a:gd name="connsiteX4" fmla="*/ 76106 w 190405"/>
                    <a:gd name="connsiteY4" fmla="*/ 95536 h 114300"/>
                    <a:gd name="connsiteX5" fmla="*/ 76106 w 190405"/>
                    <a:gd name="connsiteY5" fmla="*/ 95441 h 114300"/>
                    <a:gd name="connsiteX6" fmla="*/ 76106 w 190405"/>
                    <a:gd name="connsiteY6" fmla="*/ 95345 h 114300"/>
                    <a:gd name="connsiteX7" fmla="*/ 76106 w 190405"/>
                    <a:gd name="connsiteY7" fmla="*/ 95345 h 114300"/>
                    <a:gd name="connsiteX8" fmla="*/ 76106 w 190405"/>
                    <a:gd name="connsiteY8" fmla="*/ 95250 h 114300"/>
                    <a:gd name="connsiteX9" fmla="*/ 18860 w 190405"/>
                    <a:gd name="connsiteY9" fmla="*/ 38100 h 114300"/>
                    <a:gd name="connsiteX10" fmla="*/ 1 w 190405"/>
                    <a:gd name="connsiteY10" fmla="*/ 18955 h 114300"/>
                    <a:gd name="connsiteX11" fmla="*/ 18956 w 190405"/>
                    <a:gd name="connsiteY11" fmla="*/ 0 h 114300"/>
                    <a:gd name="connsiteX12" fmla="*/ 95441 w 190405"/>
                    <a:gd name="connsiteY12" fmla="*/ 35243 h 114300"/>
                    <a:gd name="connsiteX13" fmla="*/ 171356 w 190405"/>
                    <a:gd name="connsiteY13" fmla="*/ 0 h 114300"/>
                    <a:gd name="connsiteX14" fmla="*/ 190406 w 190405"/>
                    <a:gd name="connsiteY14" fmla="*/ 19050 h 114300"/>
                    <a:gd name="connsiteX15" fmla="*/ 171356 w 190405"/>
                    <a:gd name="connsiteY15" fmla="*/ 38100 h 114300"/>
                    <a:gd name="connsiteX16" fmla="*/ 114206 w 190405"/>
                    <a:gd name="connsiteY16" fmla="*/ 95345 h 114300"/>
                    <a:gd name="connsiteX17" fmla="*/ 95156 w 190405"/>
                    <a:gd name="connsiteY17" fmla="*/ 114300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0405" h="114300">
                      <a:moveTo>
                        <a:pt x="95156" y="114300"/>
                      </a:moveTo>
                      <a:cubicBezTo>
                        <a:pt x="84678" y="114300"/>
                        <a:pt x="76296" y="105918"/>
                        <a:pt x="76106" y="95536"/>
                      </a:cubicBezTo>
                      <a:cubicBezTo>
                        <a:pt x="76106" y="95536"/>
                        <a:pt x="76106" y="95536"/>
                        <a:pt x="76106" y="95536"/>
                      </a:cubicBezTo>
                      <a:lnTo>
                        <a:pt x="76106" y="95536"/>
                      </a:lnTo>
                      <a:lnTo>
                        <a:pt x="76106" y="95536"/>
                      </a:lnTo>
                      <a:cubicBezTo>
                        <a:pt x="76106" y="95536"/>
                        <a:pt x="76106" y="95441"/>
                        <a:pt x="76106" y="95441"/>
                      </a:cubicBezTo>
                      <a:cubicBezTo>
                        <a:pt x="76106" y="95441"/>
                        <a:pt x="76106" y="95441"/>
                        <a:pt x="76106" y="95345"/>
                      </a:cubicBezTo>
                      <a:lnTo>
                        <a:pt x="76106" y="95345"/>
                      </a:lnTo>
                      <a:cubicBezTo>
                        <a:pt x="76106" y="95345"/>
                        <a:pt x="76106" y="95345"/>
                        <a:pt x="76106" y="95250"/>
                      </a:cubicBezTo>
                      <a:cubicBezTo>
                        <a:pt x="76106" y="41434"/>
                        <a:pt x="28385" y="38195"/>
                        <a:pt x="18860" y="38100"/>
                      </a:cubicBezTo>
                      <a:cubicBezTo>
                        <a:pt x="8383" y="38005"/>
                        <a:pt x="-94" y="29432"/>
                        <a:pt x="1" y="18955"/>
                      </a:cubicBezTo>
                      <a:cubicBezTo>
                        <a:pt x="1" y="8477"/>
                        <a:pt x="8478" y="0"/>
                        <a:pt x="18956" y="0"/>
                      </a:cubicBezTo>
                      <a:cubicBezTo>
                        <a:pt x="40482" y="0"/>
                        <a:pt x="74391" y="8477"/>
                        <a:pt x="95441" y="35243"/>
                      </a:cubicBezTo>
                      <a:cubicBezTo>
                        <a:pt x="109824" y="15621"/>
                        <a:pt x="133637" y="0"/>
                        <a:pt x="171356" y="0"/>
                      </a:cubicBezTo>
                      <a:cubicBezTo>
                        <a:pt x="181928" y="0"/>
                        <a:pt x="190406" y="8573"/>
                        <a:pt x="190406" y="19050"/>
                      </a:cubicBezTo>
                      <a:cubicBezTo>
                        <a:pt x="190406" y="29528"/>
                        <a:pt x="181928" y="38100"/>
                        <a:pt x="171356" y="38100"/>
                      </a:cubicBezTo>
                      <a:cubicBezTo>
                        <a:pt x="117635" y="38100"/>
                        <a:pt x="114301" y="85725"/>
                        <a:pt x="114206" y="95345"/>
                      </a:cubicBezTo>
                      <a:cubicBezTo>
                        <a:pt x="114110" y="105823"/>
                        <a:pt x="105633" y="114300"/>
                        <a:pt x="95156" y="1143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480" name="Freeform: Shape 479">
                  <a:extLst>
                    <a:ext uri="{FF2B5EF4-FFF2-40B4-BE49-F238E27FC236}">
                      <a16:creationId xmlns:a16="http://schemas.microsoft.com/office/drawing/2014/main" id="{33429A76-433F-4CF3-91F5-849217F04A12}"/>
                    </a:ext>
                  </a:extLst>
                </p:cNvPr>
                <p:cNvSpPr/>
                <p:nvPr/>
              </p:nvSpPr>
              <p:spPr>
                <a:xfrm>
                  <a:off x="8863014" y="1585836"/>
                  <a:ext cx="57485" cy="34508"/>
                </a:xfrm>
                <a:custGeom>
                  <a:avLst/>
                  <a:gdLst>
                    <a:gd name="connsiteX0" fmla="*/ 95156 w 190405"/>
                    <a:gd name="connsiteY0" fmla="*/ 114300 h 114300"/>
                    <a:gd name="connsiteX1" fmla="*/ 76106 w 190405"/>
                    <a:gd name="connsiteY1" fmla="*/ 95536 h 114300"/>
                    <a:gd name="connsiteX2" fmla="*/ 76106 w 190405"/>
                    <a:gd name="connsiteY2" fmla="*/ 95536 h 114300"/>
                    <a:gd name="connsiteX3" fmla="*/ 76106 w 190405"/>
                    <a:gd name="connsiteY3" fmla="*/ 95536 h 114300"/>
                    <a:gd name="connsiteX4" fmla="*/ 76106 w 190405"/>
                    <a:gd name="connsiteY4" fmla="*/ 95536 h 114300"/>
                    <a:gd name="connsiteX5" fmla="*/ 76106 w 190405"/>
                    <a:gd name="connsiteY5" fmla="*/ 95441 h 114300"/>
                    <a:gd name="connsiteX6" fmla="*/ 76106 w 190405"/>
                    <a:gd name="connsiteY6" fmla="*/ 95345 h 114300"/>
                    <a:gd name="connsiteX7" fmla="*/ 76106 w 190405"/>
                    <a:gd name="connsiteY7" fmla="*/ 95345 h 114300"/>
                    <a:gd name="connsiteX8" fmla="*/ 76106 w 190405"/>
                    <a:gd name="connsiteY8" fmla="*/ 95250 h 114300"/>
                    <a:gd name="connsiteX9" fmla="*/ 18860 w 190405"/>
                    <a:gd name="connsiteY9" fmla="*/ 38100 h 114300"/>
                    <a:gd name="connsiteX10" fmla="*/ 1 w 190405"/>
                    <a:gd name="connsiteY10" fmla="*/ 18955 h 114300"/>
                    <a:gd name="connsiteX11" fmla="*/ 18956 w 190405"/>
                    <a:gd name="connsiteY11" fmla="*/ 0 h 114300"/>
                    <a:gd name="connsiteX12" fmla="*/ 95441 w 190405"/>
                    <a:gd name="connsiteY12" fmla="*/ 35243 h 114300"/>
                    <a:gd name="connsiteX13" fmla="*/ 171356 w 190405"/>
                    <a:gd name="connsiteY13" fmla="*/ 0 h 114300"/>
                    <a:gd name="connsiteX14" fmla="*/ 190406 w 190405"/>
                    <a:gd name="connsiteY14" fmla="*/ 19050 h 114300"/>
                    <a:gd name="connsiteX15" fmla="*/ 171356 w 190405"/>
                    <a:gd name="connsiteY15" fmla="*/ 38100 h 114300"/>
                    <a:gd name="connsiteX16" fmla="*/ 114206 w 190405"/>
                    <a:gd name="connsiteY16" fmla="*/ 95345 h 114300"/>
                    <a:gd name="connsiteX17" fmla="*/ 95156 w 190405"/>
                    <a:gd name="connsiteY17" fmla="*/ 114300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0405" h="114300">
                      <a:moveTo>
                        <a:pt x="95156" y="114300"/>
                      </a:moveTo>
                      <a:cubicBezTo>
                        <a:pt x="84678" y="114300"/>
                        <a:pt x="76296" y="105918"/>
                        <a:pt x="76106" y="95536"/>
                      </a:cubicBezTo>
                      <a:cubicBezTo>
                        <a:pt x="76106" y="95536"/>
                        <a:pt x="76106" y="95536"/>
                        <a:pt x="76106" y="95536"/>
                      </a:cubicBezTo>
                      <a:lnTo>
                        <a:pt x="76106" y="95536"/>
                      </a:lnTo>
                      <a:lnTo>
                        <a:pt x="76106" y="95536"/>
                      </a:lnTo>
                      <a:cubicBezTo>
                        <a:pt x="76106" y="95536"/>
                        <a:pt x="76106" y="95441"/>
                        <a:pt x="76106" y="95441"/>
                      </a:cubicBezTo>
                      <a:cubicBezTo>
                        <a:pt x="76106" y="95441"/>
                        <a:pt x="76106" y="95441"/>
                        <a:pt x="76106" y="95345"/>
                      </a:cubicBezTo>
                      <a:lnTo>
                        <a:pt x="76106" y="95345"/>
                      </a:lnTo>
                      <a:cubicBezTo>
                        <a:pt x="76106" y="95345"/>
                        <a:pt x="76106" y="95345"/>
                        <a:pt x="76106" y="95250"/>
                      </a:cubicBezTo>
                      <a:cubicBezTo>
                        <a:pt x="76106" y="41434"/>
                        <a:pt x="28385" y="38195"/>
                        <a:pt x="18860" y="38100"/>
                      </a:cubicBezTo>
                      <a:cubicBezTo>
                        <a:pt x="8383" y="38005"/>
                        <a:pt x="-94" y="29432"/>
                        <a:pt x="1" y="18955"/>
                      </a:cubicBezTo>
                      <a:cubicBezTo>
                        <a:pt x="1" y="8477"/>
                        <a:pt x="8478" y="0"/>
                        <a:pt x="18956" y="0"/>
                      </a:cubicBezTo>
                      <a:cubicBezTo>
                        <a:pt x="40482" y="0"/>
                        <a:pt x="74391" y="8477"/>
                        <a:pt x="95441" y="35243"/>
                      </a:cubicBezTo>
                      <a:cubicBezTo>
                        <a:pt x="109824" y="15621"/>
                        <a:pt x="133637" y="0"/>
                        <a:pt x="171356" y="0"/>
                      </a:cubicBezTo>
                      <a:cubicBezTo>
                        <a:pt x="181928" y="0"/>
                        <a:pt x="190406" y="8572"/>
                        <a:pt x="190406" y="19050"/>
                      </a:cubicBezTo>
                      <a:cubicBezTo>
                        <a:pt x="190406" y="29528"/>
                        <a:pt x="181928" y="38100"/>
                        <a:pt x="171356" y="38100"/>
                      </a:cubicBezTo>
                      <a:cubicBezTo>
                        <a:pt x="117635" y="38100"/>
                        <a:pt x="114301" y="85725"/>
                        <a:pt x="114206" y="95345"/>
                      </a:cubicBezTo>
                      <a:cubicBezTo>
                        <a:pt x="114110" y="105823"/>
                        <a:pt x="105633" y="114300"/>
                        <a:pt x="95156" y="1143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481" name="Freeform: Shape 480">
                  <a:extLst>
                    <a:ext uri="{FF2B5EF4-FFF2-40B4-BE49-F238E27FC236}">
                      <a16:creationId xmlns:a16="http://schemas.microsoft.com/office/drawing/2014/main" id="{DC1D9928-AFC5-441A-9A2C-8429E5086618}"/>
                    </a:ext>
                  </a:extLst>
                </p:cNvPr>
                <p:cNvSpPr/>
                <p:nvPr/>
              </p:nvSpPr>
              <p:spPr>
                <a:xfrm>
                  <a:off x="8793998" y="1608842"/>
                  <a:ext cx="57485" cy="34508"/>
                </a:xfrm>
                <a:custGeom>
                  <a:avLst/>
                  <a:gdLst>
                    <a:gd name="connsiteX0" fmla="*/ 95156 w 190405"/>
                    <a:gd name="connsiteY0" fmla="*/ 114300 h 114300"/>
                    <a:gd name="connsiteX1" fmla="*/ 76106 w 190405"/>
                    <a:gd name="connsiteY1" fmla="*/ 95536 h 114300"/>
                    <a:gd name="connsiteX2" fmla="*/ 76106 w 190405"/>
                    <a:gd name="connsiteY2" fmla="*/ 95536 h 114300"/>
                    <a:gd name="connsiteX3" fmla="*/ 76106 w 190405"/>
                    <a:gd name="connsiteY3" fmla="*/ 95536 h 114300"/>
                    <a:gd name="connsiteX4" fmla="*/ 76106 w 190405"/>
                    <a:gd name="connsiteY4" fmla="*/ 95536 h 114300"/>
                    <a:gd name="connsiteX5" fmla="*/ 76106 w 190405"/>
                    <a:gd name="connsiteY5" fmla="*/ 95441 h 114300"/>
                    <a:gd name="connsiteX6" fmla="*/ 76106 w 190405"/>
                    <a:gd name="connsiteY6" fmla="*/ 95345 h 114300"/>
                    <a:gd name="connsiteX7" fmla="*/ 76106 w 190405"/>
                    <a:gd name="connsiteY7" fmla="*/ 95345 h 114300"/>
                    <a:gd name="connsiteX8" fmla="*/ 76106 w 190405"/>
                    <a:gd name="connsiteY8" fmla="*/ 95250 h 114300"/>
                    <a:gd name="connsiteX9" fmla="*/ 18860 w 190405"/>
                    <a:gd name="connsiteY9" fmla="*/ 38100 h 114300"/>
                    <a:gd name="connsiteX10" fmla="*/ 1 w 190405"/>
                    <a:gd name="connsiteY10" fmla="*/ 18955 h 114300"/>
                    <a:gd name="connsiteX11" fmla="*/ 18956 w 190405"/>
                    <a:gd name="connsiteY11" fmla="*/ 0 h 114300"/>
                    <a:gd name="connsiteX12" fmla="*/ 95441 w 190405"/>
                    <a:gd name="connsiteY12" fmla="*/ 35243 h 114300"/>
                    <a:gd name="connsiteX13" fmla="*/ 171356 w 190405"/>
                    <a:gd name="connsiteY13" fmla="*/ 0 h 114300"/>
                    <a:gd name="connsiteX14" fmla="*/ 190406 w 190405"/>
                    <a:gd name="connsiteY14" fmla="*/ 19050 h 114300"/>
                    <a:gd name="connsiteX15" fmla="*/ 171356 w 190405"/>
                    <a:gd name="connsiteY15" fmla="*/ 38100 h 114300"/>
                    <a:gd name="connsiteX16" fmla="*/ 114206 w 190405"/>
                    <a:gd name="connsiteY16" fmla="*/ 95345 h 114300"/>
                    <a:gd name="connsiteX17" fmla="*/ 95156 w 190405"/>
                    <a:gd name="connsiteY17" fmla="*/ 114300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0405" h="114300">
                      <a:moveTo>
                        <a:pt x="95156" y="114300"/>
                      </a:moveTo>
                      <a:cubicBezTo>
                        <a:pt x="84678" y="114300"/>
                        <a:pt x="76296" y="105918"/>
                        <a:pt x="76106" y="95536"/>
                      </a:cubicBezTo>
                      <a:cubicBezTo>
                        <a:pt x="76106" y="95536"/>
                        <a:pt x="76106" y="95536"/>
                        <a:pt x="76106" y="95536"/>
                      </a:cubicBezTo>
                      <a:lnTo>
                        <a:pt x="76106" y="95536"/>
                      </a:lnTo>
                      <a:lnTo>
                        <a:pt x="76106" y="95536"/>
                      </a:lnTo>
                      <a:cubicBezTo>
                        <a:pt x="76106" y="95536"/>
                        <a:pt x="76106" y="95441"/>
                        <a:pt x="76106" y="95441"/>
                      </a:cubicBezTo>
                      <a:cubicBezTo>
                        <a:pt x="76106" y="95441"/>
                        <a:pt x="76106" y="95441"/>
                        <a:pt x="76106" y="95345"/>
                      </a:cubicBezTo>
                      <a:lnTo>
                        <a:pt x="76106" y="95345"/>
                      </a:lnTo>
                      <a:cubicBezTo>
                        <a:pt x="76106" y="95345"/>
                        <a:pt x="76106" y="95345"/>
                        <a:pt x="76106" y="95250"/>
                      </a:cubicBezTo>
                      <a:cubicBezTo>
                        <a:pt x="76106" y="41434"/>
                        <a:pt x="28385" y="38195"/>
                        <a:pt x="18860" y="38100"/>
                      </a:cubicBezTo>
                      <a:cubicBezTo>
                        <a:pt x="8383" y="38005"/>
                        <a:pt x="-94" y="29432"/>
                        <a:pt x="1" y="18955"/>
                      </a:cubicBezTo>
                      <a:cubicBezTo>
                        <a:pt x="1" y="8477"/>
                        <a:pt x="8478" y="0"/>
                        <a:pt x="18956" y="0"/>
                      </a:cubicBezTo>
                      <a:cubicBezTo>
                        <a:pt x="40482" y="0"/>
                        <a:pt x="74391" y="8477"/>
                        <a:pt x="95441" y="35243"/>
                      </a:cubicBezTo>
                      <a:cubicBezTo>
                        <a:pt x="109824" y="15621"/>
                        <a:pt x="133637" y="0"/>
                        <a:pt x="171356" y="0"/>
                      </a:cubicBezTo>
                      <a:cubicBezTo>
                        <a:pt x="181928" y="0"/>
                        <a:pt x="190406" y="8572"/>
                        <a:pt x="190406" y="19050"/>
                      </a:cubicBezTo>
                      <a:cubicBezTo>
                        <a:pt x="190406" y="29528"/>
                        <a:pt x="181928" y="38100"/>
                        <a:pt x="171356" y="38100"/>
                      </a:cubicBezTo>
                      <a:cubicBezTo>
                        <a:pt x="117635" y="38100"/>
                        <a:pt x="114301" y="85725"/>
                        <a:pt x="114206" y="95345"/>
                      </a:cubicBezTo>
                      <a:cubicBezTo>
                        <a:pt x="114110" y="105823"/>
                        <a:pt x="105633" y="114300"/>
                        <a:pt x="95156" y="1143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grpSp>
              <p:nvGrpSpPr>
                <p:cNvPr id="482" name="Graphic 112">
                  <a:extLst>
                    <a:ext uri="{FF2B5EF4-FFF2-40B4-BE49-F238E27FC236}">
                      <a16:creationId xmlns:a16="http://schemas.microsoft.com/office/drawing/2014/main" id="{84FD6D84-EF13-429D-BDAA-5751910468ED}"/>
                    </a:ext>
                  </a:extLst>
                </p:cNvPr>
                <p:cNvGrpSpPr/>
                <p:nvPr/>
              </p:nvGrpSpPr>
              <p:grpSpPr>
                <a:xfrm>
                  <a:off x="8721129" y="1723948"/>
                  <a:ext cx="249205" cy="146665"/>
                  <a:chOff x="5769006" y="3448315"/>
                  <a:chExt cx="825436" cy="485795"/>
                </a:xfrm>
                <a:solidFill>
                  <a:schemeClr val="accent3"/>
                </a:solidFill>
              </p:grpSpPr>
              <p:sp>
                <p:nvSpPr>
                  <p:cNvPr id="483" name="Freeform: Shape 482">
                    <a:extLst>
                      <a:ext uri="{FF2B5EF4-FFF2-40B4-BE49-F238E27FC236}">
                        <a16:creationId xmlns:a16="http://schemas.microsoft.com/office/drawing/2014/main" id="{D85506A9-89EE-4BC2-9385-240D9FF5EBC0}"/>
                      </a:ext>
                    </a:extLst>
                  </p:cNvPr>
                  <p:cNvSpPr/>
                  <p:nvPr/>
                </p:nvSpPr>
                <p:spPr>
                  <a:xfrm>
                    <a:off x="5932836" y="3448335"/>
                    <a:ext cx="133540" cy="38100"/>
                  </a:xfrm>
                  <a:custGeom>
                    <a:avLst/>
                    <a:gdLst>
                      <a:gd name="connsiteX0" fmla="*/ 114491 w 133540"/>
                      <a:gd name="connsiteY0" fmla="*/ 38100 h 38100"/>
                      <a:gd name="connsiteX1" fmla="*/ 19050 w 133540"/>
                      <a:gd name="connsiteY1" fmla="*/ 38100 h 38100"/>
                      <a:gd name="connsiteX2" fmla="*/ 0 w 133540"/>
                      <a:gd name="connsiteY2" fmla="*/ 19050 h 38100"/>
                      <a:gd name="connsiteX3" fmla="*/ 19050 w 133540"/>
                      <a:gd name="connsiteY3" fmla="*/ 0 h 38100"/>
                      <a:gd name="connsiteX4" fmla="*/ 114491 w 133540"/>
                      <a:gd name="connsiteY4" fmla="*/ 0 h 38100"/>
                      <a:gd name="connsiteX5" fmla="*/ 133541 w 133540"/>
                      <a:gd name="connsiteY5" fmla="*/ 19050 h 38100"/>
                      <a:gd name="connsiteX6" fmla="*/ 114491 w 133540"/>
                      <a:gd name="connsiteY6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3540" h="38100">
                        <a:moveTo>
                          <a:pt x="114491" y="38100"/>
                        </a:moveTo>
                        <a:lnTo>
                          <a:pt x="19050" y="38100"/>
                        </a:lnTo>
                        <a:cubicBezTo>
                          <a:pt x="8477" y="38100"/>
                          <a:pt x="0" y="29623"/>
                          <a:pt x="0" y="19050"/>
                        </a:cubicBezTo>
                        <a:cubicBezTo>
                          <a:pt x="0" y="8477"/>
                          <a:pt x="8477" y="0"/>
                          <a:pt x="19050" y="0"/>
                        </a:cubicBezTo>
                        <a:lnTo>
                          <a:pt x="114491" y="0"/>
                        </a:lnTo>
                        <a:cubicBezTo>
                          <a:pt x="125063" y="0"/>
                          <a:pt x="133541" y="8477"/>
                          <a:pt x="133541" y="19050"/>
                        </a:cubicBezTo>
                        <a:cubicBezTo>
                          <a:pt x="133541" y="29528"/>
                          <a:pt x="125063" y="38100"/>
                          <a:pt x="114491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grpSp>
                <p:nvGrpSpPr>
                  <p:cNvPr id="484" name="Graphic 112">
                    <a:extLst>
                      <a:ext uri="{FF2B5EF4-FFF2-40B4-BE49-F238E27FC236}">
                        <a16:creationId xmlns:a16="http://schemas.microsoft.com/office/drawing/2014/main" id="{10974489-92C1-43E7-AD79-2546061DB858}"/>
                      </a:ext>
                    </a:extLst>
                  </p:cNvPr>
                  <p:cNvGrpSpPr/>
                  <p:nvPr/>
                </p:nvGrpSpPr>
                <p:grpSpPr>
                  <a:xfrm>
                    <a:off x="5769006" y="3448315"/>
                    <a:ext cx="825436" cy="485795"/>
                    <a:chOff x="5769006" y="3448315"/>
                    <a:chExt cx="825436" cy="485795"/>
                  </a:xfrm>
                  <a:grpFill/>
                </p:grpSpPr>
                <p:sp>
                  <p:nvSpPr>
                    <p:cNvPr id="485" name="Freeform: Shape 484">
                      <a:extLst>
                        <a:ext uri="{FF2B5EF4-FFF2-40B4-BE49-F238E27FC236}">
                          <a16:creationId xmlns:a16="http://schemas.microsoft.com/office/drawing/2014/main" id="{3A141E21-7793-4381-86AE-1176793F6D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2148" y="3538061"/>
                      <a:ext cx="431762" cy="252888"/>
                    </a:xfrm>
                    <a:custGeom>
                      <a:avLst/>
                      <a:gdLst>
                        <a:gd name="connsiteX0" fmla="*/ 269576 w 431762"/>
                        <a:gd name="connsiteY0" fmla="*/ 252889 h 252888"/>
                        <a:gd name="connsiteX1" fmla="*/ 19069 w 431762"/>
                        <a:gd name="connsiteY1" fmla="*/ 252889 h 252888"/>
                        <a:gd name="connsiteX2" fmla="*/ 2876 w 431762"/>
                        <a:gd name="connsiteY2" fmla="*/ 243840 h 252888"/>
                        <a:gd name="connsiteX3" fmla="*/ 2019 w 431762"/>
                        <a:gd name="connsiteY3" fmla="*/ 225266 h 252888"/>
                        <a:gd name="connsiteX4" fmla="*/ 109366 w 431762"/>
                        <a:gd name="connsiteY4" fmla="*/ 10573 h 252888"/>
                        <a:gd name="connsiteX5" fmla="*/ 126416 w 431762"/>
                        <a:gd name="connsiteY5" fmla="*/ 0 h 252888"/>
                        <a:gd name="connsiteX6" fmla="*/ 412737 w 431762"/>
                        <a:gd name="connsiteY6" fmla="*/ 0 h 252888"/>
                        <a:gd name="connsiteX7" fmla="*/ 429501 w 431762"/>
                        <a:gd name="connsiteY7" fmla="*/ 10097 h 252888"/>
                        <a:gd name="connsiteX8" fmla="*/ 428549 w 431762"/>
                        <a:gd name="connsiteY8" fmla="*/ 29623 h 252888"/>
                        <a:gd name="connsiteX9" fmla="*/ 285388 w 431762"/>
                        <a:gd name="connsiteY9" fmla="*/ 244412 h 252888"/>
                        <a:gd name="connsiteX10" fmla="*/ 269576 w 431762"/>
                        <a:gd name="connsiteY10" fmla="*/ 252889 h 252888"/>
                        <a:gd name="connsiteX11" fmla="*/ 49835 w 431762"/>
                        <a:gd name="connsiteY11" fmla="*/ 214789 h 252888"/>
                        <a:gd name="connsiteX12" fmla="*/ 259385 w 431762"/>
                        <a:gd name="connsiteY12" fmla="*/ 214789 h 252888"/>
                        <a:gd name="connsiteX13" fmla="*/ 377114 w 431762"/>
                        <a:gd name="connsiteY13" fmla="*/ 38195 h 252888"/>
                        <a:gd name="connsiteX14" fmla="*/ 138227 w 431762"/>
                        <a:gd name="connsiteY14" fmla="*/ 38195 h 252888"/>
                        <a:gd name="connsiteX15" fmla="*/ 49835 w 431762"/>
                        <a:gd name="connsiteY15" fmla="*/ 214789 h 2528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431762" h="252888">
                          <a:moveTo>
                            <a:pt x="269576" y="252889"/>
                          </a:moveTo>
                          <a:lnTo>
                            <a:pt x="19069" y="252889"/>
                          </a:lnTo>
                          <a:cubicBezTo>
                            <a:pt x="12497" y="252889"/>
                            <a:pt x="6305" y="249460"/>
                            <a:pt x="2876" y="243840"/>
                          </a:cubicBezTo>
                          <a:cubicBezTo>
                            <a:pt x="-648" y="238220"/>
                            <a:pt x="-934" y="231172"/>
                            <a:pt x="2019" y="225266"/>
                          </a:cubicBezTo>
                          <a:lnTo>
                            <a:pt x="109366" y="10573"/>
                          </a:lnTo>
                          <a:cubicBezTo>
                            <a:pt x="112604" y="4096"/>
                            <a:pt x="119177" y="0"/>
                            <a:pt x="126416" y="0"/>
                          </a:cubicBezTo>
                          <a:lnTo>
                            <a:pt x="412737" y="0"/>
                          </a:lnTo>
                          <a:cubicBezTo>
                            <a:pt x="419786" y="0"/>
                            <a:pt x="426263" y="3905"/>
                            <a:pt x="429501" y="10097"/>
                          </a:cubicBezTo>
                          <a:cubicBezTo>
                            <a:pt x="432835" y="16288"/>
                            <a:pt x="432454" y="23813"/>
                            <a:pt x="428549" y="29623"/>
                          </a:cubicBezTo>
                          <a:lnTo>
                            <a:pt x="285388" y="244412"/>
                          </a:lnTo>
                          <a:cubicBezTo>
                            <a:pt x="281864" y="249746"/>
                            <a:pt x="275958" y="252889"/>
                            <a:pt x="269576" y="252889"/>
                          </a:cubicBezTo>
                          <a:close/>
                          <a:moveTo>
                            <a:pt x="49835" y="214789"/>
                          </a:moveTo>
                          <a:lnTo>
                            <a:pt x="259385" y="214789"/>
                          </a:lnTo>
                          <a:lnTo>
                            <a:pt x="377114" y="38195"/>
                          </a:lnTo>
                          <a:lnTo>
                            <a:pt x="138227" y="38195"/>
                          </a:lnTo>
                          <a:lnTo>
                            <a:pt x="49835" y="214789"/>
                          </a:ln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486" name="Freeform: Shape 485">
                      <a:extLst>
                        <a:ext uri="{FF2B5EF4-FFF2-40B4-BE49-F238E27FC236}">
                          <a16:creationId xmlns:a16="http://schemas.microsoft.com/office/drawing/2014/main" id="{7FB457C5-E0A8-4FA6-9E1A-1619034ADE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68630" y="3448315"/>
                      <a:ext cx="232070" cy="342634"/>
                    </a:xfrm>
                    <a:custGeom>
                      <a:avLst/>
                      <a:gdLst>
                        <a:gd name="connsiteX0" fmla="*/ 213095 w 232070"/>
                        <a:gd name="connsiteY0" fmla="*/ 342635 h 342634"/>
                        <a:gd name="connsiteX1" fmla="*/ 196998 w 232070"/>
                        <a:gd name="connsiteY1" fmla="*/ 333777 h 342634"/>
                        <a:gd name="connsiteX2" fmla="*/ 2973 w 232070"/>
                        <a:gd name="connsiteY2" fmla="*/ 29262 h 342634"/>
                        <a:gd name="connsiteX3" fmla="*/ 8784 w 232070"/>
                        <a:gd name="connsiteY3" fmla="*/ 2973 h 342634"/>
                        <a:gd name="connsiteX4" fmla="*/ 35073 w 232070"/>
                        <a:gd name="connsiteY4" fmla="*/ 8784 h 342634"/>
                        <a:gd name="connsiteX5" fmla="*/ 229097 w 232070"/>
                        <a:gd name="connsiteY5" fmla="*/ 313298 h 342634"/>
                        <a:gd name="connsiteX6" fmla="*/ 223287 w 232070"/>
                        <a:gd name="connsiteY6" fmla="*/ 339587 h 342634"/>
                        <a:gd name="connsiteX7" fmla="*/ 213095 w 232070"/>
                        <a:gd name="connsiteY7" fmla="*/ 342635 h 34263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232070" h="342634">
                          <a:moveTo>
                            <a:pt x="213095" y="342635"/>
                          </a:moveTo>
                          <a:cubicBezTo>
                            <a:pt x="206808" y="342635"/>
                            <a:pt x="200617" y="339492"/>
                            <a:pt x="196998" y="333777"/>
                          </a:cubicBezTo>
                          <a:lnTo>
                            <a:pt x="2973" y="29262"/>
                          </a:lnTo>
                          <a:cubicBezTo>
                            <a:pt x="-2646" y="20404"/>
                            <a:pt x="-75" y="8593"/>
                            <a:pt x="8784" y="2973"/>
                          </a:cubicBezTo>
                          <a:cubicBezTo>
                            <a:pt x="17642" y="-2646"/>
                            <a:pt x="29453" y="-75"/>
                            <a:pt x="35073" y="8784"/>
                          </a:cubicBezTo>
                          <a:lnTo>
                            <a:pt x="229097" y="313298"/>
                          </a:lnTo>
                          <a:cubicBezTo>
                            <a:pt x="234717" y="322156"/>
                            <a:pt x="232145" y="333967"/>
                            <a:pt x="223287" y="339587"/>
                          </a:cubicBezTo>
                          <a:cubicBezTo>
                            <a:pt x="220143" y="341682"/>
                            <a:pt x="216619" y="342635"/>
                            <a:pt x="213095" y="342635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487" name="Freeform: Shape 486">
                      <a:extLst>
                        <a:ext uri="{FF2B5EF4-FFF2-40B4-BE49-F238E27FC236}">
                          <a16:creationId xmlns:a16="http://schemas.microsoft.com/office/drawing/2014/main" id="{2CAD7514-0F0B-4E5F-AA6E-4BFBC7A338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98489" y="3466528"/>
                      <a:ext cx="252882" cy="324421"/>
                    </a:xfrm>
                    <a:custGeom>
                      <a:avLst/>
                      <a:gdLst>
                        <a:gd name="connsiteX0" fmla="*/ 233744 w 252882"/>
                        <a:gd name="connsiteY0" fmla="*/ 324422 h 324421"/>
                        <a:gd name="connsiteX1" fmla="*/ 216694 w 252882"/>
                        <a:gd name="connsiteY1" fmla="*/ 313849 h 324421"/>
                        <a:gd name="connsiteX2" fmla="*/ 78867 w 252882"/>
                        <a:gd name="connsiteY2" fmla="*/ 38100 h 324421"/>
                        <a:gd name="connsiteX3" fmla="*/ 19050 w 252882"/>
                        <a:gd name="connsiteY3" fmla="*/ 38100 h 324421"/>
                        <a:gd name="connsiteX4" fmla="*/ 0 w 252882"/>
                        <a:gd name="connsiteY4" fmla="*/ 19050 h 324421"/>
                        <a:gd name="connsiteX5" fmla="*/ 19050 w 252882"/>
                        <a:gd name="connsiteY5" fmla="*/ 0 h 324421"/>
                        <a:gd name="connsiteX6" fmla="*/ 90678 w 252882"/>
                        <a:gd name="connsiteY6" fmla="*/ 0 h 324421"/>
                        <a:gd name="connsiteX7" fmla="*/ 107728 w 252882"/>
                        <a:gd name="connsiteY7" fmla="*/ 10573 h 324421"/>
                        <a:gd name="connsiteX8" fmla="*/ 250888 w 252882"/>
                        <a:gd name="connsiteY8" fmla="*/ 296894 h 324421"/>
                        <a:gd name="connsiteX9" fmla="*/ 242411 w 252882"/>
                        <a:gd name="connsiteY9" fmla="*/ 322421 h 324421"/>
                        <a:gd name="connsiteX10" fmla="*/ 233744 w 252882"/>
                        <a:gd name="connsiteY10" fmla="*/ 324422 h 3244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252882" h="324421">
                          <a:moveTo>
                            <a:pt x="233744" y="324422"/>
                          </a:moveTo>
                          <a:cubicBezTo>
                            <a:pt x="226790" y="324422"/>
                            <a:pt x="220027" y="320612"/>
                            <a:pt x="216694" y="313849"/>
                          </a:cubicBezTo>
                          <a:lnTo>
                            <a:pt x="78867" y="38100"/>
                          </a:lnTo>
                          <a:lnTo>
                            <a:pt x="19050" y="38100"/>
                          </a:lnTo>
                          <a:cubicBezTo>
                            <a:pt x="8477" y="38100"/>
                            <a:pt x="0" y="29623"/>
                            <a:pt x="0" y="19050"/>
                          </a:cubicBezTo>
                          <a:cubicBezTo>
                            <a:pt x="0" y="8477"/>
                            <a:pt x="8477" y="0"/>
                            <a:pt x="19050" y="0"/>
                          </a:cubicBezTo>
                          <a:lnTo>
                            <a:pt x="90678" y="0"/>
                          </a:lnTo>
                          <a:cubicBezTo>
                            <a:pt x="97917" y="0"/>
                            <a:pt x="104489" y="4096"/>
                            <a:pt x="107728" y="10573"/>
                          </a:cubicBezTo>
                          <a:lnTo>
                            <a:pt x="250888" y="296894"/>
                          </a:lnTo>
                          <a:cubicBezTo>
                            <a:pt x="255556" y="306324"/>
                            <a:pt x="251746" y="317754"/>
                            <a:pt x="242411" y="322421"/>
                          </a:cubicBezTo>
                          <a:cubicBezTo>
                            <a:pt x="239554" y="323755"/>
                            <a:pt x="236696" y="324422"/>
                            <a:pt x="233744" y="324422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488" name="Freeform: Shape 487">
                      <a:extLst>
                        <a:ext uri="{FF2B5EF4-FFF2-40B4-BE49-F238E27FC236}">
                          <a16:creationId xmlns:a16="http://schemas.microsoft.com/office/drawing/2014/main" id="{FEE49330-0B54-4121-AE54-1DE66E1872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77368" y="3717035"/>
                      <a:ext cx="109727" cy="109728"/>
                    </a:xfrm>
                    <a:custGeom>
                      <a:avLst/>
                      <a:gdLst>
                        <a:gd name="connsiteX0" fmla="*/ 54864 w 109727"/>
                        <a:gd name="connsiteY0" fmla="*/ 109728 h 109728"/>
                        <a:gd name="connsiteX1" fmla="*/ 0 w 109727"/>
                        <a:gd name="connsiteY1" fmla="*/ 54864 h 109728"/>
                        <a:gd name="connsiteX2" fmla="*/ 54864 w 109727"/>
                        <a:gd name="connsiteY2" fmla="*/ 0 h 109728"/>
                        <a:gd name="connsiteX3" fmla="*/ 109728 w 109727"/>
                        <a:gd name="connsiteY3" fmla="*/ 54864 h 109728"/>
                        <a:gd name="connsiteX4" fmla="*/ 54864 w 109727"/>
                        <a:gd name="connsiteY4" fmla="*/ 109728 h 109728"/>
                        <a:gd name="connsiteX5" fmla="*/ 54864 w 109727"/>
                        <a:gd name="connsiteY5" fmla="*/ 38100 h 109728"/>
                        <a:gd name="connsiteX6" fmla="*/ 38100 w 109727"/>
                        <a:gd name="connsiteY6" fmla="*/ 54864 h 109728"/>
                        <a:gd name="connsiteX7" fmla="*/ 54864 w 109727"/>
                        <a:gd name="connsiteY7" fmla="*/ 71628 h 109728"/>
                        <a:gd name="connsiteX8" fmla="*/ 71628 w 109727"/>
                        <a:gd name="connsiteY8" fmla="*/ 54864 h 109728"/>
                        <a:gd name="connsiteX9" fmla="*/ 54864 w 109727"/>
                        <a:gd name="connsiteY9" fmla="*/ 38100 h 1097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9727" h="109728">
                          <a:moveTo>
                            <a:pt x="54864" y="109728"/>
                          </a:moveTo>
                          <a:cubicBezTo>
                            <a:pt x="24670" y="109728"/>
                            <a:pt x="0" y="85154"/>
                            <a:pt x="0" y="54864"/>
                          </a:cubicBezTo>
                          <a:cubicBezTo>
                            <a:pt x="0" y="24575"/>
                            <a:pt x="24575" y="0"/>
                            <a:pt x="54864" y="0"/>
                          </a:cubicBezTo>
                          <a:cubicBezTo>
                            <a:pt x="85154" y="0"/>
                            <a:pt x="109728" y="24575"/>
                            <a:pt x="109728" y="54864"/>
                          </a:cubicBezTo>
                          <a:cubicBezTo>
                            <a:pt x="109728" y="85154"/>
                            <a:pt x="85154" y="109728"/>
                            <a:pt x="54864" y="109728"/>
                          </a:cubicBezTo>
                          <a:close/>
                          <a:moveTo>
                            <a:pt x="54864" y="38100"/>
                          </a:moveTo>
                          <a:cubicBezTo>
                            <a:pt x="45625" y="38100"/>
                            <a:pt x="38100" y="45625"/>
                            <a:pt x="38100" y="54864"/>
                          </a:cubicBezTo>
                          <a:cubicBezTo>
                            <a:pt x="38100" y="64103"/>
                            <a:pt x="45625" y="71628"/>
                            <a:pt x="54864" y="71628"/>
                          </a:cubicBezTo>
                          <a:cubicBezTo>
                            <a:pt x="64103" y="71628"/>
                            <a:pt x="71628" y="64103"/>
                            <a:pt x="71628" y="54864"/>
                          </a:cubicBezTo>
                          <a:cubicBezTo>
                            <a:pt x="71628" y="45625"/>
                            <a:pt x="64103" y="38100"/>
                            <a:pt x="54864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489" name="Freeform: Shape 488">
                      <a:extLst>
                        <a:ext uri="{FF2B5EF4-FFF2-40B4-BE49-F238E27FC236}">
                          <a16:creationId xmlns:a16="http://schemas.microsoft.com/office/drawing/2014/main" id="{D326B0C1-7AB9-40CE-9EFC-3B58951444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76353" y="3717035"/>
                      <a:ext cx="109728" cy="109728"/>
                    </a:xfrm>
                    <a:custGeom>
                      <a:avLst/>
                      <a:gdLst>
                        <a:gd name="connsiteX0" fmla="*/ 54864 w 109728"/>
                        <a:gd name="connsiteY0" fmla="*/ 109728 h 109728"/>
                        <a:gd name="connsiteX1" fmla="*/ 0 w 109728"/>
                        <a:gd name="connsiteY1" fmla="*/ 54864 h 109728"/>
                        <a:gd name="connsiteX2" fmla="*/ 54864 w 109728"/>
                        <a:gd name="connsiteY2" fmla="*/ 0 h 109728"/>
                        <a:gd name="connsiteX3" fmla="*/ 109728 w 109728"/>
                        <a:gd name="connsiteY3" fmla="*/ 54864 h 109728"/>
                        <a:gd name="connsiteX4" fmla="*/ 54864 w 109728"/>
                        <a:gd name="connsiteY4" fmla="*/ 109728 h 109728"/>
                        <a:gd name="connsiteX5" fmla="*/ 54864 w 109728"/>
                        <a:gd name="connsiteY5" fmla="*/ 38100 h 109728"/>
                        <a:gd name="connsiteX6" fmla="*/ 38100 w 109728"/>
                        <a:gd name="connsiteY6" fmla="*/ 54864 h 109728"/>
                        <a:gd name="connsiteX7" fmla="*/ 54864 w 109728"/>
                        <a:gd name="connsiteY7" fmla="*/ 71628 h 109728"/>
                        <a:gd name="connsiteX8" fmla="*/ 71628 w 109728"/>
                        <a:gd name="connsiteY8" fmla="*/ 54864 h 109728"/>
                        <a:gd name="connsiteX9" fmla="*/ 54864 w 109728"/>
                        <a:gd name="connsiteY9" fmla="*/ 38100 h 1097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9728" h="109728">
                          <a:moveTo>
                            <a:pt x="54864" y="109728"/>
                          </a:moveTo>
                          <a:cubicBezTo>
                            <a:pt x="24575" y="109728"/>
                            <a:pt x="0" y="85154"/>
                            <a:pt x="0" y="54864"/>
                          </a:cubicBezTo>
                          <a:cubicBezTo>
                            <a:pt x="0" y="24575"/>
                            <a:pt x="24575" y="0"/>
                            <a:pt x="54864" y="0"/>
                          </a:cubicBezTo>
                          <a:cubicBezTo>
                            <a:pt x="85154" y="0"/>
                            <a:pt x="109728" y="24575"/>
                            <a:pt x="109728" y="54864"/>
                          </a:cubicBezTo>
                          <a:cubicBezTo>
                            <a:pt x="109728" y="85154"/>
                            <a:pt x="85058" y="109728"/>
                            <a:pt x="54864" y="109728"/>
                          </a:cubicBezTo>
                          <a:close/>
                          <a:moveTo>
                            <a:pt x="54864" y="38100"/>
                          </a:moveTo>
                          <a:cubicBezTo>
                            <a:pt x="45625" y="38100"/>
                            <a:pt x="38100" y="45625"/>
                            <a:pt x="38100" y="54864"/>
                          </a:cubicBezTo>
                          <a:cubicBezTo>
                            <a:pt x="38100" y="64103"/>
                            <a:pt x="45625" y="71628"/>
                            <a:pt x="54864" y="71628"/>
                          </a:cubicBezTo>
                          <a:cubicBezTo>
                            <a:pt x="64103" y="71628"/>
                            <a:pt x="71628" y="64103"/>
                            <a:pt x="71628" y="54864"/>
                          </a:cubicBezTo>
                          <a:cubicBezTo>
                            <a:pt x="71533" y="45625"/>
                            <a:pt x="64008" y="38100"/>
                            <a:pt x="54864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490" name="Freeform: Shape 489">
                      <a:extLst>
                        <a:ext uri="{FF2B5EF4-FFF2-40B4-BE49-F238E27FC236}">
                          <a16:creationId xmlns:a16="http://schemas.microsoft.com/office/drawing/2014/main" id="{A31920EF-0741-40B2-9241-4DA2971095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70021" y="3609689"/>
                      <a:ext cx="324421" cy="324421"/>
                    </a:xfrm>
                    <a:custGeom>
                      <a:avLst/>
                      <a:gdLst>
                        <a:gd name="connsiteX0" fmla="*/ 162211 w 324421"/>
                        <a:gd name="connsiteY0" fmla="*/ 324421 h 324421"/>
                        <a:gd name="connsiteX1" fmla="*/ 0 w 324421"/>
                        <a:gd name="connsiteY1" fmla="*/ 162211 h 324421"/>
                        <a:gd name="connsiteX2" fmla="*/ 162211 w 324421"/>
                        <a:gd name="connsiteY2" fmla="*/ 0 h 324421"/>
                        <a:gd name="connsiteX3" fmla="*/ 324422 w 324421"/>
                        <a:gd name="connsiteY3" fmla="*/ 162211 h 324421"/>
                        <a:gd name="connsiteX4" fmla="*/ 162211 w 324421"/>
                        <a:gd name="connsiteY4" fmla="*/ 324421 h 324421"/>
                        <a:gd name="connsiteX5" fmla="*/ 162211 w 324421"/>
                        <a:gd name="connsiteY5" fmla="*/ 38100 h 324421"/>
                        <a:gd name="connsiteX6" fmla="*/ 38100 w 324421"/>
                        <a:gd name="connsiteY6" fmla="*/ 162211 h 324421"/>
                        <a:gd name="connsiteX7" fmla="*/ 162211 w 324421"/>
                        <a:gd name="connsiteY7" fmla="*/ 286321 h 324421"/>
                        <a:gd name="connsiteX8" fmla="*/ 286322 w 324421"/>
                        <a:gd name="connsiteY8" fmla="*/ 162211 h 324421"/>
                        <a:gd name="connsiteX9" fmla="*/ 162211 w 324421"/>
                        <a:gd name="connsiteY9" fmla="*/ 38100 h 3244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24421" h="324421">
                          <a:moveTo>
                            <a:pt x="162211" y="324421"/>
                          </a:moveTo>
                          <a:cubicBezTo>
                            <a:pt x="72771" y="324421"/>
                            <a:pt x="0" y="251650"/>
                            <a:pt x="0" y="162211"/>
                          </a:cubicBezTo>
                          <a:cubicBezTo>
                            <a:pt x="0" y="72771"/>
                            <a:pt x="72771" y="0"/>
                            <a:pt x="162211" y="0"/>
                          </a:cubicBezTo>
                          <a:cubicBezTo>
                            <a:pt x="251651" y="0"/>
                            <a:pt x="324422" y="72771"/>
                            <a:pt x="324422" y="162211"/>
                          </a:cubicBezTo>
                          <a:cubicBezTo>
                            <a:pt x="324422" y="251650"/>
                            <a:pt x="251651" y="324421"/>
                            <a:pt x="162211" y="324421"/>
                          </a:cubicBezTo>
                          <a:close/>
                          <a:moveTo>
                            <a:pt x="162211" y="38100"/>
                          </a:moveTo>
                          <a:cubicBezTo>
                            <a:pt x="93821" y="38100"/>
                            <a:pt x="38100" y="93821"/>
                            <a:pt x="38100" y="162211"/>
                          </a:cubicBezTo>
                          <a:cubicBezTo>
                            <a:pt x="38100" y="230696"/>
                            <a:pt x="93821" y="286321"/>
                            <a:pt x="162211" y="286321"/>
                          </a:cubicBezTo>
                          <a:cubicBezTo>
                            <a:pt x="230600" y="286321"/>
                            <a:pt x="286322" y="230600"/>
                            <a:pt x="286322" y="162211"/>
                          </a:cubicBezTo>
                          <a:cubicBezTo>
                            <a:pt x="286322" y="93726"/>
                            <a:pt x="230696" y="38100"/>
                            <a:pt x="162211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491" name="Freeform: Shape 490">
                      <a:extLst>
                        <a:ext uri="{FF2B5EF4-FFF2-40B4-BE49-F238E27FC236}">
                          <a16:creationId xmlns:a16="http://schemas.microsoft.com/office/drawing/2014/main" id="{AF7BC61A-06E1-423E-81ED-54CBBECEE0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9006" y="3609689"/>
                      <a:ext cx="324421" cy="324421"/>
                    </a:xfrm>
                    <a:custGeom>
                      <a:avLst/>
                      <a:gdLst>
                        <a:gd name="connsiteX0" fmla="*/ 162211 w 324421"/>
                        <a:gd name="connsiteY0" fmla="*/ 324421 h 324421"/>
                        <a:gd name="connsiteX1" fmla="*/ 0 w 324421"/>
                        <a:gd name="connsiteY1" fmla="*/ 162211 h 324421"/>
                        <a:gd name="connsiteX2" fmla="*/ 162211 w 324421"/>
                        <a:gd name="connsiteY2" fmla="*/ 0 h 324421"/>
                        <a:gd name="connsiteX3" fmla="*/ 324422 w 324421"/>
                        <a:gd name="connsiteY3" fmla="*/ 162211 h 324421"/>
                        <a:gd name="connsiteX4" fmla="*/ 162211 w 324421"/>
                        <a:gd name="connsiteY4" fmla="*/ 324421 h 324421"/>
                        <a:gd name="connsiteX5" fmla="*/ 162211 w 324421"/>
                        <a:gd name="connsiteY5" fmla="*/ 38100 h 324421"/>
                        <a:gd name="connsiteX6" fmla="*/ 38100 w 324421"/>
                        <a:gd name="connsiteY6" fmla="*/ 162211 h 324421"/>
                        <a:gd name="connsiteX7" fmla="*/ 162211 w 324421"/>
                        <a:gd name="connsiteY7" fmla="*/ 286321 h 324421"/>
                        <a:gd name="connsiteX8" fmla="*/ 286322 w 324421"/>
                        <a:gd name="connsiteY8" fmla="*/ 162211 h 324421"/>
                        <a:gd name="connsiteX9" fmla="*/ 162211 w 324421"/>
                        <a:gd name="connsiteY9" fmla="*/ 38100 h 3244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24421" h="324421">
                          <a:moveTo>
                            <a:pt x="162211" y="324421"/>
                          </a:moveTo>
                          <a:cubicBezTo>
                            <a:pt x="72771" y="324421"/>
                            <a:pt x="0" y="251650"/>
                            <a:pt x="0" y="162211"/>
                          </a:cubicBezTo>
                          <a:cubicBezTo>
                            <a:pt x="0" y="72771"/>
                            <a:pt x="72676" y="0"/>
                            <a:pt x="162211" y="0"/>
                          </a:cubicBezTo>
                          <a:cubicBezTo>
                            <a:pt x="251650" y="0"/>
                            <a:pt x="324422" y="72771"/>
                            <a:pt x="324422" y="162211"/>
                          </a:cubicBezTo>
                          <a:cubicBezTo>
                            <a:pt x="324422" y="251650"/>
                            <a:pt x="251650" y="324421"/>
                            <a:pt x="162211" y="324421"/>
                          </a:cubicBezTo>
                          <a:close/>
                          <a:moveTo>
                            <a:pt x="162211" y="38100"/>
                          </a:moveTo>
                          <a:cubicBezTo>
                            <a:pt x="93726" y="38100"/>
                            <a:pt x="38100" y="93821"/>
                            <a:pt x="38100" y="162211"/>
                          </a:cubicBezTo>
                          <a:cubicBezTo>
                            <a:pt x="38100" y="230696"/>
                            <a:pt x="93821" y="286321"/>
                            <a:pt x="162211" y="286321"/>
                          </a:cubicBezTo>
                          <a:cubicBezTo>
                            <a:pt x="230696" y="286321"/>
                            <a:pt x="286322" y="230600"/>
                            <a:pt x="286322" y="162211"/>
                          </a:cubicBezTo>
                          <a:cubicBezTo>
                            <a:pt x="286322" y="93726"/>
                            <a:pt x="230600" y="38100"/>
                            <a:pt x="162211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</p:grpSp>
            </p:grpSp>
          </p:grpSp>
          <p:grpSp>
            <p:nvGrpSpPr>
              <p:cNvPr id="464" name="Group 463">
                <a:extLst>
                  <a:ext uri="{FF2B5EF4-FFF2-40B4-BE49-F238E27FC236}">
                    <a16:creationId xmlns:a16="http://schemas.microsoft.com/office/drawing/2014/main" id="{DFA88D99-3CA8-4D78-B173-7A12714F142F}"/>
                  </a:ext>
                </a:extLst>
              </p:cNvPr>
              <p:cNvGrpSpPr/>
              <p:nvPr/>
            </p:nvGrpSpPr>
            <p:grpSpPr>
              <a:xfrm>
                <a:off x="8502654" y="3139551"/>
                <a:ext cx="263476" cy="225927"/>
                <a:chOff x="9230360" y="2173322"/>
                <a:chExt cx="263476" cy="225927"/>
              </a:xfrm>
            </p:grpSpPr>
            <p:sp>
              <p:nvSpPr>
                <p:cNvPr id="473" name="Freeform 125">
                  <a:extLst>
                    <a:ext uri="{FF2B5EF4-FFF2-40B4-BE49-F238E27FC236}">
                      <a16:creationId xmlns:a16="http://schemas.microsoft.com/office/drawing/2014/main" id="{2214E563-D6F3-444C-9299-A4514AEAC0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69818" y="2212780"/>
                  <a:ext cx="183288" cy="186469"/>
                </a:xfrm>
                <a:custGeom>
                  <a:avLst/>
                  <a:gdLst>
                    <a:gd name="T0" fmla="*/ 288 w 288"/>
                    <a:gd name="T1" fmla="*/ 129 h 293"/>
                    <a:gd name="T2" fmla="*/ 145 w 288"/>
                    <a:gd name="T3" fmla="*/ 0 h 293"/>
                    <a:gd name="T4" fmla="*/ 145 w 288"/>
                    <a:gd name="T5" fmla="*/ 0 h 293"/>
                    <a:gd name="T6" fmla="*/ 145 w 288"/>
                    <a:gd name="T7" fmla="*/ 0 h 293"/>
                    <a:gd name="T8" fmla="*/ 145 w 288"/>
                    <a:gd name="T9" fmla="*/ 0 h 293"/>
                    <a:gd name="T10" fmla="*/ 0 w 288"/>
                    <a:gd name="T11" fmla="*/ 129 h 293"/>
                    <a:gd name="T12" fmla="*/ 0 w 288"/>
                    <a:gd name="T13" fmla="*/ 293 h 293"/>
                    <a:gd name="T14" fmla="*/ 107 w 288"/>
                    <a:gd name="T15" fmla="*/ 293 h 293"/>
                    <a:gd name="T16" fmla="*/ 107 w 288"/>
                    <a:gd name="T17" fmla="*/ 198 h 293"/>
                    <a:gd name="T18" fmla="*/ 180 w 288"/>
                    <a:gd name="T19" fmla="*/ 198 h 293"/>
                    <a:gd name="T20" fmla="*/ 180 w 288"/>
                    <a:gd name="T21" fmla="*/ 293 h 293"/>
                    <a:gd name="T22" fmla="*/ 288 w 288"/>
                    <a:gd name="T23" fmla="*/ 293 h 293"/>
                    <a:gd name="T24" fmla="*/ 288 w 288"/>
                    <a:gd name="T25" fmla="*/ 129 h 2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88" h="293">
                      <a:moveTo>
                        <a:pt x="288" y="129"/>
                      </a:moveTo>
                      <a:lnTo>
                        <a:pt x="145" y="0"/>
                      </a:lnTo>
                      <a:lnTo>
                        <a:pt x="145" y="0"/>
                      </a:lnTo>
                      <a:lnTo>
                        <a:pt x="145" y="0"/>
                      </a:lnTo>
                      <a:lnTo>
                        <a:pt x="145" y="0"/>
                      </a:lnTo>
                      <a:lnTo>
                        <a:pt x="0" y="129"/>
                      </a:lnTo>
                      <a:lnTo>
                        <a:pt x="0" y="293"/>
                      </a:lnTo>
                      <a:lnTo>
                        <a:pt x="107" y="293"/>
                      </a:lnTo>
                      <a:lnTo>
                        <a:pt x="107" y="198"/>
                      </a:lnTo>
                      <a:lnTo>
                        <a:pt x="180" y="198"/>
                      </a:lnTo>
                      <a:lnTo>
                        <a:pt x="180" y="293"/>
                      </a:lnTo>
                      <a:lnTo>
                        <a:pt x="288" y="293"/>
                      </a:lnTo>
                      <a:lnTo>
                        <a:pt x="288" y="129"/>
                      </a:lnTo>
                      <a:close/>
                    </a:path>
                  </a:pathLst>
                </a:custGeom>
                <a:noFill/>
                <a:ln w="12700" cap="flat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sp>
              <p:nvSpPr>
                <p:cNvPr id="474" name="Freeform 126">
                  <a:extLst>
                    <a:ext uri="{FF2B5EF4-FFF2-40B4-BE49-F238E27FC236}">
                      <a16:creationId xmlns:a16="http://schemas.microsoft.com/office/drawing/2014/main" id="{2AC5259D-30FE-4AF8-8DC3-2545B6BC59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30360" y="2173322"/>
                  <a:ext cx="263476" cy="114554"/>
                </a:xfrm>
                <a:custGeom>
                  <a:avLst/>
                  <a:gdLst>
                    <a:gd name="T0" fmla="*/ 414 w 414"/>
                    <a:gd name="T1" fmla="*/ 180 h 180"/>
                    <a:gd name="T2" fmla="*/ 207 w 414"/>
                    <a:gd name="T3" fmla="*/ 0 h 180"/>
                    <a:gd name="T4" fmla="*/ 109 w 414"/>
                    <a:gd name="T5" fmla="*/ 84 h 180"/>
                    <a:gd name="T6" fmla="*/ 109 w 414"/>
                    <a:gd name="T7" fmla="*/ 30 h 180"/>
                    <a:gd name="T8" fmla="*/ 64 w 414"/>
                    <a:gd name="T9" fmla="*/ 30 h 180"/>
                    <a:gd name="T10" fmla="*/ 64 w 414"/>
                    <a:gd name="T11" fmla="*/ 123 h 180"/>
                    <a:gd name="T12" fmla="*/ 0 w 414"/>
                    <a:gd name="T13" fmla="*/ 180 h 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14" h="180">
                      <a:moveTo>
                        <a:pt x="414" y="180"/>
                      </a:moveTo>
                      <a:lnTo>
                        <a:pt x="207" y="0"/>
                      </a:lnTo>
                      <a:lnTo>
                        <a:pt x="109" y="84"/>
                      </a:lnTo>
                      <a:lnTo>
                        <a:pt x="109" y="30"/>
                      </a:lnTo>
                      <a:lnTo>
                        <a:pt x="64" y="30"/>
                      </a:lnTo>
                      <a:lnTo>
                        <a:pt x="64" y="123"/>
                      </a:lnTo>
                      <a:lnTo>
                        <a:pt x="0" y="180"/>
                      </a:lnTo>
                    </a:path>
                  </a:pathLst>
                </a:cu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</p:grp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31EE9AF-7651-4434-98D4-1E14B2FDB718}"/>
                </a:ext>
              </a:extLst>
            </p:cNvPr>
            <p:cNvGrpSpPr/>
            <p:nvPr/>
          </p:nvGrpSpPr>
          <p:grpSpPr>
            <a:xfrm>
              <a:off x="8203656" y="3631931"/>
              <a:ext cx="757222" cy="310571"/>
              <a:chOff x="8008908" y="3384274"/>
              <a:chExt cx="757222" cy="310571"/>
            </a:xfrm>
          </p:grpSpPr>
          <p:grpSp>
            <p:nvGrpSpPr>
              <p:cNvPr id="493" name="Group 492">
                <a:extLst>
                  <a:ext uri="{FF2B5EF4-FFF2-40B4-BE49-F238E27FC236}">
                    <a16:creationId xmlns:a16="http://schemas.microsoft.com/office/drawing/2014/main" id="{AD4EBBA0-6B00-4225-BA55-20D4E1CDF925}"/>
                  </a:ext>
                </a:extLst>
              </p:cNvPr>
              <p:cNvGrpSpPr/>
              <p:nvPr/>
            </p:nvGrpSpPr>
            <p:grpSpPr>
              <a:xfrm>
                <a:off x="8008908" y="3384274"/>
                <a:ext cx="419847" cy="310571"/>
                <a:chOff x="8609927" y="1562831"/>
                <a:chExt cx="419847" cy="310571"/>
              </a:xfrm>
            </p:grpSpPr>
            <p:sp>
              <p:nvSpPr>
                <p:cNvPr id="505" name="Freeform: Shape 504">
                  <a:extLst>
                    <a:ext uri="{FF2B5EF4-FFF2-40B4-BE49-F238E27FC236}">
                      <a16:creationId xmlns:a16="http://schemas.microsoft.com/office/drawing/2014/main" id="{56A7FAF5-9C9C-4527-A385-FFBE5409BBC6}"/>
                    </a:ext>
                  </a:extLst>
                </p:cNvPr>
                <p:cNvSpPr/>
                <p:nvPr/>
              </p:nvSpPr>
              <p:spPr>
                <a:xfrm>
                  <a:off x="8609927" y="1585836"/>
                  <a:ext cx="149535" cy="149534"/>
                </a:xfrm>
                <a:custGeom>
                  <a:avLst/>
                  <a:gdLst>
                    <a:gd name="connsiteX0" fmla="*/ 247650 w 495300"/>
                    <a:gd name="connsiteY0" fmla="*/ 495300 h 495300"/>
                    <a:gd name="connsiteX1" fmla="*/ 0 w 495300"/>
                    <a:gd name="connsiteY1" fmla="*/ 247650 h 495300"/>
                    <a:gd name="connsiteX2" fmla="*/ 247650 w 495300"/>
                    <a:gd name="connsiteY2" fmla="*/ 0 h 495300"/>
                    <a:gd name="connsiteX3" fmla="*/ 495300 w 495300"/>
                    <a:gd name="connsiteY3" fmla="*/ 247650 h 495300"/>
                    <a:gd name="connsiteX4" fmla="*/ 247650 w 495300"/>
                    <a:gd name="connsiteY4" fmla="*/ 495300 h 495300"/>
                    <a:gd name="connsiteX5" fmla="*/ 247650 w 495300"/>
                    <a:gd name="connsiteY5" fmla="*/ 38100 h 495300"/>
                    <a:gd name="connsiteX6" fmla="*/ 38100 w 495300"/>
                    <a:gd name="connsiteY6" fmla="*/ 247650 h 495300"/>
                    <a:gd name="connsiteX7" fmla="*/ 247650 w 495300"/>
                    <a:gd name="connsiteY7" fmla="*/ 457200 h 495300"/>
                    <a:gd name="connsiteX8" fmla="*/ 457200 w 495300"/>
                    <a:gd name="connsiteY8" fmla="*/ 247650 h 495300"/>
                    <a:gd name="connsiteX9" fmla="*/ 247650 w 495300"/>
                    <a:gd name="connsiteY9" fmla="*/ 38100 h 495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5300" h="495300">
                      <a:moveTo>
                        <a:pt x="247650" y="495300"/>
                      </a:moveTo>
                      <a:cubicBezTo>
                        <a:pt x="111062" y="495300"/>
                        <a:pt x="0" y="384239"/>
                        <a:pt x="0" y="247650"/>
                      </a:cubicBezTo>
                      <a:cubicBezTo>
                        <a:pt x="0" y="111062"/>
                        <a:pt x="111062" y="0"/>
                        <a:pt x="247650" y="0"/>
                      </a:cubicBezTo>
                      <a:cubicBezTo>
                        <a:pt x="384239" y="0"/>
                        <a:pt x="495300" y="111062"/>
                        <a:pt x="495300" y="247650"/>
                      </a:cubicBezTo>
                      <a:cubicBezTo>
                        <a:pt x="495300" y="384239"/>
                        <a:pt x="384239" y="495300"/>
                        <a:pt x="247650" y="495300"/>
                      </a:cubicBezTo>
                      <a:close/>
                      <a:moveTo>
                        <a:pt x="247650" y="38100"/>
                      </a:moveTo>
                      <a:cubicBezTo>
                        <a:pt x="132112" y="38100"/>
                        <a:pt x="38100" y="132112"/>
                        <a:pt x="38100" y="247650"/>
                      </a:cubicBezTo>
                      <a:cubicBezTo>
                        <a:pt x="38100" y="363188"/>
                        <a:pt x="132112" y="457200"/>
                        <a:pt x="247650" y="457200"/>
                      </a:cubicBezTo>
                      <a:cubicBezTo>
                        <a:pt x="363188" y="457200"/>
                        <a:pt x="457200" y="363188"/>
                        <a:pt x="457200" y="247650"/>
                      </a:cubicBezTo>
                      <a:cubicBezTo>
                        <a:pt x="457200" y="132112"/>
                        <a:pt x="363188" y="38100"/>
                        <a:pt x="247650" y="381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506" name="Freeform: Shape 505">
                  <a:extLst>
                    <a:ext uri="{FF2B5EF4-FFF2-40B4-BE49-F238E27FC236}">
                      <a16:creationId xmlns:a16="http://schemas.microsoft.com/office/drawing/2014/main" id="{1EA24FD5-C736-44FA-A94B-7B9E9AC3706D}"/>
                    </a:ext>
                  </a:extLst>
                </p:cNvPr>
                <p:cNvSpPr/>
                <p:nvPr/>
              </p:nvSpPr>
              <p:spPr>
                <a:xfrm>
                  <a:off x="8678943" y="1700863"/>
                  <a:ext cx="11503" cy="172539"/>
                </a:xfrm>
                <a:custGeom>
                  <a:avLst/>
                  <a:gdLst>
                    <a:gd name="connsiteX0" fmla="*/ 19050 w 38100"/>
                    <a:gd name="connsiteY0" fmla="*/ 571500 h 571500"/>
                    <a:gd name="connsiteX1" fmla="*/ 0 w 38100"/>
                    <a:gd name="connsiteY1" fmla="*/ 552450 h 571500"/>
                    <a:gd name="connsiteX2" fmla="*/ 0 w 38100"/>
                    <a:gd name="connsiteY2" fmla="*/ 19050 h 571500"/>
                    <a:gd name="connsiteX3" fmla="*/ 19050 w 38100"/>
                    <a:gd name="connsiteY3" fmla="*/ 0 h 571500"/>
                    <a:gd name="connsiteX4" fmla="*/ 38100 w 38100"/>
                    <a:gd name="connsiteY4" fmla="*/ 19050 h 571500"/>
                    <a:gd name="connsiteX5" fmla="*/ 38100 w 38100"/>
                    <a:gd name="connsiteY5" fmla="*/ 552450 h 571500"/>
                    <a:gd name="connsiteX6" fmla="*/ 19050 w 38100"/>
                    <a:gd name="connsiteY6" fmla="*/ 571500 h 571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100" h="571500">
                      <a:moveTo>
                        <a:pt x="19050" y="571500"/>
                      </a:moveTo>
                      <a:cubicBezTo>
                        <a:pt x="8477" y="571500"/>
                        <a:pt x="0" y="563023"/>
                        <a:pt x="0" y="552450"/>
                      </a:cubicBezTo>
                      <a:lnTo>
                        <a:pt x="0" y="19050"/>
                      </a:lnTo>
                      <a:cubicBezTo>
                        <a:pt x="0" y="8477"/>
                        <a:pt x="8477" y="0"/>
                        <a:pt x="19050" y="0"/>
                      </a:cubicBezTo>
                      <a:cubicBezTo>
                        <a:pt x="29623" y="0"/>
                        <a:pt x="38100" y="8477"/>
                        <a:pt x="38100" y="19050"/>
                      </a:cubicBezTo>
                      <a:lnTo>
                        <a:pt x="38100" y="552450"/>
                      </a:lnTo>
                      <a:cubicBezTo>
                        <a:pt x="38100" y="563023"/>
                        <a:pt x="29623" y="571500"/>
                        <a:pt x="19050" y="5715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507" name="Freeform: Shape 506">
                  <a:extLst>
                    <a:ext uri="{FF2B5EF4-FFF2-40B4-BE49-F238E27FC236}">
                      <a16:creationId xmlns:a16="http://schemas.microsoft.com/office/drawing/2014/main" id="{0F1796C0-AF18-4A6C-8301-F8B3E8FCECA5}"/>
                    </a:ext>
                  </a:extLst>
                </p:cNvPr>
                <p:cNvSpPr/>
                <p:nvPr/>
              </p:nvSpPr>
              <p:spPr>
                <a:xfrm>
                  <a:off x="8655952" y="1677843"/>
                  <a:ext cx="57513" cy="34522"/>
                </a:xfrm>
                <a:custGeom>
                  <a:avLst/>
                  <a:gdLst>
                    <a:gd name="connsiteX0" fmla="*/ 95202 w 190499"/>
                    <a:gd name="connsiteY0" fmla="*/ 114348 h 114347"/>
                    <a:gd name="connsiteX1" fmla="*/ 81772 w 190499"/>
                    <a:gd name="connsiteY1" fmla="*/ 108728 h 114347"/>
                    <a:gd name="connsiteX2" fmla="*/ 5572 w 190499"/>
                    <a:gd name="connsiteY2" fmla="*/ 32528 h 114347"/>
                    <a:gd name="connsiteX3" fmla="*/ 5572 w 190499"/>
                    <a:gd name="connsiteY3" fmla="*/ 5572 h 114347"/>
                    <a:gd name="connsiteX4" fmla="*/ 32528 w 190499"/>
                    <a:gd name="connsiteY4" fmla="*/ 5572 h 114347"/>
                    <a:gd name="connsiteX5" fmla="*/ 95202 w 190499"/>
                    <a:gd name="connsiteY5" fmla="*/ 68342 h 114347"/>
                    <a:gd name="connsiteX6" fmla="*/ 157972 w 190499"/>
                    <a:gd name="connsiteY6" fmla="*/ 5572 h 114347"/>
                    <a:gd name="connsiteX7" fmla="*/ 184928 w 190499"/>
                    <a:gd name="connsiteY7" fmla="*/ 5572 h 114347"/>
                    <a:gd name="connsiteX8" fmla="*/ 184928 w 190499"/>
                    <a:gd name="connsiteY8" fmla="*/ 32528 h 114347"/>
                    <a:gd name="connsiteX9" fmla="*/ 108728 w 190499"/>
                    <a:gd name="connsiteY9" fmla="*/ 108728 h 114347"/>
                    <a:gd name="connsiteX10" fmla="*/ 95202 w 190499"/>
                    <a:gd name="connsiteY10" fmla="*/ 114348 h 1143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90499" h="114347">
                      <a:moveTo>
                        <a:pt x="95202" y="114348"/>
                      </a:moveTo>
                      <a:cubicBezTo>
                        <a:pt x="90345" y="114348"/>
                        <a:pt x="85487" y="112443"/>
                        <a:pt x="81772" y="108728"/>
                      </a:cubicBezTo>
                      <a:lnTo>
                        <a:pt x="5572" y="32528"/>
                      </a:lnTo>
                      <a:cubicBezTo>
                        <a:pt x="-1857" y="25098"/>
                        <a:pt x="-1857" y="13002"/>
                        <a:pt x="5572" y="5572"/>
                      </a:cubicBezTo>
                      <a:cubicBezTo>
                        <a:pt x="13002" y="-1857"/>
                        <a:pt x="25098" y="-1857"/>
                        <a:pt x="32528" y="5572"/>
                      </a:cubicBezTo>
                      <a:lnTo>
                        <a:pt x="95202" y="68342"/>
                      </a:lnTo>
                      <a:lnTo>
                        <a:pt x="157972" y="5572"/>
                      </a:lnTo>
                      <a:cubicBezTo>
                        <a:pt x="165402" y="-1857"/>
                        <a:pt x="177498" y="-1857"/>
                        <a:pt x="184928" y="5572"/>
                      </a:cubicBezTo>
                      <a:cubicBezTo>
                        <a:pt x="192357" y="13002"/>
                        <a:pt x="192357" y="25098"/>
                        <a:pt x="184928" y="32528"/>
                      </a:cubicBezTo>
                      <a:lnTo>
                        <a:pt x="108728" y="108728"/>
                      </a:lnTo>
                      <a:cubicBezTo>
                        <a:pt x="104918" y="112443"/>
                        <a:pt x="100060" y="114348"/>
                        <a:pt x="95202" y="11434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508" name="Freeform: Shape 507">
                  <a:extLst>
                    <a:ext uri="{FF2B5EF4-FFF2-40B4-BE49-F238E27FC236}">
                      <a16:creationId xmlns:a16="http://schemas.microsoft.com/office/drawing/2014/main" id="{FC4502EF-3F47-4391-8FE3-E54FD29DE031}"/>
                    </a:ext>
                  </a:extLst>
                </p:cNvPr>
                <p:cNvSpPr/>
                <p:nvPr/>
              </p:nvSpPr>
              <p:spPr>
                <a:xfrm>
                  <a:off x="8661689" y="1861899"/>
                  <a:ext cx="368085" cy="11503"/>
                </a:xfrm>
                <a:custGeom>
                  <a:avLst/>
                  <a:gdLst>
                    <a:gd name="connsiteX0" fmla="*/ 0 w 1219200"/>
                    <a:gd name="connsiteY0" fmla="*/ 0 h 38100"/>
                    <a:gd name="connsiteX1" fmla="*/ 1219200 w 1219200"/>
                    <a:gd name="connsiteY1" fmla="*/ 0 h 38100"/>
                    <a:gd name="connsiteX2" fmla="*/ 1219200 w 1219200"/>
                    <a:gd name="connsiteY2" fmla="*/ 38100 h 38100"/>
                    <a:gd name="connsiteX3" fmla="*/ 0 w 1219200"/>
                    <a:gd name="connsiteY3" fmla="*/ 38100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19200" h="38100">
                      <a:moveTo>
                        <a:pt x="0" y="0"/>
                      </a:moveTo>
                      <a:lnTo>
                        <a:pt x="1219200" y="0"/>
                      </a:lnTo>
                      <a:lnTo>
                        <a:pt x="1219200" y="38100"/>
                      </a:lnTo>
                      <a:lnTo>
                        <a:pt x="0" y="3810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509" name="Freeform: Shape 508">
                  <a:extLst>
                    <a:ext uri="{FF2B5EF4-FFF2-40B4-BE49-F238E27FC236}">
                      <a16:creationId xmlns:a16="http://schemas.microsoft.com/office/drawing/2014/main" id="{F1AB93B2-CEF9-4ECD-B982-6AD2D3750F3B}"/>
                    </a:ext>
                  </a:extLst>
                </p:cNvPr>
                <p:cNvSpPr/>
                <p:nvPr/>
              </p:nvSpPr>
              <p:spPr>
                <a:xfrm>
                  <a:off x="8817003" y="1562831"/>
                  <a:ext cx="57485" cy="34508"/>
                </a:xfrm>
                <a:custGeom>
                  <a:avLst/>
                  <a:gdLst>
                    <a:gd name="connsiteX0" fmla="*/ 95156 w 190405"/>
                    <a:gd name="connsiteY0" fmla="*/ 114300 h 114300"/>
                    <a:gd name="connsiteX1" fmla="*/ 76106 w 190405"/>
                    <a:gd name="connsiteY1" fmla="*/ 95536 h 114300"/>
                    <a:gd name="connsiteX2" fmla="*/ 76106 w 190405"/>
                    <a:gd name="connsiteY2" fmla="*/ 95536 h 114300"/>
                    <a:gd name="connsiteX3" fmla="*/ 76106 w 190405"/>
                    <a:gd name="connsiteY3" fmla="*/ 95536 h 114300"/>
                    <a:gd name="connsiteX4" fmla="*/ 76106 w 190405"/>
                    <a:gd name="connsiteY4" fmla="*/ 95536 h 114300"/>
                    <a:gd name="connsiteX5" fmla="*/ 76106 w 190405"/>
                    <a:gd name="connsiteY5" fmla="*/ 95441 h 114300"/>
                    <a:gd name="connsiteX6" fmla="*/ 76106 w 190405"/>
                    <a:gd name="connsiteY6" fmla="*/ 95345 h 114300"/>
                    <a:gd name="connsiteX7" fmla="*/ 76106 w 190405"/>
                    <a:gd name="connsiteY7" fmla="*/ 95345 h 114300"/>
                    <a:gd name="connsiteX8" fmla="*/ 76106 w 190405"/>
                    <a:gd name="connsiteY8" fmla="*/ 95250 h 114300"/>
                    <a:gd name="connsiteX9" fmla="*/ 18860 w 190405"/>
                    <a:gd name="connsiteY9" fmla="*/ 38100 h 114300"/>
                    <a:gd name="connsiteX10" fmla="*/ 1 w 190405"/>
                    <a:gd name="connsiteY10" fmla="*/ 18955 h 114300"/>
                    <a:gd name="connsiteX11" fmla="*/ 18956 w 190405"/>
                    <a:gd name="connsiteY11" fmla="*/ 0 h 114300"/>
                    <a:gd name="connsiteX12" fmla="*/ 95441 w 190405"/>
                    <a:gd name="connsiteY12" fmla="*/ 35243 h 114300"/>
                    <a:gd name="connsiteX13" fmla="*/ 171356 w 190405"/>
                    <a:gd name="connsiteY13" fmla="*/ 0 h 114300"/>
                    <a:gd name="connsiteX14" fmla="*/ 190406 w 190405"/>
                    <a:gd name="connsiteY14" fmla="*/ 19050 h 114300"/>
                    <a:gd name="connsiteX15" fmla="*/ 171356 w 190405"/>
                    <a:gd name="connsiteY15" fmla="*/ 38100 h 114300"/>
                    <a:gd name="connsiteX16" fmla="*/ 114206 w 190405"/>
                    <a:gd name="connsiteY16" fmla="*/ 95345 h 114300"/>
                    <a:gd name="connsiteX17" fmla="*/ 95156 w 190405"/>
                    <a:gd name="connsiteY17" fmla="*/ 114300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0405" h="114300">
                      <a:moveTo>
                        <a:pt x="95156" y="114300"/>
                      </a:moveTo>
                      <a:cubicBezTo>
                        <a:pt x="84678" y="114300"/>
                        <a:pt x="76296" y="105918"/>
                        <a:pt x="76106" y="95536"/>
                      </a:cubicBezTo>
                      <a:cubicBezTo>
                        <a:pt x="76106" y="95536"/>
                        <a:pt x="76106" y="95536"/>
                        <a:pt x="76106" y="95536"/>
                      </a:cubicBezTo>
                      <a:lnTo>
                        <a:pt x="76106" y="95536"/>
                      </a:lnTo>
                      <a:lnTo>
                        <a:pt x="76106" y="95536"/>
                      </a:lnTo>
                      <a:cubicBezTo>
                        <a:pt x="76106" y="95536"/>
                        <a:pt x="76106" y="95441"/>
                        <a:pt x="76106" y="95441"/>
                      </a:cubicBezTo>
                      <a:cubicBezTo>
                        <a:pt x="76106" y="95441"/>
                        <a:pt x="76106" y="95441"/>
                        <a:pt x="76106" y="95345"/>
                      </a:cubicBezTo>
                      <a:lnTo>
                        <a:pt x="76106" y="95345"/>
                      </a:lnTo>
                      <a:cubicBezTo>
                        <a:pt x="76106" y="95345"/>
                        <a:pt x="76106" y="95345"/>
                        <a:pt x="76106" y="95250"/>
                      </a:cubicBezTo>
                      <a:cubicBezTo>
                        <a:pt x="76106" y="41434"/>
                        <a:pt x="28385" y="38195"/>
                        <a:pt x="18860" y="38100"/>
                      </a:cubicBezTo>
                      <a:cubicBezTo>
                        <a:pt x="8383" y="38005"/>
                        <a:pt x="-94" y="29432"/>
                        <a:pt x="1" y="18955"/>
                      </a:cubicBezTo>
                      <a:cubicBezTo>
                        <a:pt x="1" y="8477"/>
                        <a:pt x="8478" y="0"/>
                        <a:pt x="18956" y="0"/>
                      </a:cubicBezTo>
                      <a:cubicBezTo>
                        <a:pt x="40482" y="0"/>
                        <a:pt x="74391" y="8477"/>
                        <a:pt x="95441" y="35243"/>
                      </a:cubicBezTo>
                      <a:cubicBezTo>
                        <a:pt x="109824" y="15621"/>
                        <a:pt x="133637" y="0"/>
                        <a:pt x="171356" y="0"/>
                      </a:cubicBezTo>
                      <a:cubicBezTo>
                        <a:pt x="181928" y="0"/>
                        <a:pt x="190406" y="8573"/>
                        <a:pt x="190406" y="19050"/>
                      </a:cubicBezTo>
                      <a:cubicBezTo>
                        <a:pt x="190406" y="29528"/>
                        <a:pt x="181928" y="38100"/>
                        <a:pt x="171356" y="38100"/>
                      </a:cubicBezTo>
                      <a:cubicBezTo>
                        <a:pt x="117635" y="38100"/>
                        <a:pt x="114301" y="85725"/>
                        <a:pt x="114206" y="95345"/>
                      </a:cubicBezTo>
                      <a:cubicBezTo>
                        <a:pt x="114110" y="105823"/>
                        <a:pt x="105633" y="114300"/>
                        <a:pt x="95156" y="1143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510" name="Freeform: Shape 509">
                  <a:extLst>
                    <a:ext uri="{FF2B5EF4-FFF2-40B4-BE49-F238E27FC236}">
                      <a16:creationId xmlns:a16="http://schemas.microsoft.com/office/drawing/2014/main" id="{79C3F7F5-BE6E-4606-A26A-08242DB0ACE0}"/>
                    </a:ext>
                  </a:extLst>
                </p:cNvPr>
                <p:cNvSpPr/>
                <p:nvPr/>
              </p:nvSpPr>
              <p:spPr>
                <a:xfrm>
                  <a:off x="8863014" y="1585836"/>
                  <a:ext cx="57485" cy="34508"/>
                </a:xfrm>
                <a:custGeom>
                  <a:avLst/>
                  <a:gdLst>
                    <a:gd name="connsiteX0" fmla="*/ 95156 w 190405"/>
                    <a:gd name="connsiteY0" fmla="*/ 114300 h 114300"/>
                    <a:gd name="connsiteX1" fmla="*/ 76106 w 190405"/>
                    <a:gd name="connsiteY1" fmla="*/ 95536 h 114300"/>
                    <a:gd name="connsiteX2" fmla="*/ 76106 w 190405"/>
                    <a:gd name="connsiteY2" fmla="*/ 95536 h 114300"/>
                    <a:gd name="connsiteX3" fmla="*/ 76106 w 190405"/>
                    <a:gd name="connsiteY3" fmla="*/ 95536 h 114300"/>
                    <a:gd name="connsiteX4" fmla="*/ 76106 w 190405"/>
                    <a:gd name="connsiteY4" fmla="*/ 95536 h 114300"/>
                    <a:gd name="connsiteX5" fmla="*/ 76106 w 190405"/>
                    <a:gd name="connsiteY5" fmla="*/ 95441 h 114300"/>
                    <a:gd name="connsiteX6" fmla="*/ 76106 w 190405"/>
                    <a:gd name="connsiteY6" fmla="*/ 95345 h 114300"/>
                    <a:gd name="connsiteX7" fmla="*/ 76106 w 190405"/>
                    <a:gd name="connsiteY7" fmla="*/ 95345 h 114300"/>
                    <a:gd name="connsiteX8" fmla="*/ 76106 w 190405"/>
                    <a:gd name="connsiteY8" fmla="*/ 95250 h 114300"/>
                    <a:gd name="connsiteX9" fmla="*/ 18860 w 190405"/>
                    <a:gd name="connsiteY9" fmla="*/ 38100 h 114300"/>
                    <a:gd name="connsiteX10" fmla="*/ 1 w 190405"/>
                    <a:gd name="connsiteY10" fmla="*/ 18955 h 114300"/>
                    <a:gd name="connsiteX11" fmla="*/ 18956 w 190405"/>
                    <a:gd name="connsiteY11" fmla="*/ 0 h 114300"/>
                    <a:gd name="connsiteX12" fmla="*/ 95441 w 190405"/>
                    <a:gd name="connsiteY12" fmla="*/ 35243 h 114300"/>
                    <a:gd name="connsiteX13" fmla="*/ 171356 w 190405"/>
                    <a:gd name="connsiteY13" fmla="*/ 0 h 114300"/>
                    <a:gd name="connsiteX14" fmla="*/ 190406 w 190405"/>
                    <a:gd name="connsiteY14" fmla="*/ 19050 h 114300"/>
                    <a:gd name="connsiteX15" fmla="*/ 171356 w 190405"/>
                    <a:gd name="connsiteY15" fmla="*/ 38100 h 114300"/>
                    <a:gd name="connsiteX16" fmla="*/ 114206 w 190405"/>
                    <a:gd name="connsiteY16" fmla="*/ 95345 h 114300"/>
                    <a:gd name="connsiteX17" fmla="*/ 95156 w 190405"/>
                    <a:gd name="connsiteY17" fmla="*/ 114300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0405" h="114300">
                      <a:moveTo>
                        <a:pt x="95156" y="114300"/>
                      </a:moveTo>
                      <a:cubicBezTo>
                        <a:pt x="84678" y="114300"/>
                        <a:pt x="76296" y="105918"/>
                        <a:pt x="76106" y="95536"/>
                      </a:cubicBezTo>
                      <a:cubicBezTo>
                        <a:pt x="76106" y="95536"/>
                        <a:pt x="76106" y="95536"/>
                        <a:pt x="76106" y="95536"/>
                      </a:cubicBezTo>
                      <a:lnTo>
                        <a:pt x="76106" y="95536"/>
                      </a:lnTo>
                      <a:lnTo>
                        <a:pt x="76106" y="95536"/>
                      </a:lnTo>
                      <a:cubicBezTo>
                        <a:pt x="76106" y="95536"/>
                        <a:pt x="76106" y="95441"/>
                        <a:pt x="76106" y="95441"/>
                      </a:cubicBezTo>
                      <a:cubicBezTo>
                        <a:pt x="76106" y="95441"/>
                        <a:pt x="76106" y="95441"/>
                        <a:pt x="76106" y="95345"/>
                      </a:cubicBezTo>
                      <a:lnTo>
                        <a:pt x="76106" y="95345"/>
                      </a:lnTo>
                      <a:cubicBezTo>
                        <a:pt x="76106" y="95345"/>
                        <a:pt x="76106" y="95345"/>
                        <a:pt x="76106" y="95250"/>
                      </a:cubicBezTo>
                      <a:cubicBezTo>
                        <a:pt x="76106" y="41434"/>
                        <a:pt x="28385" y="38195"/>
                        <a:pt x="18860" y="38100"/>
                      </a:cubicBezTo>
                      <a:cubicBezTo>
                        <a:pt x="8383" y="38005"/>
                        <a:pt x="-94" y="29432"/>
                        <a:pt x="1" y="18955"/>
                      </a:cubicBezTo>
                      <a:cubicBezTo>
                        <a:pt x="1" y="8477"/>
                        <a:pt x="8478" y="0"/>
                        <a:pt x="18956" y="0"/>
                      </a:cubicBezTo>
                      <a:cubicBezTo>
                        <a:pt x="40482" y="0"/>
                        <a:pt x="74391" y="8477"/>
                        <a:pt x="95441" y="35243"/>
                      </a:cubicBezTo>
                      <a:cubicBezTo>
                        <a:pt x="109824" y="15621"/>
                        <a:pt x="133637" y="0"/>
                        <a:pt x="171356" y="0"/>
                      </a:cubicBezTo>
                      <a:cubicBezTo>
                        <a:pt x="181928" y="0"/>
                        <a:pt x="190406" y="8572"/>
                        <a:pt x="190406" y="19050"/>
                      </a:cubicBezTo>
                      <a:cubicBezTo>
                        <a:pt x="190406" y="29528"/>
                        <a:pt x="181928" y="38100"/>
                        <a:pt x="171356" y="38100"/>
                      </a:cubicBezTo>
                      <a:cubicBezTo>
                        <a:pt x="117635" y="38100"/>
                        <a:pt x="114301" y="85725"/>
                        <a:pt x="114206" y="95345"/>
                      </a:cubicBezTo>
                      <a:cubicBezTo>
                        <a:pt x="114110" y="105823"/>
                        <a:pt x="105633" y="114300"/>
                        <a:pt x="95156" y="1143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511" name="Freeform: Shape 510">
                  <a:extLst>
                    <a:ext uri="{FF2B5EF4-FFF2-40B4-BE49-F238E27FC236}">
                      <a16:creationId xmlns:a16="http://schemas.microsoft.com/office/drawing/2014/main" id="{FAA10F61-D6C6-4365-80CF-A154053E7DAD}"/>
                    </a:ext>
                  </a:extLst>
                </p:cNvPr>
                <p:cNvSpPr/>
                <p:nvPr/>
              </p:nvSpPr>
              <p:spPr>
                <a:xfrm>
                  <a:off x="8793998" y="1608842"/>
                  <a:ext cx="57485" cy="34508"/>
                </a:xfrm>
                <a:custGeom>
                  <a:avLst/>
                  <a:gdLst>
                    <a:gd name="connsiteX0" fmla="*/ 95156 w 190405"/>
                    <a:gd name="connsiteY0" fmla="*/ 114300 h 114300"/>
                    <a:gd name="connsiteX1" fmla="*/ 76106 w 190405"/>
                    <a:gd name="connsiteY1" fmla="*/ 95536 h 114300"/>
                    <a:gd name="connsiteX2" fmla="*/ 76106 w 190405"/>
                    <a:gd name="connsiteY2" fmla="*/ 95536 h 114300"/>
                    <a:gd name="connsiteX3" fmla="*/ 76106 w 190405"/>
                    <a:gd name="connsiteY3" fmla="*/ 95536 h 114300"/>
                    <a:gd name="connsiteX4" fmla="*/ 76106 w 190405"/>
                    <a:gd name="connsiteY4" fmla="*/ 95536 h 114300"/>
                    <a:gd name="connsiteX5" fmla="*/ 76106 w 190405"/>
                    <a:gd name="connsiteY5" fmla="*/ 95441 h 114300"/>
                    <a:gd name="connsiteX6" fmla="*/ 76106 w 190405"/>
                    <a:gd name="connsiteY6" fmla="*/ 95345 h 114300"/>
                    <a:gd name="connsiteX7" fmla="*/ 76106 w 190405"/>
                    <a:gd name="connsiteY7" fmla="*/ 95345 h 114300"/>
                    <a:gd name="connsiteX8" fmla="*/ 76106 w 190405"/>
                    <a:gd name="connsiteY8" fmla="*/ 95250 h 114300"/>
                    <a:gd name="connsiteX9" fmla="*/ 18860 w 190405"/>
                    <a:gd name="connsiteY9" fmla="*/ 38100 h 114300"/>
                    <a:gd name="connsiteX10" fmla="*/ 1 w 190405"/>
                    <a:gd name="connsiteY10" fmla="*/ 18955 h 114300"/>
                    <a:gd name="connsiteX11" fmla="*/ 18956 w 190405"/>
                    <a:gd name="connsiteY11" fmla="*/ 0 h 114300"/>
                    <a:gd name="connsiteX12" fmla="*/ 95441 w 190405"/>
                    <a:gd name="connsiteY12" fmla="*/ 35243 h 114300"/>
                    <a:gd name="connsiteX13" fmla="*/ 171356 w 190405"/>
                    <a:gd name="connsiteY13" fmla="*/ 0 h 114300"/>
                    <a:gd name="connsiteX14" fmla="*/ 190406 w 190405"/>
                    <a:gd name="connsiteY14" fmla="*/ 19050 h 114300"/>
                    <a:gd name="connsiteX15" fmla="*/ 171356 w 190405"/>
                    <a:gd name="connsiteY15" fmla="*/ 38100 h 114300"/>
                    <a:gd name="connsiteX16" fmla="*/ 114206 w 190405"/>
                    <a:gd name="connsiteY16" fmla="*/ 95345 h 114300"/>
                    <a:gd name="connsiteX17" fmla="*/ 95156 w 190405"/>
                    <a:gd name="connsiteY17" fmla="*/ 114300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0405" h="114300">
                      <a:moveTo>
                        <a:pt x="95156" y="114300"/>
                      </a:moveTo>
                      <a:cubicBezTo>
                        <a:pt x="84678" y="114300"/>
                        <a:pt x="76296" y="105918"/>
                        <a:pt x="76106" y="95536"/>
                      </a:cubicBezTo>
                      <a:cubicBezTo>
                        <a:pt x="76106" y="95536"/>
                        <a:pt x="76106" y="95536"/>
                        <a:pt x="76106" y="95536"/>
                      </a:cubicBezTo>
                      <a:lnTo>
                        <a:pt x="76106" y="95536"/>
                      </a:lnTo>
                      <a:lnTo>
                        <a:pt x="76106" y="95536"/>
                      </a:lnTo>
                      <a:cubicBezTo>
                        <a:pt x="76106" y="95536"/>
                        <a:pt x="76106" y="95441"/>
                        <a:pt x="76106" y="95441"/>
                      </a:cubicBezTo>
                      <a:cubicBezTo>
                        <a:pt x="76106" y="95441"/>
                        <a:pt x="76106" y="95441"/>
                        <a:pt x="76106" y="95345"/>
                      </a:cubicBezTo>
                      <a:lnTo>
                        <a:pt x="76106" y="95345"/>
                      </a:lnTo>
                      <a:cubicBezTo>
                        <a:pt x="76106" y="95345"/>
                        <a:pt x="76106" y="95345"/>
                        <a:pt x="76106" y="95250"/>
                      </a:cubicBezTo>
                      <a:cubicBezTo>
                        <a:pt x="76106" y="41434"/>
                        <a:pt x="28385" y="38195"/>
                        <a:pt x="18860" y="38100"/>
                      </a:cubicBezTo>
                      <a:cubicBezTo>
                        <a:pt x="8383" y="38005"/>
                        <a:pt x="-94" y="29432"/>
                        <a:pt x="1" y="18955"/>
                      </a:cubicBezTo>
                      <a:cubicBezTo>
                        <a:pt x="1" y="8477"/>
                        <a:pt x="8478" y="0"/>
                        <a:pt x="18956" y="0"/>
                      </a:cubicBezTo>
                      <a:cubicBezTo>
                        <a:pt x="40482" y="0"/>
                        <a:pt x="74391" y="8477"/>
                        <a:pt x="95441" y="35243"/>
                      </a:cubicBezTo>
                      <a:cubicBezTo>
                        <a:pt x="109824" y="15621"/>
                        <a:pt x="133637" y="0"/>
                        <a:pt x="171356" y="0"/>
                      </a:cubicBezTo>
                      <a:cubicBezTo>
                        <a:pt x="181928" y="0"/>
                        <a:pt x="190406" y="8572"/>
                        <a:pt x="190406" y="19050"/>
                      </a:cubicBezTo>
                      <a:cubicBezTo>
                        <a:pt x="190406" y="29528"/>
                        <a:pt x="181928" y="38100"/>
                        <a:pt x="171356" y="38100"/>
                      </a:cubicBezTo>
                      <a:cubicBezTo>
                        <a:pt x="117635" y="38100"/>
                        <a:pt x="114301" y="85725"/>
                        <a:pt x="114206" y="95345"/>
                      </a:cubicBezTo>
                      <a:cubicBezTo>
                        <a:pt x="114110" y="105823"/>
                        <a:pt x="105633" y="114300"/>
                        <a:pt x="95156" y="1143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grpSp>
              <p:nvGrpSpPr>
                <p:cNvPr id="512" name="Graphic 112">
                  <a:extLst>
                    <a:ext uri="{FF2B5EF4-FFF2-40B4-BE49-F238E27FC236}">
                      <a16:creationId xmlns:a16="http://schemas.microsoft.com/office/drawing/2014/main" id="{415D7AF2-1877-4E98-AA32-D46554356C2D}"/>
                    </a:ext>
                  </a:extLst>
                </p:cNvPr>
                <p:cNvGrpSpPr/>
                <p:nvPr/>
              </p:nvGrpSpPr>
              <p:grpSpPr>
                <a:xfrm>
                  <a:off x="8721129" y="1723948"/>
                  <a:ext cx="249205" cy="146665"/>
                  <a:chOff x="5769006" y="3448315"/>
                  <a:chExt cx="825436" cy="485795"/>
                </a:xfrm>
                <a:solidFill>
                  <a:schemeClr val="accent3"/>
                </a:solidFill>
              </p:grpSpPr>
              <p:sp>
                <p:nvSpPr>
                  <p:cNvPr id="513" name="Freeform: Shape 512">
                    <a:extLst>
                      <a:ext uri="{FF2B5EF4-FFF2-40B4-BE49-F238E27FC236}">
                        <a16:creationId xmlns:a16="http://schemas.microsoft.com/office/drawing/2014/main" id="{61C76625-698C-43E9-A07C-96AB3C58D93C}"/>
                      </a:ext>
                    </a:extLst>
                  </p:cNvPr>
                  <p:cNvSpPr/>
                  <p:nvPr/>
                </p:nvSpPr>
                <p:spPr>
                  <a:xfrm>
                    <a:off x="5932836" y="3448335"/>
                    <a:ext cx="133540" cy="38100"/>
                  </a:xfrm>
                  <a:custGeom>
                    <a:avLst/>
                    <a:gdLst>
                      <a:gd name="connsiteX0" fmla="*/ 114491 w 133540"/>
                      <a:gd name="connsiteY0" fmla="*/ 38100 h 38100"/>
                      <a:gd name="connsiteX1" fmla="*/ 19050 w 133540"/>
                      <a:gd name="connsiteY1" fmla="*/ 38100 h 38100"/>
                      <a:gd name="connsiteX2" fmla="*/ 0 w 133540"/>
                      <a:gd name="connsiteY2" fmla="*/ 19050 h 38100"/>
                      <a:gd name="connsiteX3" fmla="*/ 19050 w 133540"/>
                      <a:gd name="connsiteY3" fmla="*/ 0 h 38100"/>
                      <a:gd name="connsiteX4" fmla="*/ 114491 w 133540"/>
                      <a:gd name="connsiteY4" fmla="*/ 0 h 38100"/>
                      <a:gd name="connsiteX5" fmla="*/ 133541 w 133540"/>
                      <a:gd name="connsiteY5" fmla="*/ 19050 h 38100"/>
                      <a:gd name="connsiteX6" fmla="*/ 114491 w 133540"/>
                      <a:gd name="connsiteY6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3540" h="38100">
                        <a:moveTo>
                          <a:pt x="114491" y="38100"/>
                        </a:moveTo>
                        <a:lnTo>
                          <a:pt x="19050" y="38100"/>
                        </a:lnTo>
                        <a:cubicBezTo>
                          <a:pt x="8477" y="38100"/>
                          <a:pt x="0" y="29623"/>
                          <a:pt x="0" y="19050"/>
                        </a:cubicBezTo>
                        <a:cubicBezTo>
                          <a:pt x="0" y="8477"/>
                          <a:pt x="8477" y="0"/>
                          <a:pt x="19050" y="0"/>
                        </a:cubicBezTo>
                        <a:lnTo>
                          <a:pt x="114491" y="0"/>
                        </a:lnTo>
                        <a:cubicBezTo>
                          <a:pt x="125063" y="0"/>
                          <a:pt x="133541" y="8477"/>
                          <a:pt x="133541" y="19050"/>
                        </a:cubicBezTo>
                        <a:cubicBezTo>
                          <a:pt x="133541" y="29528"/>
                          <a:pt x="125063" y="38100"/>
                          <a:pt x="114491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grpSp>
                <p:nvGrpSpPr>
                  <p:cNvPr id="514" name="Graphic 112">
                    <a:extLst>
                      <a:ext uri="{FF2B5EF4-FFF2-40B4-BE49-F238E27FC236}">
                        <a16:creationId xmlns:a16="http://schemas.microsoft.com/office/drawing/2014/main" id="{4DEF3FED-81FF-449E-A3B4-876132659937}"/>
                      </a:ext>
                    </a:extLst>
                  </p:cNvPr>
                  <p:cNvGrpSpPr/>
                  <p:nvPr/>
                </p:nvGrpSpPr>
                <p:grpSpPr>
                  <a:xfrm>
                    <a:off x="5769006" y="3448315"/>
                    <a:ext cx="825436" cy="485795"/>
                    <a:chOff x="5769006" y="3448315"/>
                    <a:chExt cx="825436" cy="485795"/>
                  </a:xfrm>
                  <a:grpFill/>
                </p:grpSpPr>
                <p:sp>
                  <p:nvSpPr>
                    <p:cNvPr id="515" name="Freeform: Shape 514">
                      <a:extLst>
                        <a:ext uri="{FF2B5EF4-FFF2-40B4-BE49-F238E27FC236}">
                          <a16:creationId xmlns:a16="http://schemas.microsoft.com/office/drawing/2014/main" id="{FEDFD67A-6AE7-4453-80CC-537953DC45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2148" y="3538061"/>
                      <a:ext cx="431762" cy="252888"/>
                    </a:xfrm>
                    <a:custGeom>
                      <a:avLst/>
                      <a:gdLst>
                        <a:gd name="connsiteX0" fmla="*/ 269576 w 431762"/>
                        <a:gd name="connsiteY0" fmla="*/ 252889 h 252888"/>
                        <a:gd name="connsiteX1" fmla="*/ 19069 w 431762"/>
                        <a:gd name="connsiteY1" fmla="*/ 252889 h 252888"/>
                        <a:gd name="connsiteX2" fmla="*/ 2876 w 431762"/>
                        <a:gd name="connsiteY2" fmla="*/ 243840 h 252888"/>
                        <a:gd name="connsiteX3" fmla="*/ 2019 w 431762"/>
                        <a:gd name="connsiteY3" fmla="*/ 225266 h 252888"/>
                        <a:gd name="connsiteX4" fmla="*/ 109366 w 431762"/>
                        <a:gd name="connsiteY4" fmla="*/ 10573 h 252888"/>
                        <a:gd name="connsiteX5" fmla="*/ 126416 w 431762"/>
                        <a:gd name="connsiteY5" fmla="*/ 0 h 252888"/>
                        <a:gd name="connsiteX6" fmla="*/ 412737 w 431762"/>
                        <a:gd name="connsiteY6" fmla="*/ 0 h 252888"/>
                        <a:gd name="connsiteX7" fmla="*/ 429501 w 431762"/>
                        <a:gd name="connsiteY7" fmla="*/ 10097 h 252888"/>
                        <a:gd name="connsiteX8" fmla="*/ 428549 w 431762"/>
                        <a:gd name="connsiteY8" fmla="*/ 29623 h 252888"/>
                        <a:gd name="connsiteX9" fmla="*/ 285388 w 431762"/>
                        <a:gd name="connsiteY9" fmla="*/ 244412 h 252888"/>
                        <a:gd name="connsiteX10" fmla="*/ 269576 w 431762"/>
                        <a:gd name="connsiteY10" fmla="*/ 252889 h 252888"/>
                        <a:gd name="connsiteX11" fmla="*/ 49835 w 431762"/>
                        <a:gd name="connsiteY11" fmla="*/ 214789 h 252888"/>
                        <a:gd name="connsiteX12" fmla="*/ 259385 w 431762"/>
                        <a:gd name="connsiteY12" fmla="*/ 214789 h 252888"/>
                        <a:gd name="connsiteX13" fmla="*/ 377114 w 431762"/>
                        <a:gd name="connsiteY13" fmla="*/ 38195 h 252888"/>
                        <a:gd name="connsiteX14" fmla="*/ 138227 w 431762"/>
                        <a:gd name="connsiteY14" fmla="*/ 38195 h 252888"/>
                        <a:gd name="connsiteX15" fmla="*/ 49835 w 431762"/>
                        <a:gd name="connsiteY15" fmla="*/ 214789 h 2528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431762" h="252888">
                          <a:moveTo>
                            <a:pt x="269576" y="252889"/>
                          </a:moveTo>
                          <a:lnTo>
                            <a:pt x="19069" y="252889"/>
                          </a:lnTo>
                          <a:cubicBezTo>
                            <a:pt x="12497" y="252889"/>
                            <a:pt x="6305" y="249460"/>
                            <a:pt x="2876" y="243840"/>
                          </a:cubicBezTo>
                          <a:cubicBezTo>
                            <a:pt x="-648" y="238220"/>
                            <a:pt x="-934" y="231172"/>
                            <a:pt x="2019" y="225266"/>
                          </a:cubicBezTo>
                          <a:lnTo>
                            <a:pt x="109366" y="10573"/>
                          </a:lnTo>
                          <a:cubicBezTo>
                            <a:pt x="112604" y="4096"/>
                            <a:pt x="119177" y="0"/>
                            <a:pt x="126416" y="0"/>
                          </a:cubicBezTo>
                          <a:lnTo>
                            <a:pt x="412737" y="0"/>
                          </a:lnTo>
                          <a:cubicBezTo>
                            <a:pt x="419786" y="0"/>
                            <a:pt x="426263" y="3905"/>
                            <a:pt x="429501" y="10097"/>
                          </a:cubicBezTo>
                          <a:cubicBezTo>
                            <a:pt x="432835" y="16288"/>
                            <a:pt x="432454" y="23813"/>
                            <a:pt x="428549" y="29623"/>
                          </a:cubicBezTo>
                          <a:lnTo>
                            <a:pt x="285388" y="244412"/>
                          </a:lnTo>
                          <a:cubicBezTo>
                            <a:pt x="281864" y="249746"/>
                            <a:pt x="275958" y="252889"/>
                            <a:pt x="269576" y="252889"/>
                          </a:cubicBezTo>
                          <a:close/>
                          <a:moveTo>
                            <a:pt x="49835" y="214789"/>
                          </a:moveTo>
                          <a:lnTo>
                            <a:pt x="259385" y="214789"/>
                          </a:lnTo>
                          <a:lnTo>
                            <a:pt x="377114" y="38195"/>
                          </a:lnTo>
                          <a:lnTo>
                            <a:pt x="138227" y="38195"/>
                          </a:lnTo>
                          <a:lnTo>
                            <a:pt x="49835" y="214789"/>
                          </a:ln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516" name="Freeform: Shape 515">
                      <a:extLst>
                        <a:ext uri="{FF2B5EF4-FFF2-40B4-BE49-F238E27FC236}">
                          <a16:creationId xmlns:a16="http://schemas.microsoft.com/office/drawing/2014/main" id="{6F688EFE-38DE-47BD-82C3-67F1860E7D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68630" y="3448315"/>
                      <a:ext cx="232070" cy="342634"/>
                    </a:xfrm>
                    <a:custGeom>
                      <a:avLst/>
                      <a:gdLst>
                        <a:gd name="connsiteX0" fmla="*/ 213095 w 232070"/>
                        <a:gd name="connsiteY0" fmla="*/ 342635 h 342634"/>
                        <a:gd name="connsiteX1" fmla="*/ 196998 w 232070"/>
                        <a:gd name="connsiteY1" fmla="*/ 333777 h 342634"/>
                        <a:gd name="connsiteX2" fmla="*/ 2973 w 232070"/>
                        <a:gd name="connsiteY2" fmla="*/ 29262 h 342634"/>
                        <a:gd name="connsiteX3" fmla="*/ 8784 w 232070"/>
                        <a:gd name="connsiteY3" fmla="*/ 2973 h 342634"/>
                        <a:gd name="connsiteX4" fmla="*/ 35073 w 232070"/>
                        <a:gd name="connsiteY4" fmla="*/ 8784 h 342634"/>
                        <a:gd name="connsiteX5" fmla="*/ 229097 w 232070"/>
                        <a:gd name="connsiteY5" fmla="*/ 313298 h 342634"/>
                        <a:gd name="connsiteX6" fmla="*/ 223287 w 232070"/>
                        <a:gd name="connsiteY6" fmla="*/ 339587 h 342634"/>
                        <a:gd name="connsiteX7" fmla="*/ 213095 w 232070"/>
                        <a:gd name="connsiteY7" fmla="*/ 342635 h 34263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232070" h="342634">
                          <a:moveTo>
                            <a:pt x="213095" y="342635"/>
                          </a:moveTo>
                          <a:cubicBezTo>
                            <a:pt x="206808" y="342635"/>
                            <a:pt x="200617" y="339492"/>
                            <a:pt x="196998" y="333777"/>
                          </a:cubicBezTo>
                          <a:lnTo>
                            <a:pt x="2973" y="29262"/>
                          </a:lnTo>
                          <a:cubicBezTo>
                            <a:pt x="-2646" y="20404"/>
                            <a:pt x="-75" y="8593"/>
                            <a:pt x="8784" y="2973"/>
                          </a:cubicBezTo>
                          <a:cubicBezTo>
                            <a:pt x="17642" y="-2646"/>
                            <a:pt x="29453" y="-75"/>
                            <a:pt x="35073" y="8784"/>
                          </a:cubicBezTo>
                          <a:lnTo>
                            <a:pt x="229097" y="313298"/>
                          </a:lnTo>
                          <a:cubicBezTo>
                            <a:pt x="234717" y="322156"/>
                            <a:pt x="232145" y="333967"/>
                            <a:pt x="223287" y="339587"/>
                          </a:cubicBezTo>
                          <a:cubicBezTo>
                            <a:pt x="220143" y="341682"/>
                            <a:pt x="216619" y="342635"/>
                            <a:pt x="213095" y="342635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517" name="Freeform: Shape 516">
                      <a:extLst>
                        <a:ext uri="{FF2B5EF4-FFF2-40B4-BE49-F238E27FC236}">
                          <a16:creationId xmlns:a16="http://schemas.microsoft.com/office/drawing/2014/main" id="{75A5AACA-9610-4730-B224-E4F91B2AFA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98489" y="3466528"/>
                      <a:ext cx="252882" cy="324421"/>
                    </a:xfrm>
                    <a:custGeom>
                      <a:avLst/>
                      <a:gdLst>
                        <a:gd name="connsiteX0" fmla="*/ 233744 w 252882"/>
                        <a:gd name="connsiteY0" fmla="*/ 324422 h 324421"/>
                        <a:gd name="connsiteX1" fmla="*/ 216694 w 252882"/>
                        <a:gd name="connsiteY1" fmla="*/ 313849 h 324421"/>
                        <a:gd name="connsiteX2" fmla="*/ 78867 w 252882"/>
                        <a:gd name="connsiteY2" fmla="*/ 38100 h 324421"/>
                        <a:gd name="connsiteX3" fmla="*/ 19050 w 252882"/>
                        <a:gd name="connsiteY3" fmla="*/ 38100 h 324421"/>
                        <a:gd name="connsiteX4" fmla="*/ 0 w 252882"/>
                        <a:gd name="connsiteY4" fmla="*/ 19050 h 324421"/>
                        <a:gd name="connsiteX5" fmla="*/ 19050 w 252882"/>
                        <a:gd name="connsiteY5" fmla="*/ 0 h 324421"/>
                        <a:gd name="connsiteX6" fmla="*/ 90678 w 252882"/>
                        <a:gd name="connsiteY6" fmla="*/ 0 h 324421"/>
                        <a:gd name="connsiteX7" fmla="*/ 107728 w 252882"/>
                        <a:gd name="connsiteY7" fmla="*/ 10573 h 324421"/>
                        <a:gd name="connsiteX8" fmla="*/ 250888 w 252882"/>
                        <a:gd name="connsiteY8" fmla="*/ 296894 h 324421"/>
                        <a:gd name="connsiteX9" fmla="*/ 242411 w 252882"/>
                        <a:gd name="connsiteY9" fmla="*/ 322421 h 324421"/>
                        <a:gd name="connsiteX10" fmla="*/ 233744 w 252882"/>
                        <a:gd name="connsiteY10" fmla="*/ 324422 h 3244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252882" h="324421">
                          <a:moveTo>
                            <a:pt x="233744" y="324422"/>
                          </a:moveTo>
                          <a:cubicBezTo>
                            <a:pt x="226790" y="324422"/>
                            <a:pt x="220027" y="320612"/>
                            <a:pt x="216694" y="313849"/>
                          </a:cubicBezTo>
                          <a:lnTo>
                            <a:pt x="78867" y="38100"/>
                          </a:lnTo>
                          <a:lnTo>
                            <a:pt x="19050" y="38100"/>
                          </a:lnTo>
                          <a:cubicBezTo>
                            <a:pt x="8477" y="38100"/>
                            <a:pt x="0" y="29623"/>
                            <a:pt x="0" y="19050"/>
                          </a:cubicBezTo>
                          <a:cubicBezTo>
                            <a:pt x="0" y="8477"/>
                            <a:pt x="8477" y="0"/>
                            <a:pt x="19050" y="0"/>
                          </a:cubicBezTo>
                          <a:lnTo>
                            <a:pt x="90678" y="0"/>
                          </a:lnTo>
                          <a:cubicBezTo>
                            <a:pt x="97917" y="0"/>
                            <a:pt x="104489" y="4096"/>
                            <a:pt x="107728" y="10573"/>
                          </a:cubicBezTo>
                          <a:lnTo>
                            <a:pt x="250888" y="296894"/>
                          </a:lnTo>
                          <a:cubicBezTo>
                            <a:pt x="255556" y="306324"/>
                            <a:pt x="251746" y="317754"/>
                            <a:pt x="242411" y="322421"/>
                          </a:cubicBezTo>
                          <a:cubicBezTo>
                            <a:pt x="239554" y="323755"/>
                            <a:pt x="236696" y="324422"/>
                            <a:pt x="233744" y="324422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518" name="Freeform: Shape 517">
                      <a:extLst>
                        <a:ext uri="{FF2B5EF4-FFF2-40B4-BE49-F238E27FC236}">
                          <a16:creationId xmlns:a16="http://schemas.microsoft.com/office/drawing/2014/main" id="{70371EBD-188A-40CD-842A-E2A8F88AD6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77368" y="3717035"/>
                      <a:ext cx="109727" cy="109728"/>
                    </a:xfrm>
                    <a:custGeom>
                      <a:avLst/>
                      <a:gdLst>
                        <a:gd name="connsiteX0" fmla="*/ 54864 w 109727"/>
                        <a:gd name="connsiteY0" fmla="*/ 109728 h 109728"/>
                        <a:gd name="connsiteX1" fmla="*/ 0 w 109727"/>
                        <a:gd name="connsiteY1" fmla="*/ 54864 h 109728"/>
                        <a:gd name="connsiteX2" fmla="*/ 54864 w 109727"/>
                        <a:gd name="connsiteY2" fmla="*/ 0 h 109728"/>
                        <a:gd name="connsiteX3" fmla="*/ 109728 w 109727"/>
                        <a:gd name="connsiteY3" fmla="*/ 54864 h 109728"/>
                        <a:gd name="connsiteX4" fmla="*/ 54864 w 109727"/>
                        <a:gd name="connsiteY4" fmla="*/ 109728 h 109728"/>
                        <a:gd name="connsiteX5" fmla="*/ 54864 w 109727"/>
                        <a:gd name="connsiteY5" fmla="*/ 38100 h 109728"/>
                        <a:gd name="connsiteX6" fmla="*/ 38100 w 109727"/>
                        <a:gd name="connsiteY6" fmla="*/ 54864 h 109728"/>
                        <a:gd name="connsiteX7" fmla="*/ 54864 w 109727"/>
                        <a:gd name="connsiteY7" fmla="*/ 71628 h 109728"/>
                        <a:gd name="connsiteX8" fmla="*/ 71628 w 109727"/>
                        <a:gd name="connsiteY8" fmla="*/ 54864 h 109728"/>
                        <a:gd name="connsiteX9" fmla="*/ 54864 w 109727"/>
                        <a:gd name="connsiteY9" fmla="*/ 38100 h 1097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9727" h="109728">
                          <a:moveTo>
                            <a:pt x="54864" y="109728"/>
                          </a:moveTo>
                          <a:cubicBezTo>
                            <a:pt x="24670" y="109728"/>
                            <a:pt x="0" y="85154"/>
                            <a:pt x="0" y="54864"/>
                          </a:cubicBezTo>
                          <a:cubicBezTo>
                            <a:pt x="0" y="24575"/>
                            <a:pt x="24575" y="0"/>
                            <a:pt x="54864" y="0"/>
                          </a:cubicBezTo>
                          <a:cubicBezTo>
                            <a:pt x="85154" y="0"/>
                            <a:pt x="109728" y="24575"/>
                            <a:pt x="109728" y="54864"/>
                          </a:cubicBezTo>
                          <a:cubicBezTo>
                            <a:pt x="109728" y="85154"/>
                            <a:pt x="85154" y="109728"/>
                            <a:pt x="54864" y="109728"/>
                          </a:cubicBezTo>
                          <a:close/>
                          <a:moveTo>
                            <a:pt x="54864" y="38100"/>
                          </a:moveTo>
                          <a:cubicBezTo>
                            <a:pt x="45625" y="38100"/>
                            <a:pt x="38100" y="45625"/>
                            <a:pt x="38100" y="54864"/>
                          </a:cubicBezTo>
                          <a:cubicBezTo>
                            <a:pt x="38100" y="64103"/>
                            <a:pt x="45625" y="71628"/>
                            <a:pt x="54864" y="71628"/>
                          </a:cubicBezTo>
                          <a:cubicBezTo>
                            <a:pt x="64103" y="71628"/>
                            <a:pt x="71628" y="64103"/>
                            <a:pt x="71628" y="54864"/>
                          </a:cubicBezTo>
                          <a:cubicBezTo>
                            <a:pt x="71628" y="45625"/>
                            <a:pt x="64103" y="38100"/>
                            <a:pt x="54864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519" name="Freeform: Shape 518">
                      <a:extLst>
                        <a:ext uri="{FF2B5EF4-FFF2-40B4-BE49-F238E27FC236}">
                          <a16:creationId xmlns:a16="http://schemas.microsoft.com/office/drawing/2014/main" id="{2A350D26-6A35-4EA8-AA6D-90FEC3AEE5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76353" y="3717035"/>
                      <a:ext cx="109728" cy="109728"/>
                    </a:xfrm>
                    <a:custGeom>
                      <a:avLst/>
                      <a:gdLst>
                        <a:gd name="connsiteX0" fmla="*/ 54864 w 109728"/>
                        <a:gd name="connsiteY0" fmla="*/ 109728 h 109728"/>
                        <a:gd name="connsiteX1" fmla="*/ 0 w 109728"/>
                        <a:gd name="connsiteY1" fmla="*/ 54864 h 109728"/>
                        <a:gd name="connsiteX2" fmla="*/ 54864 w 109728"/>
                        <a:gd name="connsiteY2" fmla="*/ 0 h 109728"/>
                        <a:gd name="connsiteX3" fmla="*/ 109728 w 109728"/>
                        <a:gd name="connsiteY3" fmla="*/ 54864 h 109728"/>
                        <a:gd name="connsiteX4" fmla="*/ 54864 w 109728"/>
                        <a:gd name="connsiteY4" fmla="*/ 109728 h 109728"/>
                        <a:gd name="connsiteX5" fmla="*/ 54864 w 109728"/>
                        <a:gd name="connsiteY5" fmla="*/ 38100 h 109728"/>
                        <a:gd name="connsiteX6" fmla="*/ 38100 w 109728"/>
                        <a:gd name="connsiteY6" fmla="*/ 54864 h 109728"/>
                        <a:gd name="connsiteX7" fmla="*/ 54864 w 109728"/>
                        <a:gd name="connsiteY7" fmla="*/ 71628 h 109728"/>
                        <a:gd name="connsiteX8" fmla="*/ 71628 w 109728"/>
                        <a:gd name="connsiteY8" fmla="*/ 54864 h 109728"/>
                        <a:gd name="connsiteX9" fmla="*/ 54864 w 109728"/>
                        <a:gd name="connsiteY9" fmla="*/ 38100 h 1097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9728" h="109728">
                          <a:moveTo>
                            <a:pt x="54864" y="109728"/>
                          </a:moveTo>
                          <a:cubicBezTo>
                            <a:pt x="24575" y="109728"/>
                            <a:pt x="0" y="85154"/>
                            <a:pt x="0" y="54864"/>
                          </a:cubicBezTo>
                          <a:cubicBezTo>
                            <a:pt x="0" y="24575"/>
                            <a:pt x="24575" y="0"/>
                            <a:pt x="54864" y="0"/>
                          </a:cubicBezTo>
                          <a:cubicBezTo>
                            <a:pt x="85154" y="0"/>
                            <a:pt x="109728" y="24575"/>
                            <a:pt x="109728" y="54864"/>
                          </a:cubicBezTo>
                          <a:cubicBezTo>
                            <a:pt x="109728" y="85154"/>
                            <a:pt x="85058" y="109728"/>
                            <a:pt x="54864" y="109728"/>
                          </a:cubicBezTo>
                          <a:close/>
                          <a:moveTo>
                            <a:pt x="54864" y="38100"/>
                          </a:moveTo>
                          <a:cubicBezTo>
                            <a:pt x="45625" y="38100"/>
                            <a:pt x="38100" y="45625"/>
                            <a:pt x="38100" y="54864"/>
                          </a:cubicBezTo>
                          <a:cubicBezTo>
                            <a:pt x="38100" y="64103"/>
                            <a:pt x="45625" y="71628"/>
                            <a:pt x="54864" y="71628"/>
                          </a:cubicBezTo>
                          <a:cubicBezTo>
                            <a:pt x="64103" y="71628"/>
                            <a:pt x="71628" y="64103"/>
                            <a:pt x="71628" y="54864"/>
                          </a:cubicBezTo>
                          <a:cubicBezTo>
                            <a:pt x="71533" y="45625"/>
                            <a:pt x="64008" y="38100"/>
                            <a:pt x="54864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520" name="Freeform: Shape 519">
                      <a:extLst>
                        <a:ext uri="{FF2B5EF4-FFF2-40B4-BE49-F238E27FC236}">
                          <a16:creationId xmlns:a16="http://schemas.microsoft.com/office/drawing/2014/main" id="{4EABD48B-591B-4998-8AA2-D010627459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70021" y="3609689"/>
                      <a:ext cx="324421" cy="324421"/>
                    </a:xfrm>
                    <a:custGeom>
                      <a:avLst/>
                      <a:gdLst>
                        <a:gd name="connsiteX0" fmla="*/ 162211 w 324421"/>
                        <a:gd name="connsiteY0" fmla="*/ 324421 h 324421"/>
                        <a:gd name="connsiteX1" fmla="*/ 0 w 324421"/>
                        <a:gd name="connsiteY1" fmla="*/ 162211 h 324421"/>
                        <a:gd name="connsiteX2" fmla="*/ 162211 w 324421"/>
                        <a:gd name="connsiteY2" fmla="*/ 0 h 324421"/>
                        <a:gd name="connsiteX3" fmla="*/ 324422 w 324421"/>
                        <a:gd name="connsiteY3" fmla="*/ 162211 h 324421"/>
                        <a:gd name="connsiteX4" fmla="*/ 162211 w 324421"/>
                        <a:gd name="connsiteY4" fmla="*/ 324421 h 324421"/>
                        <a:gd name="connsiteX5" fmla="*/ 162211 w 324421"/>
                        <a:gd name="connsiteY5" fmla="*/ 38100 h 324421"/>
                        <a:gd name="connsiteX6" fmla="*/ 38100 w 324421"/>
                        <a:gd name="connsiteY6" fmla="*/ 162211 h 324421"/>
                        <a:gd name="connsiteX7" fmla="*/ 162211 w 324421"/>
                        <a:gd name="connsiteY7" fmla="*/ 286321 h 324421"/>
                        <a:gd name="connsiteX8" fmla="*/ 286322 w 324421"/>
                        <a:gd name="connsiteY8" fmla="*/ 162211 h 324421"/>
                        <a:gd name="connsiteX9" fmla="*/ 162211 w 324421"/>
                        <a:gd name="connsiteY9" fmla="*/ 38100 h 3244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24421" h="324421">
                          <a:moveTo>
                            <a:pt x="162211" y="324421"/>
                          </a:moveTo>
                          <a:cubicBezTo>
                            <a:pt x="72771" y="324421"/>
                            <a:pt x="0" y="251650"/>
                            <a:pt x="0" y="162211"/>
                          </a:cubicBezTo>
                          <a:cubicBezTo>
                            <a:pt x="0" y="72771"/>
                            <a:pt x="72771" y="0"/>
                            <a:pt x="162211" y="0"/>
                          </a:cubicBezTo>
                          <a:cubicBezTo>
                            <a:pt x="251651" y="0"/>
                            <a:pt x="324422" y="72771"/>
                            <a:pt x="324422" y="162211"/>
                          </a:cubicBezTo>
                          <a:cubicBezTo>
                            <a:pt x="324422" y="251650"/>
                            <a:pt x="251651" y="324421"/>
                            <a:pt x="162211" y="324421"/>
                          </a:cubicBezTo>
                          <a:close/>
                          <a:moveTo>
                            <a:pt x="162211" y="38100"/>
                          </a:moveTo>
                          <a:cubicBezTo>
                            <a:pt x="93821" y="38100"/>
                            <a:pt x="38100" y="93821"/>
                            <a:pt x="38100" y="162211"/>
                          </a:cubicBezTo>
                          <a:cubicBezTo>
                            <a:pt x="38100" y="230696"/>
                            <a:pt x="93821" y="286321"/>
                            <a:pt x="162211" y="286321"/>
                          </a:cubicBezTo>
                          <a:cubicBezTo>
                            <a:pt x="230600" y="286321"/>
                            <a:pt x="286322" y="230600"/>
                            <a:pt x="286322" y="162211"/>
                          </a:cubicBezTo>
                          <a:cubicBezTo>
                            <a:pt x="286322" y="93726"/>
                            <a:pt x="230696" y="38100"/>
                            <a:pt x="162211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521" name="Freeform: Shape 520">
                      <a:extLst>
                        <a:ext uri="{FF2B5EF4-FFF2-40B4-BE49-F238E27FC236}">
                          <a16:creationId xmlns:a16="http://schemas.microsoft.com/office/drawing/2014/main" id="{C067EC86-18DA-4D04-A330-17F10BB25C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9006" y="3609689"/>
                      <a:ext cx="324421" cy="324421"/>
                    </a:xfrm>
                    <a:custGeom>
                      <a:avLst/>
                      <a:gdLst>
                        <a:gd name="connsiteX0" fmla="*/ 162211 w 324421"/>
                        <a:gd name="connsiteY0" fmla="*/ 324421 h 324421"/>
                        <a:gd name="connsiteX1" fmla="*/ 0 w 324421"/>
                        <a:gd name="connsiteY1" fmla="*/ 162211 h 324421"/>
                        <a:gd name="connsiteX2" fmla="*/ 162211 w 324421"/>
                        <a:gd name="connsiteY2" fmla="*/ 0 h 324421"/>
                        <a:gd name="connsiteX3" fmla="*/ 324422 w 324421"/>
                        <a:gd name="connsiteY3" fmla="*/ 162211 h 324421"/>
                        <a:gd name="connsiteX4" fmla="*/ 162211 w 324421"/>
                        <a:gd name="connsiteY4" fmla="*/ 324421 h 324421"/>
                        <a:gd name="connsiteX5" fmla="*/ 162211 w 324421"/>
                        <a:gd name="connsiteY5" fmla="*/ 38100 h 324421"/>
                        <a:gd name="connsiteX6" fmla="*/ 38100 w 324421"/>
                        <a:gd name="connsiteY6" fmla="*/ 162211 h 324421"/>
                        <a:gd name="connsiteX7" fmla="*/ 162211 w 324421"/>
                        <a:gd name="connsiteY7" fmla="*/ 286321 h 324421"/>
                        <a:gd name="connsiteX8" fmla="*/ 286322 w 324421"/>
                        <a:gd name="connsiteY8" fmla="*/ 162211 h 324421"/>
                        <a:gd name="connsiteX9" fmla="*/ 162211 w 324421"/>
                        <a:gd name="connsiteY9" fmla="*/ 38100 h 3244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24421" h="324421">
                          <a:moveTo>
                            <a:pt x="162211" y="324421"/>
                          </a:moveTo>
                          <a:cubicBezTo>
                            <a:pt x="72771" y="324421"/>
                            <a:pt x="0" y="251650"/>
                            <a:pt x="0" y="162211"/>
                          </a:cubicBezTo>
                          <a:cubicBezTo>
                            <a:pt x="0" y="72771"/>
                            <a:pt x="72676" y="0"/>
                            <a:pt x="162211" y="0"/>
                          </a:cubicBezTo>
                          <a:cubicBezTo>
                            <a:pt x="251650" y="0"/>
                            <a:pt x="324422" y="72771"/>
                            <a:pt x="324422" y="162211"/>
                          </a:cubicBezTo>
                          <a:cubicBezTo>
                            <a:pt x="324422" y="251650"/>
                            <a:pt x="251650" y="324421"/>
                            <a:pt x="162211" y="324421"/>
                          </a:cubicBezTo>
                          <a:close/>
                          <a:moveTo>
                            <a:pt x="162211" y="38100"/>
                          </a:moveTo>
                          <a:cubicBezTo>
                            <a:pt x="93726" y="38100"/>
                            <a:pt x="38100" y="93821"/>
                            <a:pt x="38100" y="162211"/>
                          </a:cubicBezTo>
                          <a:cubicBezTo>
                            <a:pt x="38100" y="230696"/>
                            <a:pt x="93821" y="286321"/>
                            <a:pt x="162211" y="286321"/>
                          </a:cubicBezTo>
                          <a:cubicBezTo>
                            <a:pt x="230696" y="286321"/>
                            <a:pt x="286322" y="230600"/>
                            <a:pt x="286322" y="162211"/>
                          </a:cubicBezTo>
                          <a:cubicBezTo>
                            <a:pt x="286322" y="93726"/>
                            <a:pt x="230600" y="38100"/>
                            <a:pt x="162211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</p:grpSp>
            </p:grpSp>
          </p:grpSp>
          <p:grpSp>
            <p:nvGrpSpPr>
              <p:cNvPr id="494" name="Group 493">
                <a:extLst>
                  <a:ext uri="{FF2B5EF4-FFF2-40B4-BE49-F238E27FC236}">
                    <a16:creationId xmlns:a16="http://schemas.microsoft.com/office/drawing/2014/main" id="{4F812AF5-F90F-4BB9-91CE-CCFA6ABE3CB6}"/>
                  </a:ext>
                </a:extLst>
              </p:cNvPr>
              <p:cNvGrpSpPr/>
              <p:nvPr/>
            </p:nvGrpSpPr>
            <p:grpSpPr>
              <a:xfrm>
                <a:off x="8502654" y="3457415"/>
                <a:ext cx="263476" cy="225927"/>
                <a:chOff x="9230360" y="2173322"/>
                <a:chExt cx="263476" cy="225927"/>
              </a:xfrm>
            </p:grpSpPr>
            <p:sp>
              <p:nvSpPr>
                <p:cNvPr id="503" name="Freeform 125">
                  <a:extLst>
                    <a:ext uri="{FF2B5EF4-FFF2-40B4-BE49-F238E27FC236}">
                      <a16:creationId xmlns:a16="http://schemas.microsoft.com/office/drawing/2014/main" id="{B2B7BE19-26B8-426D-A4F0-244160294D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69818" y="2212780"/>
                  <a:ext cx="183288" cy="186469"/>
                </a:xfrm>
                <a:custGeom>
                  <a:avLst/>
                  <a:gdLst>
                    <a:gd name="T0" fmla="*/ 288 w 288"/>
                    <a:gd name="T1" fmla="*/ 129 h 293"/>
                    <a:gd name="T2" fmla="*/ 145 w 288"/>
                    <a:gd name="T3" fmla="*/ 0 h 293"/>
                    <a:gd name="T4" fmla="*/ 145 w 288"/>
                    <a:gd name="T5" fmla="*/ 0 h 293"/>
                    <a:gd name="T6" fmla="*/ 145 w 288"/>
                    <a:gd name="T7" fmla="*/ 0 h 293"/>
                    <a:gd name="T8" fmla="*/ 145 w 288"/>
                    <a:gd name="T9" fmla="*/ 0 h 293"/>
                    <a:gd name="T10" fmla="*/ 0 w 288"/>
                    <a:gd name="T11" fmla="*/ 129 h 293"/>
                    <a:gd name="T12" fmla="*/ 0 w 288"/>
                    <a:gd name="T13" fmla="*/ 293 h 293"/>
                    <a:gd name="T14" fmla="*/ 107 w 288"/>
                    <a:gd name="T15" fmla="*/ 293 h 293"/>
                    <a:gd name="T16" fmla="*/ 107 w 288"/>
                    <a:gd name="T17" fmla="*/ 198 h 293"/>
                    <a:gd name="T18" fmla="*/ 180 w 288"/>
                    <a:gd name="T19" fmla="*/ 198 h 293"/>
                    <a:gd name="T20" fmla="*/ 180 w 288"/>
                    <a:gd name="T21" fmla="*/ 293 h 293"/>
                    <a:gd name="T22" fmla="*/ 288 w 288"/>
                    <a:gd name="T23" fmla="*/ 293 h 293"/>
                    <a:gd name="T24" fmla="*/ 288 w 288"/>
                    <a:gd name="T25" fmla="*/ 129 h 2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88" h="293">
                      <a:moveTo>
                        <a:pt x="288" y="129"/>
                      </a:moveTo>
                      <a:lnTo>
                        <a:pt x="145" y="0"/>
                      </a:lnTo>
                      <a:lnTo>
                        <a:pt x="145" y="0"/>
                      </a:lnTo>
                      <a:lnTo>
                        <a:pt x="145" y="0"/>
                      </a:lnTo>
                      <a:lnTo>
                        <a:pt x="145" y="0"/>
                      </a:lnTo>
                      <a:lnTo>
                        <a:pt x="0" y="129"/>
                      </a:lnTo>
                      <a:lnTo>
                        <a:pt x="0" y="293"/>
                      </a:lnTo>
                      <a:lnTo>
                        <a:pt x="107" y="293"/>
                      </a:lnTo>
                      <a:lnTo>
                        <a:pt x="107" y="198"/>
                      </a:lnTo>
                      <a:lnTo>
                        <a:pt x="180" y="198"/>
                      </a:lnTo>
                      <a:lnTo>
                        <a:pt x="180" y="293"/>
                      </a:lnTo>
                      <a:lnTo>
                        <a:pt x="288" y="293"/>
                      </a:lnTo>
                      <a:lnTo>
                        <a:pt x="288" y="129"/>
                      </a:lnTo>
                      <a:close/>
                    </a:path>
                  </a:pathLst>
                </a:custGeom>
                <a:noFill/>
                <a:ln w="12700" cap="flat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sp>
              <p:nvSpPr>
                <p:cNvPr id="504" name="Freeform 126">
                  <a:extLst>
                    <a:ext uri="{FF2B5EF4-FFF2-40B4-BE49-F238E27FC236}">
                      <a16:creationId xmlns:a16="http://schemas.microsoft.com/office/drawing/2014/main" id="{D0C6EAFF-285F-4B4C-B954-0ED5E2D03D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30360" y="2173322"/>
                  <a:ext cx="263476" cy="114554"/>
                </a:xfrm>
                <a:custGeom>
                  <a:avLst/>
                  <a:gdLst>
                    <a:gd name="T0" fmla="*/ 414 w 414"/>
                    <a:gd name="T1" fmla="*/ 180 h 180"/>
                    <a:gd name="T2" fmla="*/ 207 w 414"/>
                    <a:gd name="T3" fmla="*/ 0 h 180"/>
                    <a:gd name="T4" fmla="*/ 109 w 414"/>
                    <a:gd name="T5" fmla="*/ 84 h 180"/>
                    <a:gd name="T6" fmla="*/ 109 w 414"/>
                    <a:gd name="T7" fmla="*/ 30 h 180"/>
                    <a:gd name="T8" fmla="*/ 64 w 414"/>
                    <a:gd name="T9" fmla="*/ 30 h 180"/>
                    <a:gd name="T10" fmla="*/ 64 w 414"/>
                    <a:gd name="T11" fmla="*/ 123 h 180"/>
                    <a:gd name="T12" fmla="*/ 0 w 414"/>
                    <a:gd name="T13" fmla="*/ 180 h 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14" h="180">
                      <a:moveTo>
                        <a:pt x="414" y="180"/>
                      </a:moveTo>
                      <a:lnTo>
                        <a:pt x="207" y="0"/>
                      </a:lnTo>
                      <a:lnTo>
                        <a:pt x="109" y="84"/>
                      </a:lnTo>
                      <a:lnTo>
                        <a:pt x="109" y="30"/>
                      </a:lnTo>
                      <a:lnTo>
                        <a:pt x="64" y="30"/>
                      </a:lnTo>
                      <a:lnTo>
                        <a:pt x="64" y="123"/>
                      </a:lnTo>
                      <a:lnTo>
                        <a:pt x="0" y="180"/>
                      </a:lnTo>
                    </a:path>
                  </a:pathLst>
                </a:cu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</p:grp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66FF55-179B-4897-8673-84A6FFD3878F}"/>
                </a:ext>
              </a:extLst>
            </p:cNvPr>
            <p:cNvGrpSpPr/>
            <p:nvPr/>
          </p:nvGrpSpPr>
          <p:grpSpPr>
            <a:xfrm>
              <a:off x="8203656" y="4327763"/>
              <a:ext cx="757222" cy="310571"/>
              <a:chOff x="8008908" y="3917674"/>
              <a:chExt cx="757222" cy="310571"/>
            </a:xfrm>
          </p:grpSpPr>
          <p:grpSp>
            <p:nvGrpSpPr>
              <p:cNvPr id="523" name="Group 522">
                <a:extLst>
                  <a:ext uri="{FF2B5EF4-FFF2-40B4-BE49-F238E27FC236}">
                    <a16:creationId xmlns:a16="http://schemas.microsoft.com/office/drawing/2014/main" id="{3C15FCCA-DDEF-4C6C-897F-93E20C7D2FBF}"/>
                  </a:ext>
                </a:extLst>
              </p:cNvPr>
              <p:cNvGrpSpPr/>
              <p:nvPr/>
            </p:nvGrpSpPr>
            <p:grpSpPr>
              <a:xfrm>
                <a:off x="8008908" y="3917674"/>
                <a:ext cx="419847" cy="310571"/>
                <a:chOff x="8609927" y="1562831"/>
                <a:chExt cx="419847" cy="310571"/>
              </a:xfrm>
            </p:grpSpPr>
            <p:sp>
              <p:nvSpPr>
                <p:cNvPr id="535" name="Freeform: Shape 534">
                  <a:extLst>
                    <a:ext uri="{FF2B5EF4-FFF2-40B4-BE49-F238E27FC236}">
                      <a16:creationId xmlns:a16="http://schemas.microsoft.com/office/drawing/2014/main" id="{BE316281-61BF-46DF-B1B5-9F552D72C487}"/>
                    </a:ext>
                  </a:extLst>
                </p:cNvPr>
                <p:cNvSpPr/>
                <p:nvPr/>
              </p:nvSpPr>
              <p:spPr>
                <a:xfrm>
                  <a:off x="8609927" y="1585836"/>
                  <a:ext cx="149535" cy="149534"/>
                </a:xfrm>
                <a:custGeom>
                  <a:avLst/>
                  <a:gdLst>
                    <a:gd name="connsiteX0" fmla="*/ 247650 w 495300"/>
                    <a:gd name="connsiteY0" fmla="*/ 495300 h 495300"/>
                    <a:gd name="connsiteX1" fmla="*/ 0 w 495300"/>
                    <a:gd name="connsiteY1" fmla="*/ 247650 h 495300"/>
                    <a:gd name="connsiteX2" fmla="*/ 247650 w 495300"/>
                    <a:gd name="connsiteY2" fmla="*/ 0 h 495300"/>
                    <a:gd name="connsiteX3" fmla="*/ 495300 w 495300"/>
                    <a:gd name="connsiteY3" fmla="*/ 247650 h 495300"/>
                    <a:gd name="connsiteX4" fmla="*/ 247650 w 495300"/>
                    <a:gd name="connsiteY4" fmla="*/ 495300 h 495300"/>
                    <a:gd name="connsiteX5" fmla="*/ 247650 w 495300"/>
                    <a:gd name="connsiteY5" fmla="*/ 38100 h 495300"/>
                    <a:gd name="connsiteX6" fmla="*/ 38100 w 495300"/>
                    <a:gd name="connsiteY6" fmla="*/ 247650 h 495300"/>
                    <a:gd name="connsiteX7" fmla="*/ 247650 w 495300"/>
                    <a:gd name="connsiteY7" fmla="*/ 457200 h 495300"/>
                    <a:gd name="connsiteX8" fmla="*/ 457200 w 495300"/>
                    <a:gd name="connsiteY8" fmla="*/ 247650 h 495300"/>
                    <a:gd name="connsiteX9" fmla="*/ 247650 w 495300"/>
                    <a:gd name="connsiteY9" fmla="*/ 38100 h 495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5300" h="495300">
                      <a:moveTo>
                        <a:pt x="247650" y="495300"/>
                      </a:moveTo>
                      <a:cubicBezTo>
                        <a:pt x="111062" y="495300"/>
                        <a:pt x="0" y="384239"/>
                        <a:pt x="0" y="247650"/>
                      </a:cubicBezTo>
                      <a:cubicBezTo>
                        <a:pt x="0" y="111062"/>
                        <a:pt x="111062" y="0"/>
                        <a:pt x="247650" y="0"/>
                      </a:cubicBezTo>
                      <a:cubicBezTo>
                        <a:pt x="384239" y="0"/>
                        <a:pt x="495300" y="111062"/>
                        <a:pt x="495300" y="247650"/>
                      </a:cubicBezTo>
                      <a:cubicBezTo>
                        <a:pt x="495300" y="384239"/>
                        <a:pt x="384239" y="495300"/>
                        <a:pt x="247650" y="495300"/>
                      </a:cubicBezTo>
                      <a:close/>
                      <a:moveTo>
                        <a:pt x="247650" y="38100"/>
                      </a:moveTo>
                      <a:cubicBezTo>
                        <a:pt x="132112" y="38100"/>
                        <a:pt x="38100" y="132112"/>
                        <a:pt x="38100" y="247650"/>
                      </a:cubicBezTo>
                      <a:cubicBezTo>
                        <a:pt x="38100" y="363188"/>
                        <a:pt x="132112" y="457200"/>
                        <a:pt x="247650" y="457200"/>
                      </a:cubicBezTo>
                      <a:cubicBezTo>
                        <a:pt x="363188" y="457200"/>
                        <a:pt x="457200" y="363188"/>
                        <a:pt x="457200" y="247650"/>
                      </a:cubicBezTo>
                      <a:cubicBezTo>
                        <a:pt x="457200" y="132112"/>
                        <a:pt x="363188" y="38100"/>
                        <a:pt x="247650" y="381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536" name="Freeform: Shape 535">
                  <a:extLst>
                    <a:ext uri="{FF2B5EF4-FFF2-40B4-BE49-F238E27FC236}">
                      <a16:creationId xmlns:a16="http://schemas.microsoft.com/office/drawing/2014/main" id="{3C572D6D-26B5-463E-845F-F48EE747F86F}"/>
                    </a:ext>
                  </a:extLst>
                </p:cNvPr>
                <p:cNvSpPr/>
                <p:nvPr/>
              </p:nvSpPr>
              <p:spPr>
                <a:xfrm>
                  <a:off x="8678943" y="1700863"/>
                  <a:ext cx="11503" cy="172539"/>
                </a:xfrm>
                <a:custGeom>
                  <a:avLst/>
                  <a:gdLst>
                    <a:gd name="connsiteX0" fmla="*/ 19050 w 38100"/>
                    <a:gd name="connsiteY0" fmla="*/ 571500 h 571500"/>
                    <a:gd name="connsiteX1" fmla="*/ 0 w 38100"/>
                    <a:gd name="connsiteY1" fmla="*/ 552450 h 571500"/>
                    <a:gd name="connsiteX2" fmla="*/ 0 w 38100"/>
                    <a:gd name="connsiteY2" fmla="*/ 19050 h 571500"/>
                    <a:gd name="connsiteX3" fmla="*/ 19050 w 38100"/>
                    <a:gd name="connsiteY3" fmla="*/ 0 h 571500"/>
                    <a:gd name="connsiteX4" fmla="*/ 38100 w 38100"/>
                    <a:gd name="connsiteY4" fmla="*/ 19050 h 571500"/>
                    <a:gd name="connsiteX5" fmla="*/ 38100 w 38100"/>
                    <a:gd name="connsiteY5" fmla="*/ 552450 h 571500"/>
                    <a:gd name="connsiteX6" fmla="*/ 19050 w 38100"/>
                    <a:gd name="connsiteY6" fmla="*/ 571500 h 571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100" h="571500">
                      <a:moveTo>
                        <a:pt x="19050" y="571500"/>
                      </a:moveTo>
                      <a:cubicBezTo>
                        <a:pt x="8477" y="571500"/>
                        <a:pt x="0" y="563023"/>
                        <a:pt x="0" y="552450"/>
                      </a:cubicBezTo>
                      <a:lnTo>
                        <a:pt x="0" y="19050"/>
                      </a:lnTo>
                      <a:cubicBezTo>
                        <a:pt x="0" y="8477"/>
                        <a:pt x="8477" y="0"/>
                        <a:pt x="19050" y="0"/>
                      </a:cubicBezTo>
                      <a:cubicBezTo>
                        <a:pt x="29623" y="0"/>
                        <a:pt x="38100" y="8477"/>
                        <a:pt x="38100" y="19050"/>
                      </a:cubicBezTo>
                      <a:lnTo>
                        <a:pt x="38100" y="552450"/>
                      </a:lnTo>
                      <a:cubicBezTo>
                        <a:pt x="38100" y="563023"/>
                        <a:pt x="29623" y="571500"/>
                        <a:pt x="19050" y="5715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537" name="Freeform: Shape 536">
                  <a:extLst>
                    <a:ext uri="{FF2B5EF4-FFF2-40B4-BE49-F238E27FC236}">
                      <a16:creationId xmlns:a16="http://schemas.microsoft.com/office/drawing/2014/main" id="{4465DEF1-7202-4525-861F-2A3DDB8F7C6E}"/>
                    </a:ext>
                  </a:extLst>
                </p:cNvPr>
                <p:cNvSpPr/>
                <p:nvPr/>
              </p:nvSpPr>
              <p:spPr>
                <a:xfrm>
                  <a:off x="8655952" y="1677843"/>
                  <a:ext cx="57513" cy="34522"/>
                </a:xfrm>
                <a:custGeom>
                  <a:avLst/>
                  <a:gdLst>
                    <a:gd name="connsiteX0" fmla="*/ 95202 w 190499"/>
                    <a:gd name="connsiteY0" fmla="*/ 114348 h 114347"/>
                    <a:gd name="connsiteX1" fmla="*/ 81772 w 190499"/>
                    <a:gd name="connsiteY1" fmla="*/ 108728 h 114347"/>
                    <a:gd name="connsiteX2" fmla="*/ 5572 w 190499"/>
                    <a:gd name="connsiteY2" fmla="*/ 32528 h 114347"/>
                    <a:gd name="connsiteX3" fmla="*/ 5572 w 190499"/>
                    <a:gd name="connsiteY3" fmla="*/ 5572 h 114347"/>
                    <a:gd name="connsiteX4" fmla="*/ 32528 w 190499"/>
                    <a:gd name="connsiteY4" fmla="*/ 5572 h 114347"/>
                    <a:gd name="connsiteX5" fmla="*/ 95202 w 190499"/>
                    <a:gd name="connsiteY5" fmla="*/ 68342 h 114347"/>
                    <a:gd name="connsiteX6" fmla="*/ 157972 w 190499"/>
                    <a:gd name="connsiteY6" fmla="*/ 5572 h 114347"/>
                    <a:gd name="connsiteX7" fmla="*/ 184928 w 190499"/>
                    <a:gd name="connsiteY7" fmla="*/ 5572 h 114347"/>
                    <a:gd name="connsiteX8" fmla="*/ 184928 w 190499"/>
                    <a:gd name="connsiteY8" fmla="*/ 32528 h 114347"/>
                    <a:gd name="connsiteX9" fmla="*/ 108728 w 190499"/>
                    <a:gd name="connsiteY9" fmla="*/ 108728 h 114347"/>
                    <a:gd name="connsiteX10" fmla="*/ 95202 w 190499"/>
                    <a:gd name="connsiteY10" fmla="*/ 114348 h 1143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90499" h="114347">
                      <a:moveTo>
                        <a:pt x="95202" y="114348"/>
                      </a:moveTo>
                      <a:cubicBezTo>
                        <a:pt x="90345" y="114348"/>
                        <a:pt x="85487" y="112443"/>
                        <a:pt x="81772" y="108728"/>
                      </a:cubicBezTo>
                      <a:lnTo>
                        <a:pt x="5572" y="32528"/>
                      </a:lnTo>
                      <a:cubicBezTo>
                        <a:pt x="-1857" y="25098"/>
                        <a:pt x="-1857" y="13002"/>
                        <a:pt x="5572" y="5572"/>
                      </a:cubicBezTo>
                      <a:cubicBezTo>
                        <a:pt x="13002" y="-1857"/>
                        <a:pt x="25098" y="-1857"/>
                        <a:pt x="32528" y="5572"/>
                      </a:cubicBezTo>
                      <a:lnTo>
                        <a:pt x="95202" y="68342"/>
                      </a:lnTo>
                      <a:lnTo>
                        <a:pt x="157972" y="5572"/>
                      </a:lnTo>
                      <a:cubicBezTo>
                        <a:pt x="165402" y="-1857"/>
                        <a:pt x="177498" y="-1857"/>
                        <a:pt x="184928" y="5572"/>
                      </a:cubicBezTo>
                      <a:cubicBezTo>
                        <a:pt x="192357" y="13002"/>
                        <a:pt x="192357" y="25098"/>
                        <a:pt x="184928" y="32528"/>
                      </a:cubicBezTo>
                      <a:lnTo>
                        <a:pt x="108728" y="108728"/>
                      </a:lnTo>
                      <a:cubicBezTo>
                        <a:pt x="104918" y="112443"/>
                        <a:pt x="100060" y="114348"/>
                        <a:pt x="95202" y="11434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538" name="Freeform: Shape 537">
                  <a:extLst>
                    <a:ext uri="{FF2B5EF4-FFF2-40B4-BE49-F238E27FC236}">
                      <a16:creationId xmlns:a16="http://schemas.microsoft.com/office/drawing/2014/main" id="{012E66A3-3309-4042-91FB-C60ED164EB30}"/>
                    </a:ext>
                  </a:extLst>
                </p:cNvPr>
                <p:cNvSpPr/>
                <p:nvPr/>
              </p:nvSpPr>
              <p:spPr>
                <a:xfrm>
                  <a:off x="8661689" y="1861899"/>
                  <a:ext cx="368085" cy="11503"/>
                </a:xfrm>
                <a:custGeom>
                  <a:avLst/>
                  <a:gdLst>
                    <a:gd name="connsiteX0" fmla="*/ 0 w 1219200"/>
                    <a:gd name="connsiteY0" fmla="*/ 0 h 38100"/>
                    <a:gd name="connsiteX1" fmla="*/ 1219200 w 1219200"/>
                    <a:gd name="connsiteY1" fmla="*/ 0 h 38100"/>
                    <a:gd name="connsiteX2" fmla="*/ 1219200 w 1219200"/>
                    <a:gd name="connsiteY2" fmla="*/ 38100 h 38100"/>
                    <a:gd name="connsiteX3" fmla="*/ 0 w 1219200"/>
                    <a:gd name="connsiteY3" fmla="*/ 38100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19200" h="38100">
                      <a:moveTo>
                        <a:pt x="0" y="0"/>
                      </a:moveTo>
                      <a:lnTo>
                        <a:pt x="1219200" y="0"/>
                      </a:lnTo>
                      <a:lnTo>
                        <a:pt x="1219200" y="38100"/>
                      </a:lnTo>
                      <a:lnTo>
                        <a:pt x="0" y="3810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539" name="Freeform: Shape 538">
                  <a:extLst>
                    <a:ext uri="{FF2B5EF4-FFF2-40B4-BE49-F238E27FC236}">
                      <a16:creationId xmlns:a16="http://schemas.microsoft.com/office/drawing/2014/main" id="{369F7A6C-C995-4D1E-B9AC-87E0D3B672CB}"/>
                    </a:ext>
                  </a:extLst>
                </p:cNvPr>
                <p:cNvSpPr/>
                <p:nvPr/>
              </p:nvSpPr>
              <p:spPr>
                <a:xfrm>
                  <a:off x="8817003" y="1562831"/>
                  <a:ext cx="57485" cy="34508"/>
                </a:xfrm>
                <a:custGeom>
                  <a:avLst/>
                  <a:gdLst>
                    <a:gd name="connsiteX0" fmla="*/ 95156 w 190405"/>
                    <a:gd name="connsiteY0" fmla="*/ 114300 h 114300"/>
                    <a:gd name="connsiteX1" fmla="*/ 76106 w 190405"/>
                    <a:gd name="connsiteY1" fmla="*/ 95536 h 114300"/>
                    <a:gd name="connsiteX2" fmla="*/ 76106 w 190405"/>
                    <a:gd name="connsiteY2" fmla="*/ 95536 h 114300"/>
                    <a:gd name="connsiteX3" fmla="*/ 76106 w 190405"/>
                    <a:gd name="connsiteY3" fmla="*/ 95536 h 114300"/>
                    <a:gd name="connsiteX4" fmla="*/ 76106 w 190405"/>
                    <a:gd name="connsiteY4" fmla="*/ 95536 h 114300"/>
                    <a:gd name="connsiteX5" fmla="*/ 76106 w 190405"/>
                    <a:gd name="connsiteY5" fmla="*/ 95441 h 114300"/>
                    <a:gd name="connsiteX6" fmla="*/ 76106 w 190405"/>
                    <a:gd name="connsiteY6" fmla="*/ 95345 h 114300"/>
                    <a:gd name="connsiteX7" fmla="*/ 76106 w 190405"/>
                    <a:gd name="connsiteY7" fmla="*/ 95345 h 114300"/>
                    <a:gd name="connsiteX8" fmla="*/ 76106 w 190405"/>
                    <a:gd name="connsiteY8" fmla="*/ 95250 h 114300"/>
                    <a:gd name="connsiteX9" fmla="*/ 18860 w 190405"/>
                    <a:gd name="connsiteY9" fmla="*/ 38100 h 114300"/>
                    <a:gd name="connsiteX10" fmla="*/ 1 w 190405"/>
                    <a:gd name="connsiteY10" fmla="*/ 18955 h 114300"/>
                    <a:gd name="connsiteX11" fmla="*/ 18956 w 190405"/>
                    <a:gd name="connsiteY11" fmla="*/ 0 h 114300"/>
                    <a:gd name="connsiteX12" fmla="*/ 95441 w 190405"/>
                    <a:gd name="connsiteY12" fmla="*/ 35243 h 114300"/>
                    <a:gd name="connsiteX13" fmla="*/ 171356 w 190405"/>
                    <a:gd name="connsiteY13" fmla="*/ 0 h 114300"/>
                    <a:gd name="connsiteX14" fmla="*/ 190406 w 190405"/>
                    <a:gd name="connsiteY14" fmla="*/ 19050 h 114300"/>
                    <a:gd name="connsiteX15" fmla="*/ 171356 w 190405"/>
                    <a:gd name="connsiteY15" fmla="*/ 38100 h 114300"/>
                    <a:gd name="connsiteX16" fmla="*/ 114206 w 190405"/>
                    <a:gd name="connsiteY16" fmla="*/ 95345 h 114300"/>
                    <a:gd name="connsiteX17" fmla="*/ 95156 w 190405"/>
                    <a:gd name="connsiteY17" fmla="*/ 114300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0405" h="114300">
                      <a:moveTo>
                        <a:pt x="95156" y="114300"/>
                      </a:moveTo>
                      <a:cubicBezTo>
                        <a:pt x="84678" y="114300"/>
                        <a:pt x="76296" y="105918"/>
                        <a:pt x="76106" y="95536"/>
                      </a:cubicBezTo>
                      <a:cubicBezTo>
                        <a:pt x="76106" y="95536"/>
                        <a:pt x="76106" y="95536"/>
                        <a:pt x="76106" y="95536"/>
                      </a:cubicBezTo>
                      <a:lnTo>
                        <a:pt x="76106" y="95536"/>
                      </a:lnTo>
                      <a:lnTo>
                        <a:pt x="76106" y="95536"/>
                      </a:lnTo>
                      <a:cubicBezTo>
                        <a:pt x="76106" y="95536"/>
                        <a:pt x="76106" y="95441"/>
                        <a:pt x="76106" y="95441"/>
                      </a:cubicBezTo>
                      <a:cubicBezTo>
                        <a:pt x="76106" y="95441"/>
                        <a:pt x="76106" y="95441"/>
                        <a:pt x="76106" y="95345"/>
                      </a:cubicBezTo>
                      <a:lnTo>
                        <a:pt x="76106" y="95345"/>
                      </a:lnTo>
                      <a:cubicBezTo>
                        <a:pt x="76106" y="95345"/>
                        <a:pt x="76106" y="95345"/>
                        <a:pt x="76106" y="95250"/>
                      </a:cubicBezTo>
                      <a:cubicBezTo>
                        <a:pt x="76106" y="41434"/>
                        <a:pt x="28385" y="38195"/>
                        <a:pt x="18860" y="38100"/>
                      </a:cubicBezTo>
                      <a:cubicBezTo>
                        <a:pt x="8383" y="38005"/>
                        <a:pt x="-94" y="29432"/>
                        <a:pt x="1" y="18955"/>
                      </a:cubicBezTo>
                      <a:cubicBezTo>
                        <a:pt x="1" y="8477"/>
                        <a:pt x="8478" y="0"/>
                        <a:pt x="18956" y="0"/>
                      </a:cubicBezTo>
                      <a:cubicBezTo>
                        <a:pt x="40482" y="0"/>
                        <a:pt x="74391" y="8477"/>
                        <a:pt x="95441" y="35243"/>
                      </a:cubicBezTo>
                      <a:cubicBezTo>
                        <a:pt x="109824" y="15621"/>
                        <a:pt x="133637" y="0"/>
                        <a:pt x="171356" y="0"/>
                      </a:cubicBezTo>
                      <a:cubicBezTo>
                        <a:pt x="181928" y="0"/>
                        <a:pt x="190406" y="8573"/>
                        <a:pt x="190406" y="19050"/>
                      </a:cubicBezTo>
                      <a:cubicBezTo>
                        <a:pt x="190406" y="29528"/>
                        <a:pt x="181928" y="38100"/>
                        <a:pt x="171356" y="38100"/>
                      </a:cubicBezTo>
                      <a:cubicBezTo>
                        <a:pt x="117635" y="38100"/>
                        <a:pt x="114301" y="85725"/>
                        <a:pt x="114206" y="95345"/>
                      </a:cubicBezTo>
                      <a:cubicBezTo>
                        <a:pt x="114110" y="105823"/>
                        <a:pt x="105633" y="114300"/>
                        <a:pt x="95156" y="1143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540" name="Freeform: Shape 539">
                  <a:extLst>
                    <a:ext uri="{FF2B5EF4-FFF2-40B4-BE49-F238E27FC236}">
                      <a16:creationId xmlns:a16="http://schemas.microsoft.com/office/drawing/2014/main" id="{7F87F3C6-3F38-4E80-9CCF-3F1F78B6088E}"/>
                    </a:ext>
                  </a:extLst>
                </p:cNvPr>
                <p:cNvSpPr/>
                <p:nvPr/>
              </p:nvSpPr>
              <p:spPr>
                <a:xfrm>
                  <a:off x="8863014" y="1585836"/>
                  <a:ext cx="57485" cy="34508"/>
                </a:xfrm>
                <a:custGeom>
                  <a:avLst/>
                  <a:gdLst>
                    <a:gd name="connsiteX0" fmla="*/ 95156 w 190405"/>
                    <a:gd name="connsiteY0" fmla="*/ 114300 h 114300"/>
                    <a:gd name="connsiteX1" fmla="*/ 76106 w 190405"/>
                    <a:gd name="connsiteY1" fmla="*/ 95536 h 114300"/>
                    <a:gd name="connsiteX2" fmla="*/ 76106 w 190405"/>
                    <a:gd name="connsiteY2" fmla="*/ 95536 h 114300"/>
                    <a:gd name="connsiteX3" fmla="*/ 76106 w 190405"/>
                    <a:gd name="connsiteY3" fmla="*/ 95536 h 114300"/>
                    <a:gd name="connsiteX4" fmla="*/ 76106 w 190405"/>
                    <a:gd name="connsiteY4" fmla="*/ 95536 h 114300"/>
                    <a:gd name="connsiteX5" fmla="*/ 76106 w 190405"/>
                    <a:gd name="connsiteY5" fmla="*/ 95441 h 114300"/>
                    <a:gd name="connsiteX6" fmla="*/ 76106 w 190405"/>
                    <a:gd name="connsiteY6" fmla="*/ 95345 h 114300"/>
                    <a:gd name="connsiteX7" fmla="*/ 76106 w 190405"/>
                    <a:gd name="connsiteY7" fmla="*/ 95345 h 114300"/>
                    <a:gd name="connsiteX8" fmla="*/ 76106 w 190405"/>
                    <a:gd name="connsiteY8" fmla="*/ 95250 h 114300"/>
                    <a:gd name="connsiteX9" fmla="*/ 18860 w 190405"/>
                    <a:gd name="connsiteY9" fmla="*/ 38100 h 114300"/>
                    <a:gd name="connsiteX10" fmla="*/ 1 w 190405"/>
                    <a:gd name="connsiteY10" fmla="*/ 18955 h 114300"/>
                    <a:gd name="connsiteX11" fmla="*/ 18956 w 190405"/>
                    <a:gd name="connsiteY11" fmla="*/ 0 h 114300"/>
                    <a:gd name="connsiteX12" fmla="*/ 95441 w 190405"/>
                    <a:gd name="connsiteY12" fmla="*/ 35243 h 114300"/>
                    <a:gd name="connsiteX13" fmla="*/ 171356 w 190405"/>
                    <a:gd name="connsiteY13" fmla="*/ 0 h 114300"/>
                    <a:gd name="connsiteX14" fmla="*/ 190406 w 190405"/>
                    <a:gd name="connsiteY14" fmla="*/ 19050 h 114300"/>
                    <a:gd name="connsiteX15" fmla="*/ 171356 w 190405"/>
                    <a:gd name="connsiteY15" fmla="*/ 38100 h 114300"/>
                    <a:gd name="connsiteX16" fmla="*/ 114206 w 190405"/>
                    <a:gd name="connsiteY16" fmla="*/ 95345 h 114300"/>
                    <a:gd name="connsiteX17" fmla="*/ 95156 w 190405"/>
                    <a:gd name="connsiteY17" fmla="*/ 114300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0405" h="114300">
                      <a:moveTo>
                        <a:pt x="95156" y="114300"/>
                      </a:moveTo>
                      <a:cubicBezTo>
                        <a:pt x="84678" y="114300"/>
                        <a:pt x="76296" y="105918"/>
                        <a:pt x="76106" y="95536"/>
                      </a:cubicBezTo>
                      <a:cubicBezTo>
                        <a:pt x="76106" y="95536"/>
                        <a:pt x="76106" y="95536"/>
                        <a:pt x="76106" y="95536"/>
                      </a:cubicBezTo>
                      <a:lnTo>
                        <a:pt x="76106" y="95536"/>
                      </a:lnTo>
                      <a:lnTo>
                        <a:pt x="76106" y="95536"/>
                      </a:lnTo>
                      <a:cubicBezTo>
                        <a:pt x="76106" y="95536"/>
                        <a:pt x="76106" y="95441"/>
                        <a:pt x="76106" y="95441"/>
                      </a:cubicBezTo>
                      <a:cubicBezTo>
                        <a:pt x="76106" y="95441"/>
                        <a:pt x="76106" y="95441"/>
                        <a:pt x="76106" y="95345"/>
                      </a:cubicBezTo>
                      <a:lnTo>
                        <a:pt x="76106" y="95345"/>
                      </a:lnTo>
                      <a:cubicBezTo>
                        <a:pt x="76106" y="95345"/>
                        <a:pt x="76106" y="95345"/>
                        <a:pt x="76106" y="95250"/>
                      </a:cubicBezTo>
                      <a:cubicBezTo>
                        <a:pt x="76106" y="41434"/>
                        <a:pt x="28385" y="38195"/>
                        <a:pt x="18860" y="38100"/>
                      </a:cubicBezTo>
                      <a:cubicBezTo>
                        <a:pt x="8383" y="38005"/>
                        <a:pt x="-94" y="29432"/>
                        <a:pt x="1" y="18955"/>
                      </a:cubicBezTo>
                      <a:cubicBezTo>
                        <a:pt x="1" y="8477"/>
                        <a:pt x="8478" y="0"/>
                        <a:pt x="18956" y="0"/>
                      </a:cubicBezTo>
                      <a:cubicBezTo>
                        <a:pt x="40482" y="0"/>
                        <a:pt x="74391" y="8477"/>
                        <a:pt x="95441" y="35243"/>
                      </a:cubicBezTo>
                      <a:cubicBezTo>
                        <a:pt x="109824" y="15621"/>
                        <a:pt x="133637" y="0"/>
                        <a:pt x="171356" y="0"/>
                      </a:cubicBezTo>
                      <a:cubicBezTo>
                        <a:pt x="181928" y="0"/>
                        <a:pt x="190406" y="8572"/>
                        <a:pt x="190406" y="19050"/>
                      </a:cubicBezTo>
                      <a:cubicBezTo>
                        <a:pt x="190406" y="29528"/>
                        <a:pt x="181928" y="38100"/>
                        <a:pt x="171356" y="38100"/>
                      </a:cubicBezTo>
                      <a:cubicBezTo>
                        <a:pt x="117635" y="38100"/>
                        <a:pt x="114301" y="85725"/>
                        <a:pt x="114206" y="95345"/>
                      </a:cubicBezTo>
                      <a:cubicBezTo>
                        <a:pt x="114110" y="105823"/>
                        <a:pt x="105633" y="114300"/>
                        <a:pt x="95156" y="1143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541" name="Freeform: Shape 540">
                  <a:extLst>
                    <a:ext uri="{FF2B5EF4-FFF2-40B4-BE49-F238E27FC236}">
                      <a16:creationId xmlns:a16="http://schemas.microsoft.com/office/drawing/2014/main" id="{7D21A860-0285-41B9-AC9E-51FE85A40974}"/>
                    </a:ext>
                  </a:extLst>
                </p:cNvPr>
                <p:cNvSpPr/>
                <p:nvPr/>
              </p:nvSpPr>
              <p:spPr>
                <a:xfrm>
                  <a:off x="8793998" y="1608842"/>
                  <a:ext cx="57485" cy="34508"/>
                </a:xfrm>
                <a:custGeom>
                  <a:avLst/>
                  <a:gdLst>
                    <a:gd name="connsiteX0" fmla="*/ 95156 w 190405"/>
                    <a:gd name="connsiteY0" fmla="*/ 114300 h 114300"/>
                    <a:gd name="connsiteX1" fmla="*/ 76106 w 190405"/>
                    <a:gd name="connsiteY1" fmla="*/ 95536 h 114300"/>
                    <a:gd name="connsiteX2" fmla="*/ 76106 w 190405"/>
                    <a:gd name="connsiteY2" fmla="*/ 95536 h 114300"/>
                    <a:gd name="connsiteX3" fmla="*/ 76106 w 190405"/>
                    <a:gd name="connsiteY3" fmla="*/ 95536 h 114300"/>
                    <a:gd name="connsiteX4" fmla="*/ 76106 w 190405"/>
                    <a:gd name="connsiteY4" fmla="*/ 95536 h 114300"/>
                    <a:gd name="connsiteX5" fmla="*/ 76106 w 190405"/>
                    <a:gd name="connsiteY5" fmla="*/ 95441 h 114300"/>
                    <a:gd name="connsiteX6" fmla="*/ 76106 w 190405"/>
                    <a:gd name="connsiteY6" fmla="*/ 95345 h 114300"/>
                    <a:gd name="connsiteX7" fmla="*/ 76106 w 190405"/>
                    <a:gd name="connsiteY7" fmla="*/ 95345 h 114300"/>
                    <a:gd name="connsiteX8" fmla="*/ 76106 w 190405"/>
                    <a:gd name="connsiteY8" fmla="*/ 95250 h 114300"/>
                    <a:gd name="connsiteX9" fmla="*/ 18860 w 190405"/>
                    <a:gd name="connsiteY9" fmla="*/ 38100 h 114300"/>
                    <a:gd name="connsiteX10" fmla="*/ 1 w 190405"/>
                    <a:gd name="connsiteY10" fmla="*/ 18955 h 114300"/>
                    <a:gd name="connsiteX11" fmla="*/ 18956 w 190405"/>
                    <a:gd name="connsiteY11" fmla="*/ 0 h 114300"/>
                    <a:gd name="connsiteX12" fmla="*/ 95441 w 190405"/>
                    <a:gd name="connsiteY12" fmla="*/ 35243 h 114300"/>
                    <a:gd name="connsiteX13" fmla="*/ 171356 w 190405"/>
                    <a:gd name="connsiteY13" fmla="*/ 0 h 114300"/>
                    <a:gd name="connsiteX14" fmla="*/ 190406 w 190405"/>
                    <a:gd name="connsiteY14" fmla="*/ 19050 h 114300"/>
                    <a:gd name="connsiteX15" fmla="*/ 171356 w 190405"/>
                    <a:gd name="connsiteY15" fmla="*/ 38100 h 114300"/>
                    <a:gd name="connsiteX16" fmla="*/ 114206 w 190405"/>
                    <a:gd name="connsiteY16" fmla="*/ 95345 h 114300"/>
                    <a:gd name="connsiteX17" fmla="*/ 95156 w 190405"/>
                    <a:gd name="connsiteY17" fmla="*/ 114300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0405" h="114300">
                      <a:moveTo>
                        <a:pt x="95156" y="114300"/>
                      </a:moveTo>
                      <a:cubicBezTo>
                        <a:pt x="84678" y="114300"/>
                        <a:pt x="76296" y="105918"/>
                        <a:pt x="76106" y="95536"/>
                      </a:cubicBezTo>
                      <a:cubicBezTo>
                        <a:pt x="76106" y="95536"/>
                        <a:pt x="76106" y="95536"/>
                        <a:pt x="76106" y="95536"/>
                      </a:cubicBezTo>
                      <a:lnTo>
                        <a:pt x="76106" y="95536"/>
                      </a:lnTo>
                      <a:lnTo>
                        <a:pt x="76106" y="95536"/>
                      </a:lnTo>
                      <a:cubicBezTo>
                        <a:pt x="76106" y="95536"/>
                        <a:pt x="76106" y="95441"/>
                        <a:pt x="76106" y="95441"/>
                      </a:cubicBezTo>
                      <a:cubicBezTo>
                        <a:pt x="76106" y="95441"/>
                        <a:pt x="76106" y="95441"/>
                        <a:pt x="76106" y="95345"/>
                      </a:cubicBezTo>
                      <a:lnTo>
                        <a:pt x="76106" y="95345"/>
                      </a:lnTo>
                      <a:cubicBezTo>
                        <a:pt x="76106" y="95345"/>
                        <a:pt x="76106" y="95345"/>
                        <a:pt x="76106" y="95250"/>
                      </a:cubicBezTo>
                      <a:cubicBezTo>
                        <a:pt x="76106" y="41434"/>
                        <a:pt x="28385" y="38195"/>
                        <a:pt x="18860" y="38100"/>
                      </a:cubicBezTo>
                      <a:cubicBezTo>
                        <a:pt x="8383" y="38005"/>
                        <a:pt x="-94" y="29432"/>
                        <a:pt x="1" y="18955"/>
                      </a:cubicBezTo>
                      <a:cubicBezTo>
                        <a:pt x="1" y="8477"/>
                        <a:pt x="8478" y="0"/>
                        <a:pt x="18956" y="0"/>
                      </a:cubicBezTo>
                      <a:cubicBezTo>
                        <a:pt x="40482" y="0"/>
                        <a:pt x="74391" y="8477"/>
                        <a:pt x="95441" y="35243"/>
                      </a:cubicBezTo>
                      <a:cubicBezTo>
                        <a:pt x="109824" y="15621"/>
                        <a:pt x="133637" y="0"/>
                        <a:pt x="171356" y="0"/>
                      </a:cubicBezTo>
                      <a:cubicBezTo>
                        <a:pt x="181928" y="0"/>
                        <a:pt x="190406" y="8572"/>
                        <a:pt x="190406" y="19050"/>
                      </a:cubicBezTo>
                      <a:cubicBezTo>
                        <a:pt x="190406" y="29528"/>
                        <a:pt x="181928" y="38100"/>
                        <a:pt x="171356" y="38100"/>
                      </a:cubicBezTo>
                      <a:cubicBezTo>
                        <a:pt x="117635" y="38100"/>
                        <a:pt x="114301" y="85725"/>
                        <a:pt x="114206" y="95345"/>
                      </a:cubicBezTo>
                      <a:cubicBezTo>
                        <a:pt x="114110" y="105823"/>
                        <a:pt x="105633" y="114300"/>
                        <a:pt x="95156" y="1143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grpSp>
              <p:nvGrpSpPr>
                <p:cNvPr id="542" name="Graphic 112">
                  <a:extLst>
                    <a:ext uri="{FF2B5EF4-FFF2-40B4-BE49-F238E27FC236}">
                      <a16:creationId xmlns:a16="http://schemas.microsoft.com/office/drawing/2014/main" id="{B3F4B448-5AB5-4999-A216-4611BCB4642C}"/>
                    </a:ext>
                  </a:extLst>
                </p:cNvPr>
                <p:cNvGrpSpPr/>
                <p:nvPr/>
              </p:nvGrpSpPr>
              <p:grpSpPr>
                <a:xfrm>
                  <a:off x="8721129" y="1723948"/>
                  <a:ext cx="249205" cy="146665"/>
                  <a:chOff x="5769006" y="3448315"/>
                  <a:chExt cx="825436" cy="485795"/>
                </a:xfrm>
                <a:solidFill>
                  <a:schemeClr val="accent3"/>
                </a:solidFill>
              </p:grpSpPr>
              <p:sp>
                <p:nvSpPr>
                  <p:cNvPr id="543" name="Freeform: Shape 542">
                    <a:extLst>
                      <a:ext uri="{FF2B5EF4-FFF2-40B4-BE49-F238E27FC236}">
                        <a16:creationId xmlns:a16="http://schemas.microsoft.com/office/drawing/2014/main" id="{53134178-0FF1-45F8-BC7F-EEBBFAB441F7}"/>
                      </a:ext>
                    </a:extLst>
                  </p:cNvPr>
                  <p:cNvSpPr/>
                  <p:nvPr/>
                </p:nvSpPr>
                <p:spPr>
                  <a:xfrm>
                    <a:off x="5932836" y="3448335"/>
                    <a:ext cx="133540" cy="38100"/>
                  </a:xfrm>
                  <a:custGeom>
                    <a:avLst/>
                    <a:gdLst>
                      <a:gd name="connsiteX0" fmla="*/ 114491 w 133540"/>
                      <a:gd name="connsiteY0" fmla="*/ 38100 h 38100"/>
                      <a:gd name="connsiteX1" fmla="*/ 19050 w 133540"/>
                      <a:gd name="connsiteY1" fmla="*/ 38100 h 38100"/>
                      <a:gd name="connsiteX2" fmla="*/ 0 w 133540"/>
                      <a:gd name="connsiteY2" fmla="*/ 19050 h 38100"/>
                      <a:gd name="connsiteX3" fmla="*/ 19050 w 133540"/>
                      <a:gd name="connsiteY3" fmla="*/ 0 h 38100"/>
                      <a:gd name="connsiteX4" fmla="*/ 114491 w 133540"/>
                      <a:gd name="connsiteY4" fmla="*/ 0 h 38100"/>
                      <a:gd name="connsiteX5" fmla="*/ 133541 w 133540"/>
                      <a:gd name="connsiteY5" fmla="*/ 19050 h 38100"/>
                      <a:gd name="connsiteX6" fmla="*/ 114491 w 133540"/>
                      <a:gd name="connsiteY6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3540" h="38100">
                        <a:moveTo>
                          <a:pt x="114491" y="38100"/>
                        </a:moveTo>
                        <a:lnTo>
                          <a:pt x="19050" y="38100"/>
                        </a:lnTo>
                        <a:cubicBezTo>
                          <a:pt x="8477" y="38100"/>
                          <a:pt x="0" y="29623"/>
                          <a:pt x="0" y="19050"/>
                        </a:cubicBezTo>
                        <a:cubicBezTo>
                          <a:pt x="0" y="8477"/>
                          <a:pt x="8477" y="0"/>
                          <a:pt x="19050" y="0"/>
                        </a:cubicBezTo>
                        <a:lnTo>
                          <a:pt x="114491" y="0"/>
                        </a:lnTo>
                        <a:cubicBezTo>
                          <a:pt x="125063" y="0"/>
                          <a:pt x="133541" y="8477"/>
                          <a:pt x="133541" y="19050"/>
                        </a:cubicBezTo>
                        <a:cubicBezTo>
                          <a:pt x="133541" y="29528"/>
                          <a:pt x="125063" y="38100"/>
                          <a:pt x="114491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grpSp>
                <p:nvGrpSpPr>
                  <p:cNvPr id="544" name="Graphic 112">
                    <a:extLst>
                      <a:ext uri="{FF2B5EF4-FFF2-40B4-BE49-F238E27FC236}">
                        <a16:creationId xmlns:a16="http://schemas.microsoft.com/office/drawing/2014/main" id="{E95B20C5-B2C0-4DE9-85CE-C3B235D15E24}"/>
                      </a:ext>
                    </a:extLst>
                  </p:cNvPr>
                  <p:cNvGrpSpPr/>
                  <p:nvPr/>
                </p:nvGrpSpPr>
                <p:grpSpPr>
                  <a:xfrm>
                    <a:off x="5769006" y="3448315"/>
                    <a:ext cx="825436" cy="485795"/>
                    <a:chOff x="5769006" y="3448315"/>
                    <a:chExt cx="825436" cy="485795"/>
                  </a:xfrm>
                  <a:grpFill/>
                </p:grpSpPr>
                <p:sp>
                  <p:nvSpPr>
                    <p:cNvPr id="545" name="Freeform: Shape 544">
                      <a:extLst>
                        <a:ext uri="{FF2B5EF4-FFF2-40B4-BE49-F238E27FC236}">
                          <a16:creationId xmlns:a16="http://schemas.microsoft.com/office/drawing/2014/main" id="{B6A50F43-87DD-42DC-A518-E1FE617633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2148" y="3538061"/>
                      <a:ext cx="431762" cy="252888"/>
                    </a:xfrm>
                    <a:custGeom>
                      <a:avLst/>
                      <a:gdLst>
                        <a:gd name="connsiteX0" fmla="*/ 269576 w 431762"/>
                        <a:gd name="connsiteY0" fmla="*/ 252889 h 252888"/>
                        <a:gd name="connsiteX1" fmla="*/ 19069 w 431762"/>
                        <a:gd name="connsiteY1" fmla="*/ 252889 h 252888"/>
                        <a:gd name="connsiteX2" fmla="*/ 2876 w 431762"/>
                        <a:gd name="connsiteY2" fmla="*/ 243840 h 252888"/>
                        <a:gd name="connsiteX3" fmla="*/ 2019 w 431762"/>
                        <a:gd name="connsiteY3" fmla="*/ 225266 h 252888"/>
                        <a:gd name="connsiteX4" fmla="*/ 109366 w 431762"/>
                        <a:gd name="connsiteY4" fmla="*/ 10573 h 252888"/>
                        <a:gd name="connsiteX5" fmla="*/ 126416 w 431762"/>
                        <a:gd name="connsiteY5" fmla="*/ 0 h 252888"/>
                        <a:gd name="connsiteX6" fmla="*/ 412737 w 431762"/>
                        <a:gd name="connsiteY6" fmla="*/ 0 h 252888"/>
                        <a:gd name="connsiteX7" fmla="*/ 429501 w 431762"/>
                        <a:gd name="connsiteY7" fmla="*/ 10097 h 252888"/>
                        <a:gd name="connsiteX8" fmla="*/ 428549 w 431762"/>
                        <a:gd name="connsiteY8" fmla="*/ 29623 h 252888"/>
                        <a:gd name="connsiteX9" fmla="*/ 285388 w 431762"/>
                        <a:gd name="connsiteY9" fmla="*/ 244412 h 252888"/>
                        <a:gd name="connsiteX10" fmla="*/ 269576 w 431762"/>
                        <a:gd name="connsiteY10" fmla="*/ 252889 h 252888"/>
                        <a:gd name="connsiteX11" fmla="*/ 49835 w 431762"/>
                        <a:gd name="connsiteY11" fmla="*/ 214789 h 252888"/>
                        <a:gd name="connsiteX12" fmla="*/ 259385 w 431762"/>
                        <a:gd name="connsiteY12" fmla="*/ 214789 h 252888"/>
                        <a:gd name="connsiteX13" fmla="*/ 377114 w 431762"/>
                        <a:gd name="connsiteY13" fmla="*/ 38195 h 252888"/>
                        <a:gd name="connsiteX14" fmla="*/ 138227 w 431762"/>
                        <a:gd name="connsiteY14" fmla="*/ 38195 h 252888"/>
                        <a:gd name="connsiteX15" fmla="*/ 49835 w 431762"/>
                        <a:gd name="connsiteY15" fmla="*/ 214789 h 2528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431762" h="252888">
                          <a:moveTo>
                            <a:pt x="269576" y="252889"/>
                          </a:moveTo>
                          <a:lnTo>
                            <a:pt x="19069" y="252889"/>
                          </a:lnTo>
                          <a:cubicBezTo>
                            <a:pt x="12497" y="252889"/>
                            <a:pt x="6305" y="249460"/>
                            <a:pt x="2876" y="243840"/>
                          </a:cubicBezTo>
                          <a:cubicBezTo>
                            <a:pt x="-648" y="238220"/>
                            <a:pt x="-934" y="231172"/>
                            <a:pt x="2019" y="225266"/>
                          </a:cubicBezTo>
                          <a:lnTo>
                            <a:pt x="109366" y="10573"/>
                          </a:lnTo>
                          <a:cubicBezTo>
                            <a:pt x="112604" y="4096"/>
                            <a:pt x="119177" y="0"/>
                            <a:pt x="126416" y="0"/>
                          </a:cubicBezTo>
                          <a:lnTo>
                            <a:pt x="412737" y="0"/>
                          </a:lnTo>
                          <a:cubicBezTo>
                            <a:pt x="419786" y="0"/>
                            <a:pt x="426263" y="3905"/>
                            <a:pt x="429501" y="10097"/>
                          </a:cubicBezTo>
                          <a:cubicBezTo>
                            <a:pt x="432835" y="16288"/>
                            <a:pt x="432454" y="23813"/>
                            <a:pt x="428549" y="29623"/>
                          </a:cubicBezTo>
                          <a:lnTo>
                            <a:pt x="285388" y="244412"/>
                          </a:lnTo>
                          <a:cubicBezTo>
                            <a:pt x="281864" y="249746"/>
                            <a:pt x="275958" y="252889"/>
                            <a:pt x="269576" y="252889"/>
                          </a:cubicBezTo>
                          <a:close/>
                          <a:moveTo>
                            <a:pt x="49835" y="214789"/>
                          </a:moveTo>
                          <a:lnTo>
                            <a:pt x="259385" y="214789"/>
                          </a:lnTo>
                          <a:lnTo>
                            <a:pt x="377114" y="38195"/>
                          </a:lnTo>
                          <a:lnTo>
                            <a:pt x="138227" y="38195"/>
                          </a:lnTo>
                          <a:lnTo>
                            <a:pt x="49835" y="214789"/>
                          </a:ln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546" name="Freeform: Shape 545">
                      <a:extLst>
                        <a:ext uri="{FF2B5EF4-FFF2-40B4-BE49-F238E27FC236}">
                          <a16:creationId xmlns:a16="http://schemas.microsoft.com/office/drawing/2014/main" id="{064268DC-5843-4F58-9D6E-A6CB275975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68630" y="3448315"/>
                      <a:ext cx="232070" cy="342634"/>
                    </a:xfrm>
                    <a:custGeom>
                      <a:avLst/>
                      <a:gdLst>
                        <a:gd name="connsiteX0" fmla="*/ 213095 w 232070"/>
                        <a:gd name="connsiteY0" fmla="*/ 342635 h 342634"/>
                        <a:gd name="connsiteX1" fmla="*/ 196998 w 232070"/>
                        <a:gd name="connsiteY1" fmla="*/ 333777 h 342634"/>
                        <a:gd name="connsiteX2" fmla="*/ 2973 w 232070"/>
                        <a:gd name="connsiteY2" fmla="*/ 29262 h 342634"/>
                        <a:gd name="connsiteX3" fmla="*/ 8784 w 232070"/>
                        <a:gd name="connsiteY3" fmla="*/ 2973 h 342634"/>
                        <a:gd name="connsiteX4" fmla="*/ 35073 w 232070"/>
                        <a:gd name="connsiteY4" fmla="*/ 8784 h 342634"/>
                        <a:gd name="connsiteX5" fmla="*/ 229097 w 232070"/>
                        <a:gd name="connsiteY5" fmla="*/ 313298 h 342634"/>
                        <a:gd name="connsiteX6" fmla="*/ 223287 w 232070"/>
                        <a:gd name="connsiteY6" fmla="*/ 339587 h 342634"/>
                        <a:gd name="connsiteX7" fmla="*/ 213095 w 232070"/>
                        <a:gd name="connsiteY7" fmla="*/ 342635 h 34263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232070" h="342634">
                          <a:moveTo>
                            <a:pt x="213095" y="342635"/>
                          </a:moveTo>
                          <a:cubicBezTo>
                            <a:pt x="206808" y="342635"/>
                            <a:pt x="200617" y="339492"/>
                            <a:pt x="196998" y="333777"/>
                          </a:cubicBezTo>
                          <a:lnTo>
                            <a:pt x="2973" y="29262"/>
                          </a:lnTo>
                          <a:cubicBezTo>
                            <a:pt x="-2646" y="20404"/>
                            <a:pt x="-75" y="8593"/>
                            <a:pt x="8784" y="2973"/>
                          </a:cubicBezTo>
                          <a:cubicBezTo>
                            <a:pt x="17642" y="-2646"/>
                            <a:pt x="29453" y="-75"/>
                            <a:pt x="35073" y="8784"/>
                          </a:cubicBezTo>
                          <a:lnTo>
                            <a:pt x="229097" y="313298"/>
                          </a:lnTo>
                          <a:cubicBezTo>
                            <a:pt x="234717" y="322156"/>
                            <a:pt x="232145" y="333967"/>
                            <a:pt x="223287" y="339587"/>
                          </a:cubicBezTo>
                          <a:cubicBezTo>
                            <a:pt x="220143" y="341682"/>
                            <a:pt x="216619" y="342635"/>
                            <a:pt x="213095" y="342635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547" name="Freeform: Shape 546">
                      <a:extLst>
                        <a:ext uri="{FF2B5EF4-FFF2-40B4-BE49-F238E27FC236}">
                          <a16:creationId xmlns:a16="http://schemas.microsoft.com/office/drawing/2014/main" id="{DA93A566-88BC-45CD-B997-14276947FF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98489" y="3466528"/>
                      <a:ext cx="252882" cy="324421"/>
                    </a:xfrm>
                    <a:custGeom>
                      <a:avLst/>
                      <a:gdLst>
                        <a:gd name="connsiteX0" fmla="*/ 233744 w 252882"/>
                        <a:gd name="connsiteY0" fmla="*/ 324422 h 324421"/>
                        <a:gd name="connsiteX1" fmla="*/ 216694 w 252882"/>
                        <a:gd name="connsiteY1" fmla="*/ 313849 h 324421"/>
                        <a:gd name="connsiteX2" fmla="*/ 78867 w 252882"/>
                        <a:gd name="connsiteY2" fmla="*/ 38100 h 324421"/>
                        <a:gd name="connsiteX3" fmla="*/ 19050 w 252882"/>
                        <a:gd name="connsiteY3" fmla="*/ 38100 h 324421"/>
                        <a:gd name="connsiteX4" fmla="*/ 0 w 252882"/>
                        <a:gd name="connsiteY4" fmla="*/ 19050 h 324421"/>
                        <a:gd name="connsiteX5" fmla="*/ 19050 w 252882"/>
                        <a:gd name="connsiteY5" fmla="*/ 0 h 324421"/>
                        <a:gd name="connsiteX6" fmla="*/ 90678 w 252882"/>
                        <a:gd name="connsiteY6" fmla="*/ 0 h 324421"/>
                        <a:gd name="connsiteX7" fmla="*/ 107728 w 252882"/>
                        <a:gd name="connsiteY7" fmla="*/ 10573 h 324421"/>
                        <a:gd name="connsiteX8" fmla="*/ 250888 w 252882"/>
                        <a:gd name="connsiteY8" fmla="*/ 296894 h 324421"/>
                        <a:gd name="connsiteX9" fmla="*/ 242411 w 252882"/>
                        <a:gd name="connsiteY9" fmla="*/ 322421 h 324421"/>
                        <a:gd name="connsiteX10" fmla="*/ 233744 w 252882"/>
                        <a:gd name="connsiteY10" fmla="*/ 324422 h 3244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252882" h="324421">
                          <a:moveTo>
                            <a:pt x="233744" y="324422"/>
                          </a:moveTo>
                          <a:cubicBezTo>
                            <a:pt x="226790" y="324422"/>
                            <a:pt x="220027" y="320612"/>
                            <a:pt x="216694" y="313849"/>
                          </a:cubicBezTo>
                          <a:lnTo>
                            <a:pt x="78867" y="38100"/>
                          </a:lnTo>
                          <a:lnTo>
                            <a:pt x="19050" y="38100"/>
                          </a:lnTo>
                          <a:cubicBezTo>
                            <a:pt x="8477" y="38100"/>
                            <a:pt x="0" y="29623"/>
                            <a:pt x="0" y="19050"/>
                          </a:cubicBezTo>
                          <a:cubicBezTo>
                            <a:pt x="0" y="8477"/>
                            <a:pt x="8477" y="0"/>
                            <a:pt x="19050" y="0"/>
                          </a:cubicBezTo>
                          <a:lnTo>
                            <a:pt x="90678" y="0"/>
                          </a:lnTo>
                          <a:cubicBezTo>
                            <a:pt x="97917" y="0"/>
                            <a:pt x="104489" y="4096"/>
                            <a:pt x="107728" y="10573"/>
                          </a:cubicBezTo>
                          <a:lnTo>
                            <a:pt x="250888" y="296894"/>
                          </a:lnTo>
                          <a:cubicBezTo>
                            <a:pt x="255556" y="306324"/>
                            <a:pt x="251746" y="317754"/>
                            <a:pt x="242411" y="322421"/>
                          </a:cubicBezTo>
                          <a:cubicBezTo>
                            <a:pt x="239554" y="323755"/>
                            <a:pt x="236696" y="324422"/>
                            <a:pt x="233744" y="324422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548" name="Freeform: Shape 547">
                      <a:extLst>
                        <a:ext uri="{FF2B5EF4-FFF2-40B4-BE49-F238E27FC236}">
                          <a16:creationId xmlns:a16="http://schemas.microsoft.com/office/drawing/2014/main" id="{C7807649-C18D-470F-93B3-BE56FD7DA2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77368" y="3717035"/>
                      <a:ext cx="109727" cy="109728"/>
                    </a:xfrm>
                    <a:custGeom>
                      <a:avLst/>
                      <a:gdLst>
                        <a:gd name="connsiteX0" fmla="*/ 54864 w 109727"/>
                        <a:gd name="connsiteY0" fmla="*/ 109728 h 109728"/>
                        <a:gd name="connsiteX1" fmla="*/ 0 w 109727"/>
                        <a:gd name="connsiteY1" fmla="*/ 54864 h 109728"/>
                        <a:gd name="connsiteX2" fmla="*/ 54864 w 109727"/>
                        <a:gd name="connsiteY2" fmla="*/ 0 h 109728"/>
                        <a:gd name="connsiteX3" fmla="*/ 109728 w 109727"/>
                        <a:gd name="connsiteY3" fmla="*/ 54864 h 109728"/>
                        <a:gd name="connsiteX4" fmla="*/ 54864 w 109727"/>
                        <a:gd name="connsiteY4" fmla="*/ 109728 h 109728"/>
                        <a:gd name="connsiteX5" fmla="*/ 54864 w 109727"/>
                        <a:gd name="connsiteY5" fmla="*/ 38100 h 109728"/>
                        <a:gd name="connsiteX6" fmla="*/ 38100 w 109727"/>
                        <a:gd name="connsiteY6" fmla="*/ 54864 h 109728"/>
                        <a:gd name="connsiteX7" fmla="*/ 54864 w 109727"/>
                        <a:gd name="connsiteY7" fmla="*/ 71628 h 109728"/>
                        <a:gd name="connsiteX8" fmla="*/ 71628 w 109727"/>
                        <a:gd name="connsiteY8" fmla="*/ 54864 h 109728"/>
                        <a:gd name="connsiteX9" fmla="*/ 54864 w 109727"/>
                        <a:gd name="connsiteY9" fmla="*/ 38100 h 1097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9727" h="109728">
                          <a:moveTo>
                            <a:pt x="54864" y="109728"/>
                          </a:moveTo>
                          <a:cubicBezTo>
                            <a:pt x="24670" y="109728"/>
                            <a:pt x="0" y="85154"/>
                            <a:pt x="0" y="54864"/>
                          </a:cubicBezTo>
                          <a:cubicBezTo>
                            <a:pt x="0" y="24575"/>
                            <a:pt x="24575" y="0"/>
                            <a:pt x="54864" y="0"/>
                          </a:cubicBezTo>
                          <a:cubicBezTo>
                            <a:pt x="85154" y="0"/>
                            <a:pt x="109728" y="24575"/>
                            <a:pt x="109728" y="54864"/>
                          </a:cubicBezTo>
                          <a:cubicBezTo>
                            <a:pt x="109728" y="85154"/>
                            <a:pt x="85154" y="109728"/>
                            <a:pt x="54864" y="109728"/>
                          </a:cubicBezTo>
                          <a:close/>
                          <a:moveTo>
                            <a:pt x="54864" y="38100"/>
                          </a:moveTo>
                          <a:cubicBezTo>
                            <a:pt x="45625" y="38100"/>
                            <a:pt x="38100" y="45625"/>
                            <a:pt x="38100" y="54864"/>
                          </a:cubicBezTo>
                          <a:cubicBezTo>
                            <a:pt x="38100" y="64103"/>
                            <a:pt x="45625" y="71628"/>
                            <a:pt x="54864" y="71628"/>
                          </a:cubicBezTo>
                          <a:cubicBezTo>
                            <a:pt x="64103" y="71628"/>
                            <a:pt x="71628" y="64103"/>
                            <a:pt x="71628" y="54864"/>
                          </a:cubicBezTo>
                          <a:cubicBezTo>
                            <a:pt x="71628" y="45625"/>
                            <a:pt x="64103" y="38100"/>
                            <a:pt x="54864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549" name="Freeform: Shape 548">
                      <a:extLst>
                        <a:ext uri="{FF2B5EF4-FFF2-40B4-BE49-F238E27FC236}">
                          <a16:creationId xmlns:a16="http://schemas.microsoft.com/office/drawing/2014/main" id="{88052C3F-FA64-4ECF-B1E3-696D011397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76353" y="3717035"/>
                      <a:ext cx="109728" cy="109728"/>
                    </a:xfrm>
                    <a:custGeom>
                      <a:avLst/>
                      <a:gdLst>
                        <a:gd name="connsiteX0" fmla="*/ 54864 w 109728"/>
                        <a:gd name="connsiteY0" fmla="*/ 109728 h 109728"/>
                        <a:gd name="connsiteX1" fmla="*/ 0 w 109728"/>
                        <a:gd name="connsiteY1" fmla="*/ 54864 h 109728"/>
                        <a:gd name="connsiteX2" fmla="*/ 54864 w 109728"/>
                        <a:gd name="connsiteY2" fmla="*/ 0 h 109728"/>
                        <a:gd name="connsiteX3" fmla="*/ 109728 w 109728"/>
                        <a:gd name="connsiteY3" fmla="*/ 54864 h 109728"/>
                        <a:gd name="connsiteX4" fmla="*/ 54864 w 109728"/>
                        <a:gd name="connsiteY4" fmla="*/ 109728 h 109728"/>
                        <a:gd name="connsiteX5" fmla="*/ 54864 w 109728"/>
                        <a:gd name="connsiteY5" fmla="*/ 38100 h 109728"/>
                        <a:gd name="connsiteX6" fmla="*/ 38100 w 109728"/>
                        <a:gd name="connsiteY6" fmla="*/ 54864 h 109728"/>
                        <a:gd name="connsiteX7" fmla="*/ 54864 w 109728"/>
                        <a:gd name="connsiteY7" fmla="*/ 71628 h 109728"/>
                        <a:gd name="connsiteX8" fmla="*/ 71628 w 109728"/>
                        <a:gd name="connsiteY8" fmla="*/ 54864 h 109728"/>
                        <a:gd name="connsiteX9" fmla="*/ 54864 w 109728"/>
                        <a:gd name="connsiteY9" fmla="*/ 38100 h 1097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9728" h="109728">
                          <a:moveTo>
                            <a:pt x="54864" y="109728"/>
                          </a:moveTo>
                          <a:cubicBezTo>
                            <a:pt x="24575" y="109728"/>
                            <a:pt x="0" y="85154"/>
                            <a:pt x="0" y="54864"/>
                          </a:cubicBezTo>
                          <a:cubicBezTo>
                            <a:pt x="0" y="24575"/>
                            <a:pt x="24575" y="0"/>
                            <a:pt x="54864" y="0"/>
                          </a:cubicBezTo>
                          <a:cubicBezTo>
                            <a:pt x="85154" y="0"/>
                            <a:pt x="109728" y="24575"/>
                            <a:pt x="109728" y="54864"/>
                          </a:cubicBezTo>
                          <a:cubicBezTo>
                            <a:pt x="109728" y="85154"/>
                            <a:pt x="85058" y="109728"/>
                            <a:pt x="54864" y="109728"/>
                          </a:cubicBezTo>
                          <a:close/>
                          <a:moveTo>
                            <a:pt x="54864" y="38100"/>
                          </a:moveTo>
                          <a:cubicBezTo>
                            <a:pt x="45625" y="38100"/>
                            <a:pt x="38100" y="45625"/>
                            <a:pt x="38100" y="54864"/>
                          </a:cubicBezTo>
                          <a:cubicBezTo>
                            <a:pt x="38100" y="64103"/>
                            <a:pt x="45625" y="71628"/>
                            <a:pt x="54864" y="71628"/>
                          </a:cubicBezTo>
                          <a:cubicBezTo>
                            <a:pt x="64103" y="71628"/>
                            <a:pt x="71628" y="64103"/>
                            <a:pt x="71628" y="54864"/>
                          </a:cubicBezTo>
                          <a:cubicBezTo>
                            <a:pt x="71533" y="45625"/>
                            <a:pt x="64008" y="38100"/>
                            <a:pt x="54864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550" name="Freeform: Shape 549">
                      <a:extLst>
                        <a:ext uri="{FF2B5EF4-FFF2-40B4-BE49-F238E27FC236}">
                          <a16:creationId xmlns:a16="http://schemas.microsoft.com/office/drawing/2014/main" id="{A37EA148-C404-45E1-A207-68CC19C10D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70021" y="3609689"/>
                      <a:ext cx="324421" cy="324421"/>
                    </a:xfrm>
                    <a:custGeom>
                      <a:avLst/>
                      <a:gdLst>
                        <a:gd name="connsiteX0" fmla="*/ 162211 w 324421"/>
                        <a:gd name="connsiteY0" fmla="*/ 324421 h 324421"/>
                        <a:gd name="connsiteX1" fmla="*/ 0 w 324421"/>
                        <a:gd name="connsiteY1" fmla="*/ 162211 h 324421"/>
                        <a:gd name="connsiteX2" fmla="*/ 162211 w 324421"/>
                        <a:gd name="connsiteY2" fmla="*/ 0 h 324421"/>
                        <a:gd name="connsiteX3" fmla="*/ 324422 w 324421"/>
                        <a:gd name="connsiteY3" fmla="*/ 162211 h 324421"/>
                        <a:gd name="connsiteX4" fmla="*/ 162211 w 324421"/>
                        <a:gd name="connsiteY4" fmla="*/ 324421 h 324421"/>
                        <a:gd name="connsiteX5" fmla="*/ 162211 w 324421"/>
                        <a:gd name="connsiteY5" fmla="*/ 38100 h 324421"/>
                        <a:gd name="connsiteX6" fmla="*/ 38100 w 324421"/>
                        <a:gd name="connsiteY6" fmla="*/ 162211 h 324421"/>
                        <a:gd name="connsiteX7" fmla="*/ 162211 w 324421"/>
                        <a:gd name="connsiteY7" fmla="*/ 286321 h 324421"/>
                        <a:gd name="connsiteX8" fmla="*/ 286322 w 324421"/>
                        <a:gd name="connsiteY8" fmla="*/ 162211 h 324421"/>
                        <a:gd name="connsiteX9" fmla="*/ 162211 w 324421"/>
                        <a:gd name="connsiteY9" fmla="*/ 38100 h 3244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24421" h="324421">
                          <a:moveTo>
                            <a:pt x="162211" y="324421"/>
                          </a:moveTo>
                          <a:cubicBezTo>
                            <a:pt x="72771" y="324421"/>
                            <a:pt x="0" y="251650"/>
                            <a:pt x="0" y="162211"/>
                          </a:cubicBezTo>
                          <a:cubicBezTo>
                            <a:pt x="0" y="72771"/>
                            <a:pt x="72771" y="0"/>
                            <a:pt x="162211" y="0"/>
                          </a:cubicBezTo>
                          <a:cubicBezTo>
                            <a:pt x="251651" y="0"/>
                            <a:pt x="324422" y="72771"/>
                            <a:pt x="324422" y="162211"/>
                          </a:cubicBezTo>
                          <a:cubicBezTo>
                            <a:pt x="324422" y="251650"/>
                            <a:pt x="251651" y="324421"/>
                            <a:pt x="162211" y="324421"/>
                          </a:cubicBezTo>
                          <a:close/>
                          <a:moveTo>
                            <a:pt x="162211" y="38100"/>
                          </a:moveTo>
                          <a:cubicBezTo>
                            <a:pt x="93821" y="38100"/>
                            <a:pt x="38100" y="93821"/>
                            <a:pt x="38100" y="162211"/>
                          </a:cubicBezTo>
                          <a:cubicBezTo>
                            <a:pt x="38100" y="230696"/>
                            <a:pt x="93821" y="286321"/>
                            <a:pt x="162211" y="286321"/>
                          </a:cubicBezTo>
                          <a:cubicBezTo>
                            <a:pt x="230600" y="286321"/>
                            <a:pt x="286322" y="230600"/>
                            <a:pt x="286322" y="162211"/>
                          </a:cubicBezTo>
                          <a:cubicBezTo>
                            <a:pt x="286322" y="93726"/>
                            <a:pt x="230696" y="38100"/>
                            <a:pt x="162211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551" name="Freeform: Shape 550">
                      <a:extLst>
                        <a:ext uri="{FF2B5EF4-FFF2-40B4-BE49-F238E27FC236}">
                          <a16:creationId xmlns:a16="http://schemas.microsoft.com/office/drawing/2014/main" id="{A2E97E8A-B914-45D1-AC5B-F637329175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9006" y="3609689"/>
                      <a:ext cx="324421" cy="324421"/>
                    </a:xfrm>
                    <a:custGeom>
                      <a:avLst/>
                      <a:gdLst>
                        <a:gd name="connsiteX0" fmla="*/ 162211 w 324421"/>
                        <a:gd name="connsiteY0" fmla="*/ 324421 h 324421"/>
                        <a:gd name="connsiteX1" fmla="*/ 0 w 324421"/>
                        <a:gd name="connsiteY1" fmla="*/ 162211 h 324421"/>
                        <a:gd name="connsiteX2" fmla="*/ 162211 w 324421"/>
                        <a:gd name="connsiteY2" fmla="*/ 0 h 324421"/>
                        <a:gd name="connsiteX3" fmla="*/ 324422 w 324421"/>
                        <a:gd name="connsiteY3" fmla="*/ 162211 h 324421"/>
                        <a:gd name="connsiteX4" fmla="*/ 162211 w 324421"/>
                        <a:gd name="connsiteY4" fmla="*/ 324421 h 324421"/>
                        <a:gd name="connsiteX5" fmla="*/ 162211 w 324421"/>
                        <a:gd name="connsiteY5" fmla="*/ 38100 h 324421"/>
                        <a:gd name="connsiteX6" fmla="*/ 38100 w 324421"/>
                        <a:gd name="connsiteY6" fmla="*/ 162211 h 324421"/>
                        <a:gd name="connsiteX7" fmla="*/ 162211 w 324421"/>
                        <a:gd name="connsiteY7" fmla="*/ 286321 h 324421"/>
                        <a:gd name="connsiteX8" fmla="*/ 286322 w 324421"/>
                        <a:gd name="connsiteY8" fmla="*/ 162211 h 324421"/>
                        <a:gd name="connsiteX9" fmla="*/ 162211 w 324421"/>
                        <a:gd name="connsiteY9" fmla="*/ 38100 h 3244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24421" h="324421">
                          <a:moveTo>
                            <a:pt x="162211" y="324421"/>
                          </a:moveTo>
                          <a:cubicBezTo>
                            <a:pt x="72771" y="324421"/>
                            <a:pt x="0" y="251650"/>
                            <a:pt x="0" y="162211"/>
                          </a:cubicBezTo>
                          <a:cubicBezTo>
                            <a:pt x="0" y="72771"/>
                            <a:pt x="72676" y="0"/>
                            <a:pt x="162211" y="0"/>
                          </a:cubicBezTo>
                          <a:cubicBezTo>
                            <a:pt x="251650" y="0"/>
                            <a:pt x="324422" y="72771"/>
                            <a:pt x="324422" y="162211"/>
                          </a:cubicBezTo>
                          <a:cubicBezTo>
                            <a:pt x="324422" y="251650"/>
                            <a:pt x="251650" y="324421"/>
                            <a:pt x="162211" y="324421"/>
                          </a:cubicBezTo>
                          <a:close/>
                          <a:moveTo>
                            <a:pt x="162211" y="38100"/>
                          </a:moveTo>
                          <a:cubicBezTo>
                            <a:pt x="93726" y="38100"/>
                            <a:pt x="38100" y="93821"/>
                            <a:pt x="38100" y="162211"/>
                          </a:cubicBezTo>
                          <a:cubicBezTo>
                            <a:pt x="38100" y="230696"/>
                            <a:pt x="93821" y="286321"/>
                            <a:pt x="162211" y="286321"/>
                          </a:cubicBezTo>
                          <a:cubicBezTo>
                            <a:pt x="230696" y="286321"/>
                            <a:pt x="286322" y="230600"/>
                            <a:pt x="286322" y="162211"/>
                          </a:cubicBezTo>
                          <a:cubicBezTo>
                            <a:pt x="286322" y="93726"/>
                            <a:pt x="230600" y="38100"/>
                            <a:pt x="162211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</p:grpSp>
            </p:grpSp>
          </p:grpSp>
          <p:grpSp>
            <p:nvGrpSpPr>
              <p:cNvPr id="524" name="Group 523">
                <a:extLst>
                  <a:ext uri="{FF2B5EF4-FFF2-40B4-BE49-F238E27FC236}">
                    <a16:creationId xmlns:a16="http://schemas.microsoft.com/office/drawing/2014/main" id="{CD11DE63-D5AE-4160-80EF-76FE4534A895}"/>
                  </a:ext>
                </a:extLst>
              </p:cNvPr>
              <p:cNvGrpSpPr/>
              <p:nvPr/>
            </p:nvGrpSpPr>
            <p:grpSpPr>
              <a:xfrm>
                <a:off x="8502654" y="3990815"/>
                <a:ext cx="263476" cy="225927"/>
                <a:chOff x="9230360" y="2173322"/>
                <a:chExt cx="263476" cy="225927"/>
              </a:xfrm>
            </p:grpSpPr>
            <p:sp>
              <p:nvSpPr>
                <p:cNvPr id="533" name="Freeform 125">
                  <a:extLst>
                    <a:ext uri="{FF2B5EF4-FFF2-40B4-BE49-F238E27FC236}">
                      <a16:creationId xmlns:a16="http://schemas.microsoft.com/office/drawing/2014/main" id="{59C74DDE-24C4-4436-BF94-46FF26E955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69818" y="2212780"/>
                  <a:ext cx="183288" cy="186469"/>
                </a:xfrm>
                <a:custGeom>
                  <a:avLst/>
                  <a:gdLst>
                    <a:gd name="T0" fmla="*/ 288 w 288"/>
                    <a:gd name="T1" fmla="*/ 129 h 293"/>
                    <a:gd name="T2" fmla="*/ 145 w 288"/>
                    <a:gd name="T3" fmla="*/ 0 h 293"/>
                    <a:gd name="T4" fmla="*/ 145 w 288"/>
                    <a:gd name="T5" fmla="*/ 0 h 293"/>
                    <a:gd name="T6" fmla="*/ 145 w 288"/>
                    <a:gd name="T7" fmla="*/ 0 h 293"/>
                    <a:gd name="T8" fmla="*/ 145 w 288"/>
                    <a:gd name="T9" fmla="*/ 0 h 293"/>
                    <a:gd name="T10" fmla="*/ 0 w 288"/>
                    <a:gd name="T11" fmla="*/ 129 h 293"/>
                    <a:gd name="T12" fmla="*/ 0 w 288"/>
                    <a:gd name="T13" fmla="*/ 293 h 293"/>
                    <a:gd name="T14" fmla="*/ 107 w 288"/>
                    <a:gd name="T15" fmla="*/ 293 h 293"/>
                    <a:gd name="T16" fmla="*/ 107 w 288"/>
                    <a:gd name="T17" fmla="*/ 198 h 293"/>
                    <a:gd name="T18" fmla="*/ 180 w 288"/>
                    <a:gd name="T19" fmla="*/ 198 h 293"/>
                    <a:gd name="T20" fmla="*/ 180 w 288"/>
                    <a:gd name="T21" fmla="*/ 293 h 293"/>
                    <a:gd name="T22" fmla="*/ 288 w 288"/>
                    <a:gd name="T23" fmla="*/ 293 h 293"/>
                    <a:gd name="T24" fmla="*/ 288 w 288"/>
                    <a:gd name="T25" fmla="*/ 129 h 2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88" h="293">
                      <a:moveTo>
                        <a:pt x="288" y="129"/>
                      </a:moveTo>
                      <a:lnTo>
                        <a:pt x="145" y="0"/>
                      </a:lnTo>
                      <a:lnTo>
                        <a:pt x="145" y="0"/>
                      </a:lnTo>
                      <a:lnTo>
                        <a:pt x="145" y="0"/>
                      </a:lnTo>
                      <a:lnTo>
                        <a:pt x="145" y="0"/>
                      </a:lnTo>
                      <a:lnTo>
                        <a:pt x="0" y="129"/>
                      </a:lnTo>
                      <a:lnTo>
                        <a:pt x="0" y="293"/>
                      </a:lnTo>
                      <a:lnTo>
                        <a:pt x="107" y="293"/>
                      </a:lnTo>
                      <a:lnTo>
                        <a:pt x="107" y="198"/>
                      </a:lnTo>
                      <a:lnTo>
                        <a:pt x="180" y="198"/>
                      </a:lnTo>
                      <a:lnTo>
                        <a:pt x="180" y="293"/>
                      </a:lnTo>
                      <a:lnTo>
                        <a:pt x="288" y="293"/>
                      </a:lnTo>
                      <a:lnTo>
                        <a:pt x="288" y="129"/>
                      </a:lnTo>
                      <a:close/>
                    </a:path>
                  </a:pathLst>
                </a:custGeom>
                <a:noFill/>
                <a:ln w="12700" cap="flat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sp>
              <p:nvSpPr>
                <p:cNvPr id="534" name="Freeform 126">
                  <a:extLst>
                    <a:ext uri="{FF2B5EF4-FFF2-40B4-BE49-F238E27FC236}">
                      <a16:creationId xmlns:a16="http://schemas.microsoft.com/office/drawing/2014/main" id="{BEEDB02B-75D2-4332-99A3-5064910B4A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30360" y="2173322"/>
                  <a:ext cx="263476" cy="114554"/>
                </a:xfrm>
                <a:custGeom>
                  <a:avLst/>
                  <a:gdLst>
                    <a:gd name="T0" fmla="*/ 414 w 414"/>
                    <a:gd name="T1" fmla="*/ 180 h 180"/>
                    <a:gd name="T2" fmla="*/ 207 w 414"/>
                    <a:gd name="T3" fmla="*/ 0 h 180"/>
                    <a:gd name="T4" fmla="*/ 109 w 414"/>
                    <a:gd name="T5" fmla="*/ 84 h 180"/>
                    <a:gd name="T6" fmla="*/ 109 w 414"/>
                    <a:gd name="T7" fmla="*/ 30 h 180"/>
                    <a:gd name="T8" fmla="*/ 64 w 414"/>
                    <a:gd name="T9" fmla="*/ 30 h 180"/>
                    <a:gd name="T10" fmla="*/ 64 w 414"/>
                    <a:gd name="T11" fmla="*/ 123 h 180"/>
                    <a:gd name="T12" fmla="*/ 0 w 414"/>
                    <a:gd name="T13" fmla="*/ 180 h 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14" h="180">
                      <a:moveTo>
                        <a:pt x="414" y="180"/>
                      </a:moveTo>
                      <a:lnTo>
                        <a:pt x="207" y="0"/>
                      </a:lnTo>
                      <a:lnTo>
                        <a:pt x="109" y="84"/>
                      </a:lnTo>
                      <a:lnTo>
                        <a:pt x="109" y="30"/>
                      </a:lnTo>
                      <a:lnTo>
                        <a:pt x="64" y="30"/>
                      </a:lnTo>
                      <a:lnTo>
                        <a:pt x="64" y="123"/>
                      </a:lnTo>
                      <a:lnTo>
                        <a:pt x="0" y="180"/>
                      </a:lnTo>
                    </a:path>
                  </a:pathLst>
                </a:cu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</p:grp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0F63435-D8A9-456D-9D67-53DF4525F7A4}"/>
                </a:ext>
              </a:extLst>
            </p:cNvPr>
            <p:cNvGrpSpPr/>
            <p:nvPr/>
          </p:nvGrpSpPr>
          <p:grpSpPr>
            <a:xfrm>
              <a:off x="8033021" y="5023594"/>
              <a:ext cx="1098492" cy="310571"/>
              <a:chOff x="8008908" y="4432024"/>
              <a:chExt cx="1098492" cy="310571"/>
            </a:xfrm>
          </p:grpSpPr>
          <p:grpSp>
            <p:nvGrpSpPr>
              <p:cNvPr id="553" name="Group 552">
                <a:extLst>
                  <a:ext uri="{FF2B5EF4-FFF2-40B4-BE49-F238E27FC236}">
                    <a16:creationId xmlns:a16="http://schemas.microsoft.com/office/drawing/2014/main" id="{A2647E54-FA23-4FE7-A0FA-AF0B34F141FB}"/>
                  </a:ext>
                </a:extLst>
              </p:cNvPr>
              <p:cNvGrpSpPr/>
              <p:nvPr/>
            </p:nvGrpSpPr>
            <p:grpSpPr>
              <a:xfrm>
                <a:off x="8008908" y="4432024"/>
                <a:ext cx="419847" cy="310571"/>
                <a:chOff x="8609927" y="1562831"/>
                <a:chExt cx="419847" cy="310571"/>
              </a:xfrm>
            </p:grpSpPr>
            <p:sp>
              <p:nvSpPr>
                <p:cNvPr id="565" name="Freeform: Shape 564">
                  <a:extLst>
                    <a:ext uri="{FF2B5EF4-FFF2-40B4-BE49-F238E27FC236}">
                      <a16:creationId xmlns:a16="http://schemas.microsoft.com/office/drawing/2014/main" id="{694143A0-FC5E-4DC6-877B-BD32BE7FD4F4}"/>
                    </a:ext>
                  </a:extLst>
                </p:cNvPr>
                <p:cNvSpPr/>
                <p:nvPr/>
              </p:nvSpPr>
              <p:spPr>
                <a:xfrm>
                  <a:off x="8609927" y="1585836"/>
                  <a:ext cx="149535" cy="149534"/>
                </a:xfrm>
                <a:custGeom>
                  <a:avLst/>
                  <a:gdLst>
                    <a:gd name="connsiteX0" fmla="*/ 247650 w 495300"/>
                    <a:gd name="connsiteY0" fmla="*/ 495300 h 495300"/>
                    <a:gd name="connsiteX1" fmla="*/ 0 w 495300"/>
                    <a:gd name="connsiteY1" fmla="*/ 247650 h 495300"/>
                    <a:gd name="connsiteX2" fmla="*/ 247650 w 495300"/>
                    <a:gd name="connsiteY2" fmla="*/ 0 h 495300"/>
                    <a:gd name="connsiteX3" fmla="*/ 495300 w 495300"/>
                    <a:gd name="connsiteY3" fmla="*/ 247650 h 495300"/>
                    <a:gd name="connsiteX4" fmla="*/ 247650 w 495300"/>
                    <a:gd name="connsiteY4" fmla="*/ 495300 h 495300"/>
                    <a:gd name="connsiteX5" fmla="*/ 247650 w 495300"/>
                    <a:gd name="connsiteY5" fmla="*/ 38100 h 495300"/>
                    <a:gd name="connsiteX6" fmla="*/ 38100 w 495300"/>
                    <a:gd name="connsiteY6" fmla="*/ 247650 h 495300"/>
                    <a:gd name="connsiteX7" fmla="*/ 247650 w 495300"/>
                    <a:gd name="connsiteY7" fmla="*/ 457200 h 495300"/>
                    <a:gd name="connsiteX8" fmla="*/ 457200 w 495300"/>
                    <a:gd name="connsiteY8" fmla="*/ 247650 h 495300"/>
                    <a:gd name="connsiteX9" fmla="*/ 247650 w 495300"/>
                    <a:gd name="connsiteY9" fmla="*/ 38100 h 495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5300" h="495300">
                      <a:moveTo>
                        <a:pt x="247650" y="495300"/>
                      </a:moveTo>
                      <a:cubicBezTo>
                        <a:pt x="111062" y="495300"/>
                        <a:pt x="0" y="384239"/>
                        <a:pt x="0" y="247650"/>
                      </a:cubicBezTo>
                      <a:cubicBezTo>
                        <a:pt x="0" y="111062"/>
                        <a:pt x="111062" y="0"/>
                        <a:pt x="247650" y="0"/>
                      </a:cubicBezTo>
                      <a:cubicBezTo>
                        <a:pt x="384239" y="0"/>
                        <a:pt x="495300" y="111062"/>
                        <a:pt x="495300" y="247650"/>
                      </a:cubicBezTo>
                      <a:cubicBezTo>
                        <a:pt x="495300" y="384239"/>
                        <a:pt x="384239" y="495300"/>
                        <a:pt x="247650" y="495300"/>
                      </a:cubicBezTo>
                      <a:close/>
                      <a:moveTo>
                        <a:pt x="247650" y="38100"/>
                      </a:moveTo>
                      <a:cubicBezTo>
                        <a:pt x="132112" y="38100"/>
                        <a:pt x="38100" y="132112"/>
                        <a:pt x="38100" y="247650"/>
                      </a:cubicBezTo>
                      <a:cubicBezTo>
                        <a:pt x="38100" y="363188"/>
                        <a:pt x="132112" y="457200"/>
                        <a:pt x="247650" y="457200"/>
                      </a:cubicBezTo>
                      <a:cubicBezTo>
                        <a:pt x="363188" y="457200"/>
                        <a:pt x="457200" y="363188"/>
                        <a:pt x="457200" y="247650"/>
                      </a:cubicBezTo>
                      <a:cubicBezTo>
                        <a:pt x="457200" y="132112"/>
                        <a:pt x="363188" y="38100"/>
                        <a:pt x="247650" y="381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566" name="Freeform: Shape 565">
                  <a:extLst>
                    <a:ext uri="{FF2B5EF4-FFF2-40B4-BE49-F238E27FC236}">
                      <a16:creationId xmlns:a16="http://schemas.microsoft.com/office/drawing/2014/main" id="{43C62BC5-BEBA-44E2-9BF3-6AFC83CC7845}"/>
                    </a:ext>
                  </a:extLst>
                </p:cNvPr>
                <p:cNvSpPr/>
                <p:nvPr/>
              </p:nvSpPr>
              <p:spPr>
                <a:xfrm>
                  <a:off x="8678943" y="1700863"/>
                  <a:ext cx="11503" cy="172539"/>
                </a:xfrm>
                <a:custGeom>
                  <a:avLst/>
                  <a:gdLst>
                    <a:gd name="connsiteX0" fmla="*/ 19050 w 38100"/>
                    <a:gd name="connsiteY0" fmla="*/ 571500 h 571500"/>
                    <a:gd name="connsiteX1" fmla="*/ 0 w 38100"/>
                    <a:gd name="connsiteY1" fmla="*/ 552450 h 571500"/>
                    <a:gd name="connsiteX2" fmla="*/ 0 w 38100"/>
                    <a:gd name="connsiteY2" fmla="*/ 19050 h 571500"/>
                    <a:gd name="connsiteX3" fmla="*/ 19050 w 38100"/>
                    <a:gd name="connsiteY3" fmla="*/ 0 h 571500"/>
                    <a:gd name="connsiteX4" fmla="*/ 38100 w 38100"/>
                    <a:gd name="connsiteY4" fmla="*/ 19050 h 571500"/>
                    <a:gd name="connsiteX5" fmla="*/ 38100 w 38100"/>
                    <a:gd name="connsiteY5" fmla="*/ 552450 h 571500"/>
                    <a:gd name="connsiteX6" fmla="*/ 19050 w 38100"/>
                    <a:gd name="connsiteY6" fmla="*/ 571500 h 571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100" h="571500">
                      <a:moveTo>
                        <a:pt x="19050" y="571500"/>
                      </a:moveTo>
                      <a:cubicBezTo>
                        <a:pt x="8477" y="571500"/>
                        <a:pt x="0" y="563023"/>
                        <a:pt x="0" y="552450"/>
                      </a:cubicBezTo>
                      <a:lnTo>
                        <a:pt x="0" y="19050"/>
                      </a:lnTo>
                      <a:cubicBezTo>
                        <a:pt x="0" y="8477"/>
                        <a:pt x="8477" y="0"/>
                        <a:pt x="19050" y="0"/>
                      </a:cubicBezTo>
                      <a:cubicBezTo>
                        <a:pt x="29623" y="0"/>
                        <a:pt x="38100" y="8477"/>
                        <a:pt x="38100" y="19050"/>
                      </a:cubicBezTo>
                      <a:lnTo>
                        <a:pt x="38100" y="552450"/>
                      </a:lnTo>
                      <a:cubicBezTo>
                        <a:pt x="38100" y="563023"/>
                        <a:pt x="29623" y="571500"/>
                        <a:pt x="19050" y="5715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567" name="Freeform: Shape 566">
                  <a:extLst>
                    <a:ext uri="{FF2B5EF4-FFF2-40B4-BE49-F238E27FC236}">
                      <a16:creationId xmlns:a16="http://schemas.microsoft.com/office/drawing/2014/main" id="{A0A8FE2E-71AF-469A-BC20-57F6620EEA4E}"/>
                    </a:ext>
                  </a:extLst>
                </p:cNvPr>
                <p:cNvSpPr/>
                <p:nvPr/>
              </p:nvSpPr>
              <p:spPr>
                <a:xfrm>
                  <a:off x="8655952" y="1677843"/>
                  <a:ext cx="57513" cy="34522"/>
                </a:xfrm>
                <a:custGeom>
                  <a:avLst/>
                  <a:gdLst>
                    <a:gd name="connsiteX0" fmla="*/ 95202 w 190499"/>
                    <a:gd name="connsiteY0" fmla="*/ 114348 h 114347"/>
                    <a:gd name="connsiteX1" fmla="*/ 81772 w 190499"/>
                    <a:gd name="connsiteY1" fmla="*/ 108728 h 114347"/>
                    <a:gd name="connsiteX2" fmla="*/ 5572 w 190499"/>
                    <a:gd name="connsiteY2" fmla="*/ 32528 h 114347"/>
                    <a:gd name="connsiteX3" fmla="*/ 5572 w 190499"/>
                    <a:gd name="connsiteY3" fmla="*/ 5572 h 114347"/>
                    <a:gd name="connsiteX4" fmla="*/ 32528 w 190499"/>
                    <a:gd name="connsiteY4" fmla="*/ 5572 h 114347"/>
                    <a:gd name="connsiteX5" fmla="*/ 95202 w 190499"/>
                    <a:gd name="connsiteY5" fmla="*/ 68342 h 114347"/>
                    <a:gd name="connsiteX6" fmla="*/ 157972 w 190499"/>
                    <a:gd name="connsiteY6" fmla="*/ 5572 h 114347"/>
                    <a:gd name="connsiteX7" fmla="*/ 184928 w 190499"/>
                    <a:gd name="connsiteY7" fmla="*/ 5572 h 114347"/>
                    <a:gd name="connsiteX8" fmla="*/ 184928 w 190499"/>
                    <a:gd name="connsiteY8" fmla="*/ 32528 h 114347"/>
                    <a:gd name="connsiteX9" fmla="*/ 108728 w 190499"/>
                    <a:gd name="connsiteY9" fmla="*/ 108728 h 114347"/>
                    <a:gd name="connsiteX10" fmla="*/ 95202 w 190499"/>
                    <a:gd name="connsiteY10" fmla="*/ 114348 h 1143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90499" h="114347">
                      <a:moveTo>
                        <a:pt x="95202" y="114348"/>
                      </a:moveTo>
                      <a:cubicBezTo>
                        <a:pt x="90345" y="114348"/>
                        <a:pt x="85487" y="112443"/>
                        <a:pt x="81772" y="108728"/>
                      </a:cubicBezTo>
                      <a:lnTo>
                        <a:pt x="5572" y="32528"/>
                      </a:lnTo>
                      <a:cubicBezTo>
                        <a:pt x="-1857" y="25098"/>
                        <a:pt x="-1857" y="13002"/>
                        <a:pt x="5572" y="5572"/>
                      </a:cubicBezTo>
                      <a:cubicBezTo>
                        <a:pt x="13002" y="-1857"/>
                        <a:pt x="25098" y="-1857"/>
                        <a:pt x="32528" y="5572"/>
                      </a:cubicBezTo>
                      <a:lnTo>
                        <a:pt x="95202" y="68342"/>
                      </a:lnTo>
                      <a:lnTo>
                        <a:pt x="157972" y="5572"/>
                      </a:lnTo>
                      <a:cubicBezTo>
                        <a:pt x="165402" y="-1857"/>
                        <a:pt x="177498" y="-1857"/>
                        <a:pt x="184928" y="5572"/>
                      </a:cubicBezTo>
                      <a:cubicBezTo>
                        <a:pt x="192357" y="13002"/>
                        <a:pt x="192357" y="25098"/>
                        <a:pt x="184928" y="32528"/>
                      </a:cubicBezTo>
                      <a:lnTo>
                        <a:pt x="108728" y="108728"/>
                      </a:lnTo>
                      <a:cubicBezTo>
                        <a:pt x="104918" y="112443"/>
                        <a:pt x="100060" y="114348"/>
                        <a:pt x="95202" y="11434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568" name="Freeform: Shape 567">
                  <a:extLst>
                    <a:ext uri="{FF2B5EF4-FFF2-40B4-BE49-F238E27FC236}">
                      <a16:creationId xmlns:a16="http://schemas.microsoft.com/office/drawing/2014/main" id="{F16FC595-6036-4190-9446-A23883BEB1E5}"/>
                    </a:ext>
                  </a:extLst>
                </p:cNvPr>
                <p:cNvSpPr/>
                <p:nvPr/>
              </p:nvSpPr>
              <p:spPr>
                <a:xfrm>
                  <a:off x="8661689" y="1861899"/>
                  <a:ext cx="368085" cy="11503"/>
                </a:xfrm>
                <a:custGeom>
                  <a:avLst/>
                  <a:gdLst>
                    <a:gd name="connsiteX0" fmla="*/ 0 w 1219200"/>
                    <a:gd name="connsiteY0" fmla="*/ 0 h 38100"/>
                    <a:gd name="connsiteX1" fmla="*/ 1219200 w 1219200"/>
                    <a:gd name="connsiteY1" fmla="*/ 0 h 38100"/>
                    <a:gd name="connsiteX2" fmla="*/ 1219200 w 1219200"/>
                    <a:gd name="connsiteY2" fmla="*/ 38100 h 38100"/>
                    <a:gd name="connsiteX3" fmla="*/ 0 w 1219200"/>
                    <a:gd name="connsiteY3" fmla="*/ 38100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19200" h="38100">
                      <a:moveTo>
                        <a:pt x="0" y="0"/>
                      </a:moveTo>
                      <a:lnTo>
                        <a:pt x="1219200" y="0"/>
                      </a:lnTo>
                      <a:lnTo>
                        <a:pt x="1219200" y="38100"/>
                      </a:lnTo>
                      <a:lnTo>
                        <a:pt x="0" y="3810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569" name="Freeform: Shape 568">
                  <a:extLst>
                    <a:ext uri="{FF2B5EF4-FFF2-40B4-BE49-F238E27FC236}">
                      <a16:creationId xmlns:a16="http://schemas.microsoft.com/office/drawing/2014/main" id="{88AD3A74-3562-43C7-9EE9-380DA8F1730C}"/>
                    </a:ext>
                  </a:extLst>
                </p:cNvPr>
                <p:cNvSpPr/>
                <p:nvPr/>
              </p:nvSpPr>
              <p:spPr>
                <a:xfrm>
                  <a:off x="8817003" y="1562831"/>
                  <a:ext cx="57485" cy="34508"/>
                </a:xfrm>
                <a:custGeom>
                  <a:avLst/>
                  <a:gdLst>
                    <a:gd name="connsiteX0" fmla="*/ 95156 w 190405"/>
                    <a:gd name="connsiteY0" fmla="*/ 114300 h 114300"/>
                    <a:gd name="connsiteX1" fmla="*/ 76106 w 190405"/>
                    <a:gd name="connsiteY1" fmla="*/ 95536 h 114300"/>
                    <a:gd name="connsiteX2" fmla="*/ 76106 w 190405"/>
                    <a:gd name="connsiteY2" fmla="*/ 95536 h 114300"/>
                    <a:gd name="connsiteX3" fmla="*/ 76106 w 190405"/>
                    <a:gd name="connsiteY3" fmla="*/ 95536 h 114300"/>
                    <a:gd name="connsiteX4" fmla="*/ 76106 w 190405"/>
                    <a:gd name="connsiteY4" fmla="*/ 95536 h 114300"/>
                    <a:gd name="connsiteX5" fmla="*/ 76106 w 190405"/>
                    <a:gd name="connsiteY5" fmla="*/ 95441 h 114300"/>
                    <a:gd name="connsiteX6" fmla="*/ 76106 w 190405"/>
                    <a:gd name="connsiteY6" fmla="*/ 95345 h 114300"/>
                    <a:gd name="connsiteX7" fmla="*/ 76106 w 190405"/>
                    <a:gd name="connsiteY7" fmla="*/ 95345 h 114300"/>
                    <a:gd name="connsiteX8" fmla="*/ 76106 w 190405"/>
                    <a:gd name="connsiteY8" fmla="*/ 95250 h 114300"/>
                    <a:gd name="connsiteX9" fmla="*/ 18860 w 190405"/>
                    <a:gd name="connsiteY9" fmla="*/ 38100 h 114300"/>
                    <a:gd name="connsiteX10" fmla="*/ 1 w 190405"/>
                    <a:gd name="connsiteY10" fmla="*/ 18955 h 114300"/>
                    <a:gd name="connsiteX11" fmla="*/ 18956 w 190405"/>
                    <a:gd name="connsiteY11" fmla="*/ 0 h 114300"/>
                    <a:gd name="connsiteX12" fmla="*/ 95441 w 190405"/>
                    <a:gd name="connsiteY12" fmla="*/ 35243 h 114300"/>
                    <a:gd name="connsiteX13" fmla="*/ 171356 w 190405"/>
                    <a:gd name="connsiteY13" fmla="*/ 0 h 114300"/>
                    <a:gd name="connsiteX14" fmla="*/ 190406 w 190405"/>
                    <a:gd name="connsiteY14" fmla="*/ 19050 h 114300"/>
                    <a:gd name="connsiteX15" fmla="*/ 171356 w 190405"/>
                    <a:gd name="connsiteY15" fmla="*/ 38100 h 114300"/>
                    <a:gd name="connsiteX16" fmla="*/ 114206 w 190405"/>
                    <a:gd name="connsiteY16" fmla="*/ 95345 h 114300"/>
                    <a:gd name="connsiteX17" fmla="*/ 95156 w 190405"/>
                    <a:gd name="connsiteY17" fmla="*/ 114300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0405" h="114300">
                      <a:moveTo>
                        <a:pt x="95156" y="114300"/>
                      </a:moveTo>
                      <a:cubicBezTo>
                        <a:pt x="84678" y="114300"/>
                        <a:pt x="76296" y="105918"/>
                        <a:pt x="76106" y="95536"/>
                      </a:cubicBezTo>
                      <a:cubicBezTo>
                        <a:pt x="76106" y="95536"/>
                        <a:pt x="76106" y="95536"/>
                        <a:pt x="76106" y="95536"/>
                      </a:cubicBezTo>
                      <a:lnTo>
                        <a:pt x="76106" y="95536"/>
                      </a:lnTo>
                      <a:lnTo>
                        <a:pt x="76106" y="95536"/>
                      </a:lnTo>
                      <a:cubicBezTo>
                        <a:pt x="76106" y="95536"/>
                        <a:pt x="76106" y="95441"/>
                        <a:pt x="76106" y="95441"/>
                      </a:cubicBezTo>
                      <a:cubicBezTo>
                        <a:pt x="76106" y="95441"/>
                        <a:pt x="76106" y="95441"/>
                        <a:pt x="76106" y="95345"/>
                      </a:cubicBezTo>
                      <a:lnTo>
                        <a:pt x="76106" y="95345"/>
                      </a:lnTo>
                      <a:cubicBezTo>
                        <a:pt x="76106" y="95345"/>
                        <a:pt x="76106" y="95345"/>
                        <a:pt x="76106" y="95250"/>
                      </a:cubicBezTo>
                      <a:cubicBezTo>
                        <a:pt x="76106" y="41434"/>
                        <a:pt x="28385" y="38195"/>
                        <a:pt x="18860" y="38100"/>
                      </a:cubicBezTo>
                      <a:cubicBezTo>
                        <a:pt x="8383" y="38005"/>
                        <a:pt x="-94" y="29432"/>
                        <a:pt x="1" y="18955"/>
                      </a:cubicBezTo>
                      <a:cubicBezTo>
                        <a:pt x="1" y="8477"/>
                        <a:pt x="8478" y="0"/>
                        <a:pt x="18956" y="0"/>
                      </a:cubicBezTo>
                      <a:cubicBezTo>
                        <a:pt x="40482" y="0"/>
                        <a:pt x="74391" y="8477"/>
                        <a:pt x="95441" y="35243"/>
                      </a:cubicBezTo>
                      <a:cubicBezTo>
                        <a:pt x="109824" y="15621"/>
                        <a:pt x="133637" y="0"/>
                        <a:pt x="171356" y="0"/>
                      </a:cubicBezTo>
                      <a:cubicBezTo>
                        <a:pt x="181928" y="0"/>
                        <a:pt x="190406" y="8573"/>
                        <a:pt x="190406" y="19050"/>
                      </a:cubicBezTo>
                      <a:cubicBezTo>
                        <a:pt x="190406" y="29528"/>
                        <a:pt x="181928" y="38100"/>
                        <a:pt x="171356" y="38100"/>
                      </a:cubicBezTo>
                      <a:cubicBezTo>
                        <a:pt x="117635" y="38100"/>
                        <a:pt x="114301" y="85725"/>
                        <a:pt x="114206" y="95345"/>
                      </a:cubicBezTo>
                      <a:cubicBezTo>
                        <a:pt x="114110" y="105823"/>
                        <a:pt x="105633" y="114300"/>
                        <a:pt x="95156" y="1143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570" name="Freeform: Shape 569">
                  <a:extLst>
                    <a:ext uri="{FF2B5EF4-FFF2-40B4-BE49-F238E27FC236}">
                      <a16:creationId xmlns:a16="http://schemas.microsoft.com/office/drawing/2014/main" id="{BC09B7A9-450C-4E4C-A6E7-3D6E8273EB3C}"/>
                    </a:ext>
                  </a:extLst>
                </p:cNvPr>
                <p:cNvSpPr/>
                <p:nvPr/>
              </p:nvSpPr>
              <p:spPr>
                <a:xfrm>
                  <a:off x="8863014" y="1585836"/>
                  <a:ext cx="57485" cy="34508"/>
                </a:xfrm>
                <a:custGeom>
                  <a:avLst/>
                  <a:gdLst>
                    <a:gd name="connsiteX0" fmla="*/ 95156 w 190405"/>
                    <a:gd name="connsiteY0" fmla="*/ 114300 h 114300"/>
                    <a:gd name="connsiteX1" fmla="*/ 76106 w 190405"/>
                    <a:gd name="connsiteY1" fmla="*/ 95536 h 114300"/>
                    <a:gd name="connsiteX2" fmla="*/ 76106 w 190405"/>
                    <a:gd name="connsiteY2" fmla="*/ 95536 h 114300"/>
                    <a:gd name="connsiteX3" fmla="*/ 76106 w 190405"/>
                    <a:gd name="connsiteY3" fmla="*/ 95536 h 114300"/>
                    <a:gd name="connsiteX4" fmla="*/ 76106 w 190405"/>
                    <a:gd name="connsiteY4" fmla="*/ 95536 h 114300"/>
                    <a:gd name="connsiteX5" fmla="*/ 76106 w 190405"/>
                    <a:gd name="connsiteY5" fmla="*/ 95441 h 114300"/>
                    <a:gd name="connsiteX6" fmla="*/ 76106 w 190405"/>
                    <a:gd name="connsiteY6" fmla="*/ 95345 h 114300"/>
                    <a:gd name="connsiteX7" fmla="*/ 76106 w 190405"/>
                    <a:gd name="connsiteY7" fmla="*/ 95345 h 114300"/>
                    <a:gd name="connsiteX8" fmla="*/ 76106 w 190405"/>
                    <a:gd name="connsiteY8" fmla="*/ 95250 h 114300"/>
                    <a:gd name="connsiteX9" fmla="*/ 18860 w 190405"/>
                    <a:gd name="connsiteY9" fmla="*/ 38100 h 114300"/>
                    <a:gd name="connsiteX10" fmla="*/ 1 w 190405"/>
                    <a:gd name="connsiteY10" fmla="*/ 18955 h 114300"/>
                    <a:gd name="connsiteX11" fmla="*/ 18956 w 190405"/>
                    <a:gd name="connsiteY11" fmla="*/ 0 h 114300"/>
                    <a:gd name="connsiteX12" fmla="*/ 95441 w 190405"/>
                    <a:gd name="connsiteY12" fmla="*/ 35243 h 114300"/>
                    <a:gd name="connsiteX13" fmla="*/ 171356 w 190405"/>
                    <a:gd name="connsiteY13" fmla="*/ 0 h 114300"/>
                    <a:gd name="connsiteX14" fmla="*/ 190406 w 190405"/>
                    <a:gd name="connsiteY14" fmla="*/ 19050 h 114300"/>
                    <a:gd name="connsiteX15" fmla="*/ 171356 w 190405"/>
                    <a:gd name="connsiteY15" fmla="*/ 38100 h 114300"/>
                    <a:gd name="connsiteX16" fmla="*/ 114206 w 190405"/>
                    <a:gd name="connsiteY16" fmla="*/ 95345 h 114300"/>
                    <a:gd name="connsiteX17" fmla="*/ 95156 w 190405"/>
                    <a:gd name="connsiteY17" fmla="*/ 114300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0405" h="114300">
                      <a:moveTo>
                        <a:pt x="95156" y="114300"/>
                      </a:moveTo>
                      <a:cubicBezTo>
                        <a:pt x="84678" y="114300"/>
                        <a:pt x="76296" y="105918"/>
                        <a:pt x="76106" y="95536"/>
                      </a:cubicBezTo>
                      <a:cubicBezTo>
                        <a:pt x="76106" y="95536"/>
                        <a:pt x="76106" y="95536"/>
                        <a:pt x="76106" y="95536"/>
                      </a:cubicBezTo>
                      <a:lnTo>
                        <a:pt x="76106" y="95536"/>
                      </a:lnTo>
                      <a:lnTo>
                        <a:pt x="76106" y="95536"/>
                      </a:lnTo>
                      <a:cubicBezTo>
                        <a:pt x="76106" y="95536"/>
                        <a:pt x="76106" y="95441"/>
                        <a:pt x="76106" y="95441"/>
                      </a:cubicBezTo>
                      <a:cubicBezTo>
                        <a:pt x="76106" y="95441"/>
                        <a:pt x="76106" y="95441"/>
                        <a:pt x="76106" y="95345"/>
                      </a:cubicBezTo>
                      <a:lnTo>
                        <a:pt x="76106" y="95345"/>
                      </a:lnTo>
                      <a:cubicBezTo>
                        <a:pt x="76106" y="95345"/>
                        <a:pt x="76106" y="95345"/>
                        <a:pt x="76106" y="95250"/>
                      </a:cubicBezTo>
                      <a:cubicBezTo>
                        <a:pt x="76106" y="41434"/>
                        <a:pt x="28385" y="38195"/>
                        <a:pt x="18860" y="38100"/>
                      </a:cubicBezTo>
                      <a:cubicBezTo>
                        <a:pt x="8383" y="38005"/>
                        <a:pt x="-94" y="29432"/>
                        <a:pt x="1" y="18955"/>
                      </a:cubicBezTo>
                      <a:cubicBezTo>
                        <a:pt x="1" y="8477"/>
                        <a:pt x="8478" y="0"/>
                        <a:pt x="18956" y="0"/>
                      </a:cubicBezTo>
                      <a:cubicBezTo>
                        <a:pt x="40482" y="0"/>
                        <a:pt x="74391" y="8477"/>
                        <a:pt x="95441" y="35243"/>
                      </a:cubicBezTo>
                      <a:cubicBezTo>
                        <a:pt x="109824" y="15621"/>
                        <a:pt x="133637" y="0"/>
                        <a:pt x="171356" y="0"/>
                      </a:cubicBezTo>
                      <a:cubicBezTo>
                        <a:pt x="181928" y="0"/>
                        <a:pt x="190406" y="8572"/>
                        <a:pt x="190406" y="19050"/>
                      </a:cubicBezTo>
                      <a:cubicBezTo>
                        <a:pt x="190406" y="29528"/>
                        <a:pt x="181928" y="38100"/>
                        <a:pt x="171356" y="38100"/>
                      </a:cubicBezTo>
                      <a:cubicBezTo>
                        <a:pt x="117635" y="38100"/>
                        <a:pt x="114301" y="85725"/>
                        <a:pt x="114206" y="95345"/>
                      </a:cubicBezTo>
                      <a:cubicBezTo>
                        <a:pt x="114110" y="105823"/>
                        <a:pt x="105633" y="114300"/>
                        <a:pt x="95156" y="1143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571" name="Freeform: Shape 570">
                  <a:extLst>
                    <a:ext uri="{FF2B5EF4-FFF2-40B4-BE49-F238E27FC236}">
                      <a16:creationId xmlns:a16="http://schemas.microsoft.com/office/drawing/2014/main" id="{8B65E858-3004-4D26-9619-BFD2EB9C4524}"/>
                    </a:ext>
                  </a:extLst>
                </p:cNvPr>
                <p:cNvSpPr/>
                <p:nvPr/>
              </p:nvSpPr>
              <p:spPr>
                <a:xfrm>
                  <a:off x="8793998" y="1608842"/>
                  <a:ext cx="57485" cy="34508"/>
                </a:xfrm>
                <a:custGeom>
                  <a:avLst/>
                  <a:gdLst>
                    <a:gd name="connsiteX0" fmla="*/ 95156 w 190405"/>
                    <a:gd name="connsiteY0" fmla="*/ 114300 h 114300"/>
                    <a:gd name="connsiteX1" fmla="*/ 76106 w 190405"/>
                    <a:gd name="connsiteY1" fmla="*/ 95536 h 114300"/>
                    <a:gd name="connsiteX2" fmla="*/ 76106 w 190405"/>
                    <a:gd name="connsiteY2" fmla="*/ 95536 h 114300"/>
                    <a:gd name="connsiteX3" fmla="*/ 76106 w 190405"/>
                    <a:gd name="connsiteY3" fmla="*/ 95536 h 114300"/>
                    <a:gd name="connsiteX4" fmla="*/ 76106 w 190405"/>
                    <a:gd name="connsiteY4" fmla="*/ 95536 h 114300"/>
                    <a:gd name="connsiteX5" fmla="*/ 76106 w 190405"/>
                    <a:gd name="connsiteY5" fmla="*/ 95441 h 114300"/>
                    <a:gd name="connsiteX6" fmla="*/ 76106 w 190405"/>
                    <a:gd name="connsiteY6" fmla="*/ 95345 h 114300"/>
                    <a:gd name="connsiteX7" fmla="*/ 76106 w 190405"/>
                    <a:gd name="connsiteY7" fmla="*/ 95345 h 114300"/>
                    <a:gd name="connsiteX8" fmla="*/ 76106 w 190405"/>
                    <a:gd name="connsiteY8" fmla="*/ 95250 h 114300"/>
                    <a:gd name="connsiteX9" fmla="*/ 18860 w 190405"/>
                    <a:gd name="connsiteY9" fmla="*/ 38100 h 114300"/>
                    <a:gd name="connsiteX10" fmla="*/ 1 w 190405"/>
                    <a:gd name="connsiteY10" fmla="*/ 18955 h 114300"/>
                    <a:gd name="connsiteX11" fmla="*/ 18956 w 190405"/>
                    <a:gd name="connsiteY11" fmla="*/ 0 h 114300"/>
                    <a:gd name="connsiteX12" fmla="*/ 95441 w 190405"/>
                    <a:gd name="connsiteY12" fmla="*/ 35243 h 114300"/>
                    <a:gd name="connsiteX13" fmla="*/ 171356 w 190405"/>
                    <a:gd name="connsiteY13" fmla="*/ 0 h 114300"/>
                    <a:gd name="connsiteX14" fmla="*/ 190406 w 190405"/>
                    <a:gd name="connsiteY14" fmla="*/ 19050 h 114300"/>
                    <a:gd name="connsiteX15" fmla="*/ 171356 w 190405"/>
                    <a:gd name="connsiteY15" fmla="*/ 38100 h 114300"/>
                    <a:gd name="connsiteX16" fmla="*/ 114206 w 190405"/>
                    <a:gd name="connsiteY16" fmla="*/ 95345 h 114300"/>
                    <a:gd name="connsiteX17" fmla="*/ 95156 w 190405"/>
                    <a:gd name="connsiteY17" fmla="*/ 114300 h 114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0405" h="114300">
                      <a:moveTo>
                        <a:pt x="95156" y="114300"/>
                      </a:moveTo>
                      <a:cubicBezTo>
                        <a:pt x="84678" y="114300"/>
                        <a:pt x="76296" y="105918"/>
                        <a:pt x="76106" y="95536"/>
                      </a:cubicBezTo>
                      <a:cubicBezTo>
                        <a:pt x="76106" y="95536"/>
                        <a:pt x="76106" y="95536"/>
                        <a:pt x="76106" y="95536"/>
                      </a:cubicBezTo>
                      <a:lnTo>
                        <a:pt x="76106" y="95536"/>
                      </a:lnTo>
                      <a:lnTo>
                        <a:pt x="76106" y="95536"/>
                      </a:lnTo>
                      <a:cubicBezTo>
                        <a:pt x="76106" y="95536"/>
                        <a:pt x="76106" y="95441"/>
                        <a:pt x="76106" y="95441"/>
                      </a:cubicBezTo>
                      <a:cubicBezTo>
                        <a:pt x="76106" y="95441"/>
                        <a:pt x="76106" y="95441"/>
                        <a:pt x="76106" y="95345"/>
                      </a:cubicBezTo>
                      <a:lnTo>
                        <a:pt x="76106" y="95345"/>
                      </a:lnTo>
                      <a:cubicBezTo>
                        <a:pt x="76106" y="95345"/>
                        <a:pt x="76106" y="95345"/>
                        <a:pt x="76106" y="95250"/>
                      </a:cubicBezTo>
                      <a:cubicBezTo>
                        <a:pt x="76106" y="41434"/>
                        <a:pt x="28385" y="38195"/>
                        <a:pt x="18860" y="38100"/>
                      </a:cubicBezTo>
                      <a:cubicBezTo>
                        <a:pt x="8383" y="38005"/>
                        <a:pt x="-94" y="29432"/>
                        <a:pt x="1" y="18955"/>
                      </a:cubicBezTo>
                      <a:cubicBezTo>
                        <a:pt x="1" y="8477"/>
                        <a:pt x="8478" y="0"/>
                        <a:pt x="18956" y="0"/>
                      </a:cubicBezTo>
                      <a:cubicBezTo>
                        <a:pt x="40482" y="0"/>
                        <a:pt x="74391" y="8477"/>
                        <a:pt x="95441" y="35243"/>
                      </a:cubicBezTo>
                      <a:cubicBezTo>
                        <a:pt x="109824" y="15621"/>
                        <a:pt x="133637" y="0"/>
                        <a:pt x="171356" y="0"/>
                      </a:cubicBezTo>
                      <a:cubicBezTo>
                        <a:pt x="181928" y="0"/>
                        <a:pt x="190406" y="8572"/>
                        <a:pt x="190406" y="19050"/>
                      </a:cubicBezTo>
                      <a:cubicBezTo>
                        <a:pt x="190406" y="29528"/>
                        <a:pt x="181928" y="38100"/>
                        <a:pt x="171356" y="38100"/>
                      </a:cubicBezTo>
                      <a:cubicBezTo>
                        <a:pt x="117635" y="38100"/>
                        <a:pt x="114301" y="85725"/>
                        <a:pt x="114206" y="95345"/>
                      </a:cubicBezTo>
                      <a:cubicBezTo>
                        <a:pt x="114110" y="105823"/>
                        <a:pt x="105633" y="114300"/>
                        <a:pt x="95156" y="11430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grpSp>
              <p:nvGrpSpPr>
                <p:cNvPr id="572" name="Graphic 112">
                  <a:extLst>
                    <a:ext uri="{FF2B5EF4-FFF2-40B4-BE49-F238E27FC236}">
                      <a16:creationId xmlns:a16="http://schemas.microsoft.com/office/drawing/2014/main" id="{4B69DB9F-D9EF-44C5-9905-D5BB2D355B96}"/>
                    </a:ext>
                  </a:extLst>
                </p:cNvPr>
                <p:cNvGrpSpPr/>
                <p:nvPr/>
              </p:nvGrpSpPr>
              <p:grpSpPr>
                <a:xfrm>
                  <a:off x="8721129" y="1723948"/>
                  <a:ext cx="249205" cy="146665"/>
                  <a:chOff x="5769006" y="3448315"/>
                  <a:chExt cx="825436" cy="485795"/>
                </a:xfrm>
                <a:solidFill>
                  <a:schemeClr val="accent3"/>
                </a:solidFill>
              </p:grpSpPr>
              <p:sp>
                <p:nvSpPr>
                  <p:cNvPr id="573" name="Freeform: Shape 572">
                    <a:extLst>
                      <a:ext uri="{FF2B5EF4-FFF2-40B4-BE49-F238E27FC236}">
                        <a16:creationId xmlns:a16="http://schemas.microsoft.com/office/drawing/2014/main" id="{F8F90EA5-CB99-4DFE-B84B-42D6F34E3D88}"/>
                      </a:ext>
                    </a:extLst>
                  </p:cNvPr>
                  <p:cNvSpPr/>
                  <p:nvPr/>
                </p:nvSpPr>
                <p:spPr>
                  <a:xfrm>
                    <a:off x="5932836" y="3448335"/>
                    <a:ext cx="133540" cy="38100"/>
                  </a:xfrm>
                  <a:custGeom>
                    <a:avLst/>
                    <a:gdLst>
                      <a:gd name="connsiteX0" fmla="*/ 114491 w 133540"/>
                      <a:gd name="connsiteY0" fmla="*/ 38100 h 38100"/>
                      <a:gd name="connsiteX1" fmla="*/ 19050 w 133540"/>
                      <a:gd name="connsiteY1" fmla="*/ 38100 h 38100"/>
                      <a:gd name="connsiteX2" fmla="*/ 0 w 133540"/>
                      <a:gd name="connsiteY2" fmla="*/ 19050 h 38100"/>
                      <a:gd name="connsiteX3" fmla="*/ 19050 w 133540"/>
                      <a:gd name="connsiteY3" fmla="*/ 0 h 38100"/>
                      <a:gd name="connsiteX4" fmla="*/ 114491 w 133540"/>
                      <a:gd name="connsiteY4" fmla="*/ 0 h 38100"/>
                      <a:gd name="connsiteX5" fmla="*/ 133541 w 133540"/>
                      <a:gd name="connsiteY5" fmla="*/ 19050 h 38100"/>
                      <a:gd name="connsiteX6" fmla="*/ 114491 w 133540"/>
                      <a:gd name="connsiteY6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3540" h="38100">
                        <a:moveTo>
                          <a:pt x="114491" y="38100"/>
                        </a:moveTo>
                        <a:lnTo>
                          <a:pt x="19050" y="38100"/>
                        </a:lnTo>
                        <a:cubicBezTo>
                          <a:pt x="8477" y="38100"/>
                          <a:pt x="0" y="29623"/>
                          <a:pt x="0" y="19050"/>
                        </a:cubicBezTo>
                        <a:cubicBezTo>
                          <a:pt x="0" y="8477"/>
                          <a:pt x="8477" y="0"/>
                          <a:pt x="19050" y="0"/>
                        </a:cubicBezTo>
                        <a:lnTo>
                          <a:pt x="114491" y="0"/>
                        </a:lnTo>
                        <a:cubicBezTo>
                          <a:pt x="125063" y="0"/>
                          <a:pt x="133541" y="8477"/>
                          <a:pt x="133541" y="19050"/>
                        </a:cubicBezTo>
                        <a:cubicBezTo>
                          <a:pt x="133541" y="29528"/>
                          <a:pt x="125063" y="38100"/>
                          <a:pt x="114491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grpSp>
                <p:nvGrpSpPr>
                  <p:cNvPr id="574" name="Graphic 112">
                    <a:extLst>
                      <a:ext uri="{FF2B5EF4-FFF2-40B4-BE49-F238E27FC236}">
                        <a16:creationId xmlns:a16="http://schemas.microsoft.com/office/drawing/2014/main" id="{2E79B157-217E-4D2A-92C6-7163C384D380}"/>
                      </a:ext>
                    </a:extLst>
                  </p:cNvPr>
                  <p:cNvGrpSpPr/>
                  <p:nvPr/>
                </p:nvGrpSpPr>
                <p:grpSpPr>
                  <a:xfrm>
                    <a:off x="5769006" y="3448315"/>
                    <a:ext cx="825436" cy="485795"/>
                    <a:chOff x="5769006" y="3448315"/>
                    <a:chExt cx="825436" cy="485795"/>
                  </a:xfrm>
                  <a:grpFill/>
                </p:grpSpPr>
                <p:sp>
                  <p:nvSpPr>
                    <p:cNvPr id="575" name="Freeform: Shape 574">
                      <a:extLst>
                        <a:ext uri="{FF2B5EF4-FFF2-40B4-BE49-F238E27FC236}">
                          <a16:creationId xmlns:a16="http://schemas.microsoft.com/office/drawing/2014/main" id="{5F0852A2-F797-4761-9E3D-F0A8C79B45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2148" y="3538061"/>
                      <a:ext cx="431762" cy="252888"/>
                    </a:xfrm>
                    <a:custGeom>
                      <a:avLst/>
                      <a:gdLst>
                        <a:gd name="connsiteX0" fmla="*/ 269576 w 431762"/>
                        <a:gd name="connsiteY0" fmla="*/ 252889 h 252888"/>
                        <a:gd name="connsiteX1" fmla="*/ 19069 w 431762"/>
                        <a:gd name="connsiteY1" fmla="*/ 252889 h 252888"/>
                        <a:gd name="connsiteX2" fmla="*/ 2876 w 431762"/>
                        <a:gd name="connsiteY2" fmla="*/ 243840 h 252888"/>
                        <a:gd name="connsiteX3" fmla="*/ 2019 w 431762"/>
                        <a:gd name="connsiteY3" fmla="*/ 225266 h 252888"/>
                        <a:gd name="connsiteX4" fmla="*/ 109366 w 431762"/>
                        <a:gd name="connsiteY4" fmla="*/ 10573 h 252888"/>
                        <a:gd name="connsiteX5" fmla="*/ 126416 w 431762"/>
                        <a:gd name="connsiteY5" fmla="*/ 0 h 252888"/>
                        <a:gd name="connsiteX6" fmla="*/ 412737 w 431762"/>
                        <a:gd name="connsiteY6" fmla="*/ 0 h 252888"/>
                        <a:gd name="connsiteX7" fmla="*/ 429501 w 431762"/>
                        <a:gd name="connsiteY7" fmla="*/ 10097 h 252888"/>
                        <a:gd name="connsiteX8" fmla="*/ 428549 w 431762"/>
                        <a:gd name="connsiteY8" fmla="*/ 29623 h 252888"/>
                        <a:gd name="connsiteX9" fmla="*/ 285388 w 431762"/>
                        <a:gd name="connsiteY9" fmla="*/ 244412 h 252888"/>
                        <a:gd name="connsiteX10" fmla="*/ 269576 w 431762"/>
                        <a:gd name="connsiteY10" fmla="*/ 252889 h 252888"/>
                        <a:gd name="connsiteX11" fmla="*/ 49835 w 431762"/>
                        <a:gd name="connsiteY11" fmla="*/ 214789 h 252888"/>
                        <a:gd name="connsiteX12" fmla="*/ 259385 w 431762"/>
                        <a:gd name="connsiteY12" fmla="*/ 214789 h 252888"/>
                        <a:gd name="connsiteX13" fmla="*/ 377114 w 431762"/>
                        <a:gd name="connsiteY13" fmla="*/ 38195 h 252888"/>
                        <a:gd name="connsiteX14" fmla="*/ 138227 w 431762"/>
                        <a:gd name="connsiteY14" fmla="*/ 38195 h 252888"/>
                        <a:gd name="connsiteX15" fmla="*/ 49835 w 431762"/>
                        <a:gd name="connsiteY15" fmla="*/ 214789 h 2528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</a:cxnLst>
                      <a:rect l="l" t="t" r="r" b="b"/>
                      <a:pathLst>
                        <a:path w="431762" h="252888">
                          <a:moveTo>
                            <a:pt x="269576" y="252889"/>
                          </a:moveTo>
                          <a:lnTo>
                            <a:pt x="19069" y="252889"/>
                          </a:lnTo>
                          <a:cubicBezTo>
                            <a:pt x="12497" y="252889"/>
                            <a:pt x="6305" y="249460"/>
                            <a:pt x="2876" y="243840"/>
                          </a:cubicBezTo>
                          <a:cubicBezTo>
                            <a:pt x="-648" y="238220"/>
                            <a:pt x="-934" y="231172"/>
                            <a:pt x="2019" y="225266"/>
                          </a:cubicBezTo>
                          <a:lnTo>
                            <a:pt x="109366" y="10573"/>
                          </a:lnTo>
                          <a:cubicBezTo>
                            <a:pt x="112604" y="4096"/>
                            <a:pt x="119177" y="0"/>
                            <a:pt x="126416" y="0"/>
                          </a:cubicBezTo>
                          <a:lnTo>
                            <a:pt x="412737" y="0"/>
                          </a:lnTo>
                          <a:cubicBezTo>
                            <a:pt x="419786" y="0"/>
                            <a:pt x="426263" y="3905"/>
                            <a:pt x="429501" y="10097"/>
                          </a:cubicBezTo>
                          <a:cubicBezTo>
                            <a:pt x="432835" y="16288"/>
                            <a:pt x="432454" y="23813"/>
                            <a:pt x="428549" y="29623"/>
                          </a:cubicBezTo>
                          <a:lnTo>
                            <a:pt x="285388" y="244412"/>
                          </a:lnTo>
                          <a:cubicBezTo>
                            <a:pt x="281864" y="249746"/>
                            <a:pt x="275958" y="252889"/>
                            <a:pt x="269576" y="252889"/>
                          </a:cubicBezTo>
                          <a:close/>
                          <a:moveTo>
                            <a:pt x="49835" y="214789"/>
                          </a:moveTo>
                          <a:lnTo>
                            <a:pt x="259385" y="214789"/>
                          </a:lnTo>
                          <a:lnTo>
                            <a:pt x="377114" y="38195"/>
                          </a:lnTo>
                          <a:lnTo>
                            <a:pt x="138227" y="38195"/>
                          </a:lnTo>
                          <a:lnTo>
                            <a:pt x="49835" y="214789"/>
                          </a:ln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576" name="Freeform: Shape 575">
                      <a:extLst>
                        <a:ext uri="{FF2B5EF4-FFF2-40B4-BE49-F238E27FC236}">
                          <a16:creationId xmlns:a16="http://schemas.microsoft.com/office/drawing/2014/main" id="{A9DB0A57-2D98-45A7-9077-23536ECDA9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68630" y="3448315"/>
                      <a:ext cx="232070" cy="342634"/>
                    </a:xfrm>
                    <a:custGeom>
                      <a:avLst/>
                      <a:gdLst>
                        <a:gd name="connsiteX0" fmla="*/ 213095 w 232070"/>
                        <a:gd name="connsiteY0" fmla="*/ 342635 h 342634"/>
                        <a:gd name="connsiteX1" fmla="*/ 196998 w 232070"/>
                        <a:gd name="connsiteY1" fmla="*/ 333777 h 342634"/>
                        <a:gd name="connsiteX2" fmla="*/ 2973 w 232070"/>
                        <a:gd name="connsiteY2" fmla="*/ 29262 h 342634"/>
                        <a:gd name="connsiteX3" fmla="*/ 8784 w 232070"/>
                        <a:gd name="connsiteY3" fmla="*/ 2973 h 342634"/>
                        <a:gd name="connsiteX4" fmla="*/ 35073 w 232070"/>
                        <a:gd name="connsiteY4" fmla="*/ 8784 h 342634"/>
                        <a:gd name="connsiteX5" fmla="*/ 229097 w 232070"/>
                        <a:gd name="connsiteY5" fmla="*/ 313298 h 342634"/>
                        <a:gd name="connsiteX6" fmla="*/ 223287 w 232070"/>
                        <a:gd name="connsiteY6" fmla="*/ 339587 h 342634"/>
                        <a:gd name="connsiteX7" fmla="*/ 213095 w 232070"/>
                        <a:gd name="connsiteY7" fmla="*/ 342635 h 34263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232070" h="342634">
                          <a:moveTo>
                            <a:pt x="213095" y="342635"/>
                          </a:moveTo>
                          <a:cubicBezTo>
                            <a:pt x="206808" y="342635"/>
                            <a:pt x="200617" y="339492"/>
                            <a:pt x="196998" y="333777"/>
                          </a:cubicBezTo>
                          <a:lnTo>
                            <a:pt x="2973" y="29262"/>
                          </a:lnTo>
                          <a:cubicBezTo>
                            <a:pt x="-2646" y="20404"/>
                            <a:pt x="-75" y="8593"/>
                            <a:pt x="8784" y="2973"/>
                          </a:cubicBezTo>
                          <a:cubicBezTo>
                            <a:pt x="17642" y="-2646"/>
                            <a:pt x="29453" y="-75"/>
                            <a:pt x="35073" y="8784"/>
                          </a:cubicBezTo>
                          <a:lnTo>
                            <a:pt x="229097" y="313298"/>
                          </a:lnTo>
                          <a:cubicBezTo>
                            <a:pt x="234717" y="322156"/>
                            <a:pt x="232145" y="333967"/>
                            <a:pt x="223287" y="339587"/>
                          </a:cubicBezTo>
                          <a:cubicBezTo>
                            <a:pt x="220143" y="341682"/>
                            <a:pt x="216619" y="342635"/>
                            <a:pt x="213095" y="342635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577" name="Freeform: Shape 576">
                      <a:extLst>
                        <a:ext uri="{FF2B5EF4-FFF2-40B4-BE49-F238E27FC236}">
                          <a16:creationId xmlns:a16="http://schemas.microsoft.com/office/drawing/2014/main" id="{85167A93-1A60-4A48-804A-7397399F3E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98489" y="3466528"/>
                      <a:ext cx="252882" cy="324421"/>
                    </a:xfrm>
                    <a:custGeom>
                      <a:avLst/>
                      <a:gdLst>
                        <a:gd name="connsiteX0" fmla="*/ 233744 w 252882"/>
                        <a:gd name="connsiteY0" fmla="*/ 324422 h 324421"/>
                        <a:gd name="connsiteX1" fmla="*/ 216694 w 252882"/>
                        <a:gd name="connsiteY1" fmla="*/ 313849 h 324421"/>
                        <a:gd name="connsiteX2" fmla="*/ 78867 w 252882"/>
                        <a:gd name="connsiteY2" fmla="*/ 38100 h 324421"/>
                        <a:gd name="connsiteX3" fmla="*/ 19050 w 252882"/>
                        <a:gd name="connsiteY3" fmla="*/ 38100 h 324421"/>
                        <a:gd name="connsiteX4" fmla="*/ 0 w 252882"/>
                        <a:gd name="connsiteY4" fmla="*/ 19050 h 324421"/>
                        <a:gd name="connsiteX5" fmla="*/ 19050 w 252882"/>
                        <a:gd name="connsiteY5" fmla="*/ 0 h 324421"/>
                        <a:gd name="connsiteX6" fmla="*/ 90678 w 252882"/>
                        <a:gd name="connsiteY6" fmla="*/ 0 h 324421"/>
                        <a:gd name="connsiteX7" fmla="*/ 107728 w 252882"/>
                        <a:gd name="connsiteY7" fmla="*/ 10573 h 324421"/>
                        <a:gd name="connsiteX8" fmla="*/ 250888 w 252882"/>
                        <a:gd name="connsiteY8" fmla="*/ 296894 h 324421"/>
                        <a:gd name="connsiteX9" fmla="*/ 242411 w 252882"/>
                        <a:gd name="connsiteY9" fmla="*/ 322421 h 324421"/>
                        <a:gd name="connsiteX10" fmla="*/ 233744 w 252882"/>
                        <a:gd name="connsiteY10" fmla="*/ 324422 h 3244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252882" h="324421">
                          <a:moveTo>
                            <a:pt x="233744" y="324422"/>
                          </a:moveTo>
                          <a:cubicBezTo>
                            <a:pt x="226790" y="324422"/>
                            <a:pt x="220027" y="320612"/>
                            <a:pt x="216694" y="313849"/>
                          </a:cubicBezTo>
                          <a:lnTo>
                            <a:pt x="78867" y="38100"/>
                          </a:lnTo>
                          <a:lnTo>
                            <a:pt x="19050" y="38100"/>
                          </a:lnTo>
                          <a:cubicBezTo>
                            <a:pt x="8477" y="38100"/>
                            <a:pt x="0" y="29623"/>
                            <a:pt x="0" y="19050"/>
                          </a:cubicBezTo>
                          <a:cubicBezTo>
                            <a:pt x="0" y="8477"/>
                            <a:pt x="8477" y="0"/>
                            <a:pt x="19050" y="0"/>
                          </a:cubicBezTo>
                          <a:lnTo>
                            <a:pt x="90678" y="0"/>
                          </a:lnTo>
                          <a:cubicBezTo>
                            <a:pt x="97917" y="0"/>
                            <a:pt x="104489" y="4096"/>
                            <a:pt x="107728" y="10573"/>
                          </a:cubicBezTo>
                          <a:lnTo>
                            <a:pt x="250888" y="296894"/>
                          </a:lnTo>
                          <a:cubicBezTo>
                            <a:pt x="255556" y="306324"/>
                            <a:pt x="251746" y="317754"/>
                            <a:pt x="242411" y="322421"/>
                          </a:cubicBezTo>
                          <a:cubicBezTo>
                            <a:pt x="239554" y="323755"/>
                            <a:pt x="236696" y="324422"/>
                            <a:pt x="233744" y="324422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578" name="Freeform: Shape 577">
                      <a:extLst>
                        <a:ext uri="{FF2B5EF4-FFF2-40B4-BE49-F238E27FC236}">
                          <a16:creationId xmlns:a16="http://schemas.microsoft.com/office/drawing/2014/main" id="{0C6AF6C7-4831-432D-A991-40EAB7DD69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77368" y="3717035"/>
                      <a:ext cx="109727" cy="109728"/>
                    </a:xfrm>
                    <a:custGeom>
                      <a:avLst/>
                      <a:gdLst>
                        <a:gd name="connsiteX0" fmla="*/ 54864 w 109727"/>
                        <a:gd name="connsiteY0" fmla="*/ 109728 h 109728"/>
                        <a:gd name="connsiteX1" fmla="*/ 0 w 109727"/>
                        <a:gd name="connsiteY1" fmla="*/ 54864 h 109728"/>
                        <a:gd name="connsiteX2" fmla="*/ 54864 w 109727"/>
                        <a:gd name="connsiteY2" fmla="*/ 0 h 109728"/>
                        <a:gd name="connsiteX3" fmla="*/ 109728 w 109727"/>
                        <a:gd name="connsiteY3" fmla="*/ 54864 h 109728"/>
                        <a:gd name="connsiteX4" fmla="*/ 54864 w 109727"/>
                        <a:gd name="connsiteY4" fmla="*/ 109728 h 109728"/>
                        <a:gd name="connsiteX5" fmla="*/ 54864 w 109727"/>
                        <a:gd name="connsiteY5" fmla="*/ 38100 h 109728"/>
                        <a:gd name="connsiteX6" fmla="*/ 38100 w 109727"/>
                        <a:gd name="connsiteY6" fmla="*/ 54864 h 109728"/>
                        <a:gd name="connsiteX7" fmla="*/ 54864 w 109727"/>
                        <a:gd name="connsiteY7" fmla="*/ 71628 h 109728"/>
                        <a:gd name="connsiteX8" fmla="*/ 71628 w 109727"/>
                        <a:gd name="connsiteY8" fmla="*/ 54864 h 109728"/>
                        <a:gd name="connsiteX9" fmla="*/ 54864 w 109727"/>
                        <a:gd name="connsiteY9" fmla="*/ 38100 h 1097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9727" h="109728">
                          <a:moveTo>
                            <a:pt x="54864" y="109728"/>
                          </a:moveTo>
                          <a:cubicBezTo>
                            <a:pt x="24670" y="109728"/>
                            <a:pt x="0" y="85154"/>
                            <a:pt x="0" y="54864"/>
                          </a:cubicBezTo>
                          <a:cubicBezTo>
                            <a:pt x="0" y="24575"/>
                            <a:pt x="24575" y="0"/>
                            <a:pt x="54864" y="0"/>
                          </a:cubicBezTo>
                          <a:cubicBezTo>
                            <a:pt x="85154" y="0"/>
                            <a:pt x="109728" y="24575"/>
                            <a:pt x="109728" y="54864"/>
                          </a:cubicBezTo>
                          <a:cubicBezTo>
                            <a:pt x="109728" y="85154"/>
                            <a:pt x="85154" y="109728"/>
                            <a:pt x="54864" y="109728"/>
                          </a:cubicBezTo>
                          <a:close/>
                          <a:moveTo>
                            <a:pt x="54864" y="38100"/>
                          </a:moveTo>
                          <a:cubicBezTo>
                            <a:pt x="45625" y="38100"/>
                            <a:pt x="38100" y="45625"/>
                            <a:pt x="38100" y="54864"/>
                          </a:cubicBezTo>
                          <a:cubicBezTo>
                            <a:pt x="38100" y="64103"/>
                            <a:pt x="45625" y="71628"/>
                            <a:pt x="54864" y="71628"/>
                          </a:cubicBezTo>
                          <a:cubicBezTo>
                            <a:pt x="64103" y="71628"/>
                            <a:pt x="71628" y="64103"/>
                            <a:pt x="71628" y="54864"/>
                          </a:cubicBezTo>
                          <a:cubicBezTo>
                            <a:pt x="71628" y="45625"/>
                            <a:pt x="64103" y="38100"/>
                            <a:pt x="54864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579" name="Freeform: Shape 578">
                      <a:extLst>
                        <a:ext uri="{FF2B5EF4-FFF2-40B4-BE49-F238E27FC236}">
                          <a16:creationId xmlns:a16="http://schemas.microsoft.com/office/drawing/2014/main" id="{5F037AD4-BA30-4F8B-98D7-52653D3988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76353" y="3717035"/>
                      <a:ext cx="109728" cy="109728"/>
                    </a:xfrm>
                    <a:custGeom>
                      <a:avLst/>
                      <a:gdLst>
                        <a:gd name="connsiteX0" fmla="*/ 54864 w 109728"/>
                        <a:gd name="connsiteY0" fmla="*/ 109728 h 109728"/>
                        <a:gd name="connsiteX1" fmla="*/ 0 w 109728"/>
                        <a:gd name="connsiteY1" fmla="*/ 54864 h 109728"/>
                        <a:gd name="connsiteX2" fmla="*/ 54864 w 109728"/>
                        <a:gd name="connsiteY2" fmla="*/ 0 h 109728"/>
                        <a:gd name="connsiteX3" fmla="*/ 109728 w 109728"/>
                        <a:gd name="connsiteY3" fmla="*/ 54864 h 109728"/>
                        <a:gd name="connsiteX4" fmla="*/ 54864 w 109728"/>
                        <a:gd name="connsiteY4" fmla="*/ 109728 h 109728"/>
                        <a:gd name="connsiteX5" fmla="*/ 54864 w 109728"/>
                        <a:gd name="connsiteY5" fmla="*/ 38100 h 109728"/>
                        <a:gd name="connsiteX6" fmla="*/ 38100 w 109728"/>
                        <a:gd name="connsiteY6" fmla="*/ 54864 h 109728"/>
                        <a:gd name="connsiteX7" fmla="*/ 54864 w 109728"/>
                        <a:gd name="connsiteY7" fmla="*/ 71628 h 109728"/>
                        <a:gd name="connsiteX8" fmla="*/ 71628 w 109728"/>
                        <a:gd name="connsiteY8" fmla="*/ 54864 h 109728"/>
                        <a:gd name="connsiteX9" fmla="*/ 54864 w 109728"/>
                        <a:gd name="connsiteY9" fmla="*/ 38100 h 1097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9728" h="109728">
                          <a:moveTo>
                            <a:pt x="54864" y="109728"/>
                          </a:moveTo>
                          <a:cubicBezTo>
                            <a:pt x="24575" y="109728"/>
                            <a:pt x="0" y="85154"/>
                            <a:pt x="0" y="54864"/>
                          </a:cubicBezTo>
                          <a:cubicBezTo>
                            <a:pt x="0" y="24575"/>
                            <a:pt x="24575" y="0"/>
                            <a:pt x="54864" y="0"/>
                          </a:cubicBezTo>
                          <a:cubicBezTo>
                            <a:pt x="85154" y="0"/>
                            <a:pt x="109728" y="24575"/>
                            <a:pt x="109728" y="54864"/>
                          </a:cubicBezTo>
                          <a:cubicBezTo>
                            <a:pt x="109728" y="85154"/>
                            <a:pt x="85058" y="109728"/>
                            <a:pt x="54864" y="109728"/>
                          </a:cubicBezTo>
                          <a:close/>
                          <a:moveTo>
                            <a:pt x="54864" y="38100"/>
                          </a:moveTo>
                          <a:cubicBezTo>
                            <a:pt x="45625" y="38100"/>
                            <a:pt x="38100" y="45625"/>
                            <a:pt x="38100" y="54864"/>
                          </a:cubicBezTo>
                          <a:cubicBezTo>
                            <a:pt x="38100" y="64103"/>
                            <a:pt x="45625" y="71628"/>
                            <a:pt x="54864" y="71628"/>
                          </a:cubicBezTo>
                          <a:cubicBezTo>
                            <a:pt x="64103" y="71628"/>
                            <a:pt x="71628" y="64103"/>
                            <a:pt x="71628" y="54864"/>
                          </a:cubicBezTo>
                          <a:cubicBezTo>
                            <a:pt x="71533" y="45625"/>
                            <a:pt x="64008" y="38100"/>
                            <a:pt x="54864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580" name="Freeform: Shape 579">
                      <a:extLst>
                        <a:ext uri="{FF2B5EF4-FFF2-40B4-BE49-F238E27FC236}">
                          <a16:creationId xmlns:a16="http://schemas.microsoft.com/office/drawing/2014/main" id="{98F77B83-B78C-4569-BB28-830B640451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70021" y="3609689"/>
                      <a:ext cx="324421" cy="324421"/>
                    </a:xfrm>
                    <a:custGeom>
                      <a:avLst/>
                      <a:gdLst>
                        <a:gd name="connsiteX0" fmla="*/ 162211 w 324421"/>
                        <a:gd name="connsiteY0" fmla="*/ 324421 h 324421"/>
                        <a:gd name="connsiteX1" fmla="*/ 0 w 324421"/>
                        <a:gd name="connsiteY1" fmla="*/ 162211 h 324421"/>
                        <a:gd name="connsiteX2" fmla="*/ 162211 w 324421"/>
                        <a:gd name="connsiteY2" fmla="*/ 0 h 324421"/>
                        <a:gd name="connsiteX3" fmla="*/ 324422 w 324421"/>
                        <a:gd name="connsiteY3" fmla="*/ 162211 h 324421"/>
                        <a:gd name="connsiteX4" fmla="*/ 162211 w 324421"/>
                        <a:gd name="connsiteY4" fmla="*/ 324421 h 324421"/>
                        <a:gd name="connsiteX5" fmla="*/ 162211 w 324421"/>
                        <a:gd name="connsiteY5" fmla="*/ 38100 h 324421"/>
                        <a:gd name="connsiteX6" fmla="*/ 38100 w 324421"/>
                        <a:gd name="connsiteY6" fmla="*/ 162211 h 324421"/>
                        <a:gd name="connsiteX7" fmla="*/ 162211 w 324421"/>
                        <a:gd name="connsiteY7" fmla="*/ 286321 h 324421"/>
                        <a:gd name="connsiteX8" fmla="*/ 286322 w 324421"/>
                        <a:gd name="connsiteY8" fmla="*/ 162211 h 324421"/>
                        <a:gd name="connsiteX9" fmla="*/ 162211 w 324421"/>
                        <a:gd name="connsiteY9" fmla="*/ 38100 h 3244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24421" h="324421">
                          <a:moveTo>
                            <a:pt x="162211" y="324421"/>
                          </a:moveTo>
                          <a:cubicBezTo>
                            <a:pt x="72771" y="324421"/>
                            <a:pt x="0" y="251650"/>
                            <a:pt x="0" y="162211"/>
                          </a:cubicBezTo>
                          <a:cubicBezTo>
                            <a:pt x="0" y="72771"/>
                            <a:pt x="72771" y="0"/>
                            <a:pt x="162211" y="0"/>
                          </a:cubicBezTo>
                          <a:cubicBezTo>
                            <a:pt x="251651" y="0"/>
                            <a:pt x="324422" y="72771"/>
                            <a:pt x="324422" y="162211"/>
                          </a:cubicBezTo>
                          <a:cubicBezTo>
                            <a:pt x="324422" y="251650"/>
                            <a:pt x="251651" y="324421"/>
                            <a:pt x="162211" y="324421"/>
                          </a:cubicBezTo>
                          <a:close/>
                          <a:moveTo>
                            <a:pt x="162211" y="38100"/>
                          </a:moveTo>
                          <a:cubicBezTo>
                            <a:pt x="93821" y="38100"/>
                            <a:pt x="38100" y="93821"/>
                            <a:pt x="38100" y="162211"/>
                          </a:cubicBezTo>
                          <a:cubicBezTo>
                            <a:pt x="38100" y="230696"/>
                            <a:pt x="93821" y="286321"/>
                            <a:pt x="162211" y="286321"/>
                          </a:cubicBezTo>
                          <a:cubicBezTo>
                            <a:pt x="230600" y="286321"/>
                            <a:pt x="286322" y="230600"/>
                            <a:pt x="286322" y="162211"/>
                          </a:cubicBezTo>
                          <a:cubicBezTo>
                            <a:pt x="286322" y="93726"/>
                            <a:pt x="230696" y="38100"/>
                            <a:pt x="162211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  <p:sp>
                  <p:nvSpPr>
                    <p:cNvPr id="581" name="Freeform: Shape 580">
                      <a:extLst>
                        <a:ext uri="{FF2B5EF4-FFF2-40B4-BE49-F238E27FC236}">
                          <a16:creationId xmlns:a16="http://schemas.microsoft.com/office/drawing/2014/main" id="{4E106822-DD69-4BE6-9FEC-D5D8FE572A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69006" y="3609689"/>
                      <a:ext cx="324421" cy="324421"/>
                    </a:xfrm>
                    <a:custGeom>
                      <a:avLst/>
                      <a:gdLst>
                        <a:gd name="connsiteX0" fmla="*/ 162211 w 324421"/>
                        <a:gd name="connsiteY0" fmla="*/ 324421 h 324421"/>
                        <a:gd name="connsiteX1" fmla="*/ 0 w 324421"/>
                        <a:gd name="connsiteY1" fmla="*/ 162211 h 324421"/>
                        <a:gd name="connsiteX2" fmla="*/ 162211 w 324421"/>
                        <a:gd name="connsiteY2" fmla="*/ 0 h 324421"/>
                        <a:gd name="connsiteX3" fmla="*/ 324422 w 324421"/>
                        <a:gd name="connsiteY3" fmla="*/ 162211 h 324421"/>
                        <a:gd name="connsiteX4" fmla="*/ 162211 w 324421"/>
                        <a:gd name="connsiteY4" fmla="*/ 324421 h 324421"/>
                        <a:gd name="connsiteX5" fmla="*/ 162211 w 324421"/>
                        <a:gd name="connsiteY5" fmla="*/ 38100 h 324421"/>
                        <a:gd name="connsiteX6" fmla="*/ 38100 w 324421"/>
                        <a:gd name="connsiteY6" fmla="*/ 162211 h 324421"/>
                        <a:gd name="connsiteX7" fmla="*/ 162211 w 324421"/>
                        <a:gd name="connsiteY7" fmla="*/ 286321 h 324421"/>
                        <a:gd name="connsiteX8" fmla="*/ 286322 w 324421"/>
                        <a:gd name="connsiteY8" fmla="*/ 162211 h 324421"/>
                        <a:gd name="connsiteX9" fmla="*/ 162211 w 324421"/>
                        <a:gd name="connsiteY9" fmla="*/ 38100 h 3244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324421" h="324421">
                          <a:moveTo>
                            <a:pt x="162211" y="324421"/>
                          </a:moveTo>
                          <a:cubicBezTo>
                            <a:pt x="72771" y="324421"/>
                            <a:pt x="0" y="251650"/>
                            <a:pt x="0" y="162211"/>
                          </a:cubicBezTo>
                          <a:cubicBezTo>
                            <a:pt x="0" y="72771"/>
                            <a:pt x="72676" y="0"/>
                            <a:pt x="162211" y="0"/>
                          </a:cubicBezTo>
                          <a:cubicBezTo>
                            <a:pt x="251650" y="0"/>
                            <a:pt x="324422" y="72771"/>
                            <a:pt x="324422" y="162211"/>
                          </a:cubicBezTo>
                          <a:cubicBezTo>
                            <a:pt x="324422" y="251650"/>
                            <a:pt x="251650" y="324421"/>
                            <a:pt x="162211" y="324421"/>
                          </a:cubicBezTo>
                          <a:close/>
                          <a:moveTo>
                            <a:pt x="162211" y="38100"/>
                          </a:moveTo>
                          <a:cubicBezTo>
                            <a:pt x="93726" y="38100"/>
                            <a:pt x="38100" y="93821"/>
                            <a:pt x="38100" y="162211"/>
                          </a:cubicBezTo>
                          <a:cubicBezTo>
                            <a:pt x="38100" y="230696"/>
                            <a:pt x="93821" y="286321"/>
                            <a:pt x="162211" y="286321"/>
                          </a:cubicBezTo>
                          <a:cubicBezTo>
                            <a:pt x="230696" y="286321"/>
                            <a:pt x="286322" y="230600"/>
                            <a:pt x="286322" y="162211"/>
                          </a:cubicBezTo>
                          <a:cubicBezTo>
                            <a:pt x="286322" y="93726"/>
                            <a:pt x="230600" y="38100"/>
                            <a:pt x="162211" y="38100"/>
                          </a:cubicBezTo>
                          <a:close/>
                        </a:path>
                      </a:pathLst>
                    </a:custGeom>
                    <a:grpFill/>
                    <a:ln w="1270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 sz="1000"/>
                    </a:p>
                  </p:txBody>
                </p:sp>
              </p:grpSp>
            </p:grpSp>
          </p:grpSp>
          <p:grpSp>
            <p:nvGrpSpPr>
              <p:cNvPr id="554" name="Group 553">
                <a:extLst>
                  <a:ext uri="{FF2B5EF4-FFF2-40B4-BE49-F238E27FC236}">
                    <a16:creationId xmlns:a16="http://schemas.microsoft.com/office/drawing/2014/main" id="{58B8CD2B-23EF-4625-8EB1-7E19ECE7925F}"/>
                  </a:ext>
                </a:extLst>
              </p:cNvPr>
              <p:cNvGrpSpPr/>
              <p:nvPr/>
            </p:nvGrpSpPr>
            <p:grpSpPr>
              <a:xfrm>
                <a:off x="8502654" y="4505165"/>
                <a:ext cx="263476" cy="225927"/>
                <a:chOff x="9230360" y="2173322"/>
                <a:chExt cx="263476" cy="225927"/>
              </a:xfrm>
            </p:grpSpPr>
            <p:sp>
              <p:nvSpPr>
                <p:cNvPr id="563" name="Freeform 125">
                  <a:extLst>
                    <a:ext uri="{FF2B5EF4-FFF2-40B4-BE49-F238E27FC236}">
                      <a16:creationId xmlns:a16="http://schemas.microsoft.com/office/drawing/2014/main" id="{F5B3DCDF-947E-405A-81BE-8E2532F42C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69818" y="2212780"/>
                  <a:ext cx="183288" cy="186469"/>
                </a:xfrm>
                <a:custGeom>
                  <a:avLst/>
                  <a:gdLst>
                    <a:gd name="T0" fmla="*/ 288 w 288"/>
                    <a:gd name="T1" fmla="*/ 129 h 293"/>
                    <a:gd name="T2" fmla="*/ 145 w 288"/>
                    <a:gd name="T3" fmla="*/ 0 h 293"/>
                    <a:gd name="T4" fmla="*/ 145 w 288"/>
                    <a:gd name="T5" fmla="*/ 0 h 293"/>
                    <a:gd name="T6" fmla="*/ 145 w 288"/>
                    <a:gd name="T7" fmla="*/ 0 h 293"/>
                    <a:gd name="T8" fmla="*/ 145 w 288"/>
                    <a:gd name="T9" fmla="*/ 0 h 293"/>
                    <a:gd name="T10" fmla="*/ 0 w 288"/>
                    <a:gd name="T11" fmla="*/ 129 h 293"/>
                    <a:gd name="T12" fmla="*/ 0 w 288"/>
                    <a:gd name="T13" fmla="*/ 293 h 293"/>
                    <a:gd name="T14" fmla="*/ 107 w 288"/>
                    <a:gd name="T15" fmla="*/ 293 h 293"/>
                    <a:gd name="T16" fmla="*/ 107 w 288"/>
                    <a:gd name="T17" fmla="*/ 198 h 293"/>
                    <a:gd name="T18" fmla="*/ 180 w 288"/>
                    <a:gd name="T19" fmla="*/ 198 h 293"/>
                    <a:gd name="T20" fmla="*/ 180 w 288"/>
                    <a:gd name="T21" fmla="*/ 293 h 293"/>
                    <a:gd name="T22" fmla="*/ 288 w 288"/>
                    <a:gd name="T23" fmla="*/ 293 h 293"/>
                    <a:gd name="T24" fmla="*/ 288 w 288"/>
                    <a:gd name="T25" fmla="*/ 129 h 2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88" h="293">
                      <a:moveTo>
                        <a:pt x="288" y="129"/>
                      </a:moveTo>
                      <a:lnTo>
                        <a:pt x="145" y="0"/>
                      </a:lnTo>
                      <a:lnTo>
                        <a:pt x="145" y="0"/>
                      </a:lnTo>
                      <a:lnTo>
                        <a:pt x="145" y="0"/>
                      </a:lnTo>
                      <a:lnTo>
                        <a:pt x="145" y="0"/>
                      </a:lnTo>
                      <a:lnTo>
                        <a:pt x="0" y="129"/>
                      </a:lnTo>
                      <a:lnTo>
                        <a:pt x="0" y="293"/>
                      </a:lnTo>
                      <a:lnTo>
                        <a:pt x="107" y="293"/>
                      </a:lnTo>
                      <a:lnTo>
                        <a:pt x="107" y="198"/>
                      </a:lnTo>
                      <a:lnTo>
                        <a:pt x="180" y="198"/>
                      </a:lnTo>
                      <a:lnTo>
                        <a:pt x="180" y="293"/>
                      </a:lnTo>
                      <a:lnTo>
                        <a:pt x="288" y="293"/>
                      </a:lnTo>
                      <a:lnTo>
                        <a:pt x="288" y="129"/>
                      </a:lnTo>
                      <a:close/>
                    </a:path>
                  </a:pathLst>
                </a:custGeom>
                <a:noFill/>
                <a:ln w="12700" cap="flat">
                  <a:solidFill>
                    <a:schemeClr val="tx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sp>
              <p:nvSpPr>
                <p:cNvPr id="564" name="Freeform 126">
                  <a:extLst>
                    <a:ext uri="{FF2B5EF4-FFF2-40B4-BE49-F238E27FC236}">
                      <a16:creationId xmlns:a16="http://schemas.microsoft.com/office/drawing/2014/main" id="{7A5EDC56-1959-4C1F-85C4-D8C1E74F26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30360" y="2173322"/>
                  <a:ext cx="263476" cy="114554"/>
                </a:xfrm>
                <a:custGeom>
                  <a:avLst/>
                  <a:gdLst>
                    <a:gd name="T0" fmla="*/ 414 w 414"/>
                    <a:gd name="T1" fmla="*/ 180 h 180"/>
                    <a:gd name="T2" fmla="*/ 207 w 414"/>
                    <a:gd name="T3" fmla="*/ 0 h 180"/>
                    <a:gd name="T4" fmla="*/ 109 w 414"/>
                    <a:gd name="T5" fmla="*/ 84 h 180"/>
                    <a:gd name="T6" fmla="*/ 109 w 414"/>
                    <a:gd name="T7" fmla="*/ 30 h 180"/>
                    <a:gd name="T8" fmla="*/ 64 w 414"/>
                    <a:gd name="T9" fmla="*/ 30 h 180"/>
                    <a:gd name="T10" fmla="*/ 64 w 414"/>
                    <a:gd name="T11" fmla="*/ 123 h 180"/>
                    <a:gd name="T12" fmla="*/ 0 w 414"/>
                    <a:gd name="T13" fmla="*/ 180 h 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14" h="180">
                      <a:moveTo>
                        <a:pt x="414" y="180"/>
                      </a:moveTo>
                      <a:lnTo>
                        <a:pt x="207" y="0"/>
                      </a:lnTo>
                      <a:lnTo>
                        <a:pt x="109" y="84"/>
                      </a:lnTo>
                      <a:lnTo>
                        <a:pt x="109" y="30"/>
                      </a:lnTo>
                      <a:lnTo>
                        <a:pt x="64" y="30"/>
                      </a:lnTo>
                      <a:lnTo>
                        <a:pt x="64" y="123"/>
                      </a:lnTo>
                      <a:lnTo>
                        <a:pt x="0" y="180"/>
                      </a:lnTo>
                    </a:path>
                  </a:pathLst>
                </a:cu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</p:grpSp>
          <p:grpSp>
            <p:nvGrpSpPr>
              <p:cNvPr id="555" name="Group 554">
                <a:extLst>
                  <a:ext uri="{FF2B5EF4-FFF2-40B4-BE49-F238E27FC236}">
                    <a16:creationId xmlns:a16="http://schemas.microsoft.com/office/drawing/2014/main" id="{A56B8083-19D6-47CA-A29D-C21D67DF4D25}"/>
                  </a:ext>
                </a:extLst>
              </p:cNvPr>
              <p:cNvGrpSpPr/>
              <p:nvPr/>
            </p:nvGrpSpPr>
            <p:grpSpPr>
              <a:xfrm>
                <a:off x="8883312" y="4551759"/>
                <a:ext cx="224088" cy="182987"/>
                <a:chOff x="9250054" y="6147809"/>
                <a:chExt cx="224088" cy="182987"/>
              </a:xfrm>
            </p:grpSpPr>
            <p:sp>
              <p:nvSpPr>
                <p:cNvPr id="556" name="Freeform 114">
                  <a:extLst>
                    <a:ext uri="{FF2B5EF4-FFF2-40B4-BE49-F238E27FC236}">
                      <a16:creationId xmlns:a16="http://schemas.microsoft.com/office/drawing/2014/main" id="{9BD688C5-5895-4D16-A2A8-D7DF302263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445990" y="6147809"/>
                  <a:ext cx="28152" cy="25337"/>
                </a:xfrm>
                <a:custGeom>
                  <a:avLst/>
                  <a:gdLst>
                    <a:gd name="T0" fmla="*/ 0 w 50"/>
                    <a:gd name="T1" fmla="*/ 0 h 45"/>
                    <a:gd name="T2" fmla="*/ 50 w 50"/>
                    <a:gd name="T3" fmla="*/ 0 h 45"/>
                    <a:gd name="T4" fmla="*/ 50 w 50"/>
                    <a:gd name="T5" fmla="*/ 45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0" h="45">
                      <a:moveTo>
                        <a:pt x="0" y="0"/>
                      </a:moveTo>
                      <a:lnTo>
                        <a:pt x="50" y="0"/>
                      </a:lnTo>
                      <a:lnTo>
                        <a:pt x="50" y="45"/>
                      </a:lnTo>
                    </a:path>
                  </a:pathLst>
                </a:cu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sp>
              <p:nvSpPr>
                <p:cNvPr id="557" name="Freeform 115">
                  <a:extLst>
                    <a:ext uri="{FF2B5EF4-FFF2-40B4-BE49-F238E27FC236}">
                      <a16:creationId xmlns:a16="http://schemas.microsoft.com/office/drawing/2014/main" id="{72BF0D62-1B24-4B55-B3FC-28BC12F058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250054" y="6147809"/>
                  <a:ext cx="224088" cy="182987"/>
                </a:xfrm>
                <a:custGeom>
                  <a:avLst/>
                  <a:gdLst>
                    <a:gd name="T0" fmla="*/ 398 w 398"/>
                    <a:gd name="T1" fmla="*/ 262 h 325"/>
                    <a:gd name="T2" fmla="*/ 398 w 398"/>
                    <a:gd name="T3" fmla="*/ 325 h 325"/>
                    <a:gd name="T4" fmla="*/ 0 w 398"/>
                    <a:gd name="T5" fmla="*/ 325 h 325"/>
                    <a:gd name="T6" fmla="*/ 0 w 398"/>
                    <a:gd name="T7" fmla="*/ 0 h 325"/>
                    <a:gd name="T8" fmla="*/ 284 w 398"/>
                    <a:gd name="T9" fmla="*/ 0 h 3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8" h="325">
                      <a:moveTo>
                        <a:pt x="398" y="262"/>
                      </a:moveTo>
                      <a:lnTo>
                        <a:pt x="398" y="325"/>
                      </a:lnTo>
                      <a:lnTo>
                        <a:pt x="0" y="325"/>
                      </a:lnTo>
                      <a:lnTo>
                        <a:pt x="0" y="0"/>
                      </a:lnTo>
                      <a:lnTo>
                        <a:pt x="284" y="0"/>
                      </a:lnTo>
                    </a:path>
                  </a:pathLst>
                </a:cu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sp>
              <p:nvSpPr>
                <p:cNvPr id="558" name="Line 116">
                  <a:extLst>
                    <a:ext uri="{FF2B5EF4-FFF2-40B4-BE49-F238E27FC236}">
                      <a16:creationId xmlns:a16="http://schemas.microsoft.com/office/drawing/2014/main" id="{CA410AEB-B251-42FC-BA11-D0C7A05EE0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51180" y="6239584"/>
                  <a:ext cx="97405" cy="0"/>
                </a:xfrm>
                <a:prstGeom prst="line">
                  <a:avLst/>
                </a:pr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sp>
              <p:nvSpPr>
                <p:cNvPr id="559" name="Line 117">
                  <a:extLst>
                    <a:ext uri="{FF2B5EF4-FFF2-40B4-BE49-F238E27FC236}">
                      <a16:creationId xmlns:a16="http://schemas.microsoft.com/office/drawing/2014/main" id="{9FE186DA-44B6-4B1D-BF11-29D2ABED65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348585" y="6211432"/>
                  <a:ext cx="0" cy="56867"/>
                </a:xfrm>
                <a:prstGeom prst="line">
                  <a:avLst/>
                </a:pr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sp>
              <p:nvSpPr>
                <p:cNvPr id="560" name="Line 118">
                  <a:extLst>
                    <a:ext uri="{FF2B5EF4-FFF2-40B4-BE49-F238E27FC236}">
                      <a16:creationId xmlns:a16="http://schemas.microsoft.com/office/drawing/2014/main" id="{9D18BB26-92D7-4E8D-8C60-BE2E1A9A37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348585" y="6147809"/>
                  <a:ext cx="0" cy="34345"/>
                </a:xfrm>
                <a:prstGeom prst="line">
                  <a:avLst/>
                </a:pr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sp>
              <p:nvSpPr>
                <p:cNvPr id="561" name="Line 119">
                  <a:extLst>
                    <a:ext uri="{FF2B5EF4-FFF2-40B4-BE49-F238E27FC236}">
                      <a16:creationId xmlns:a16="http://schemas.microsoft.com/office/drawing/2014/main" id="{7B1E2134-F7A3-4831-92B6-52B8F1E1BF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348585" y="6300392"/>
                  <a:ext cx="0" cy="30404"/>
                </a:xfrm>
                <a:prstGeom prst="line">
                  <a:avLst/>
                </a:pr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000"/>
                </a:p>
              </p:txBody>
            </p:sp>
            <p:cxnSp>
              <p:nvCxnSpPr>
                <p:cNvPr id="562" name="Straight Connector 561">
                  <a:extLst>
                    <a:ext uri="{FF2B5EF4-FFF2-40B4-BE49-F238E27FC236}">
                      <a16:creationId xmlns:a16="http://schemas.microsoft.com/office/drawing/2014/main" id="{62D13038-FA7D-458A-95D4-A62F7777C585}"/>
                    </a:ext>
                  </a:extLst>
                </p:cNvPr>
                <p:cNvCxnSpPr>
                  <a:cxnSpLocks/>
                  <a:stCxn id="556" idx="2"/>
                  <a:endCxn id="557" idx="0"/>
                </p:cNvCxnSpPr>
                <p:nvPr/>
              </p:nvCxnSpPr>
              <p:spPr>
                <a:xfrm>
                  <a:off x="9474142" y="6173146"/>
                  <a:ext cx="0" cy="122179"/>
                </a:xfrm>
                <a:prstGeom prst="line">
                  <a:avLst/>
                </a:prstGeom>
                <a:noFill/>
                <a:ln w="12700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cxnSp>
          </p:grpSp>
        </p:grp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E8854926-0CCB-4D48-8FA7-4FACC144B463}"/>
                </a:ext>
              </a:extLst>
            </p:cNvPr>
            <p:cNvGrpSpPr/>
            <p:nvPr/>
          </p:nvGrpSpPr>
          <p:grpSpPr>
            <a:xfrm>
              <a:off x="8450529" y="5683563"/>
              <a:ext cx="263476" cy="225927"/>
              <a:chOff x="9230360" y="2173322"/>
              <a:chExt cx="263476" cy="225927"/>
            </a:xfrm>
          </p:grpSpPr>
          <p:sp>
            <p:nvSpPr>
              <p:cNvPr id="593" name="Freeform 125">
                <a:extLst>
                  <a:ext uri="{FF2B5EF4-FFF2-40B4-BE49-F238E27FC236}">
                    <a16:creationId xmlns:a16="http://schemas.microsoft.com/office/drawing/2014/main" id="{345DA7DC-6A73-4435-A951-7584343BFF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9818" y="2212780"/>
                <a:ext cx="183288" cy="186469"/>
              </a:xfrm>
              <a:custGeom>
                <a:avLst/>
                <a:gdLst>
                  <a:gd name="T0" fmla="*/ 288 w 288"/>
                  <a:gd name="T1" fmla="*/ 129 h 293"/>
                  <a:gd name="T2" fmla="*/ 145 w 288"/>
                  <a:gd name="T3" fmla="*/ 0 h 293"/>
                  <a:gd name="T4" fmla="*/ 145 w 288"/>
                  <a:gd name="T5" fmla="*/ 0 h 293"/>
                  <a:gd name="T6" fmla="*/ 145 w 288"/>
                  <a:gd name="T7" fmla="*/ 0 h 293"/>
                  <a:gd name="T8" fmla="*/ 145 w 288"/>
                  <a:gd name="T9" fmla="*/ 0 h 293"/>
                  <a:gd name="T10" fmla="*/ 0 w 288"/>
                  <a:gd name="T11" fmla="*/ 129 h 293"/>
                  <a:gd name="T12" fmla="*/ 0 w 288"/>
                  <a:gd name="T13" fmla="*/ 293 h 293"/>
                  <a:gd name="T14" fmla="*/ 107 w 288"/>
                  <a:gd name="T15" fmla="*/ 293 h 293"/>
                  <a:gd name="T16" fmla="*/ 107 w 288"/>
                  <a:gd name="T17" fmla="*/ 198 h 293"/>
                  <a:gd name="T18" fmla="*/ 180 w 288"/>
                  <a:gd name="T19" fmla="*/ 198 h 293"/>
                  <a:gd name="T20" fmla="*/ 180 w 288"/>
                  <a:gd name="T21" fmla="*/ 293 h 293"/>
                  <a:gd name="T22" fmla="*/ 288 w 288"/>
                  <a:gd name="T23" fmla="*/ 293 h 293"/>
                  <a:gd name="T24" fmla="*/ 288 w 288"/>
                  <a:gd name="T25" fmla="*/ 129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8" h="293">
                    <a:moveTo>
                      <a:pt x="288" y="129"/>
                    </a:move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0" y="129"/>
                    </a:lnTo>
                    <a:lnTo>
                      <a:pt x="0" y="293"/>
                    </a:lnTo>
                    <a:lnTo>
                      <a:pt x="107" y="293"/>
                    </a:lnTo>
                    <a:lnTo>
                      <a:pt x="107" y="198"/>
                    </a:lnTo>
                    <a:lnTo>
                      <a:pt x="180" y="198"/>
                    </a:lnTo>
                    <a:lnTo>
                      <a:pt x="180" y="293"/>
                    </a:lnTo>
                    <a:lnTo>
                      <a:pt x="288" y="293"/>
                    </a:lnTo>
                    <a:lnTo>
                      <a:pt x="288" y="129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594" name="Freeform 126">
                <a:extLst>
                  <a:ext uri="{FF2B5EF4-FFF2-40B4-BE49-F238E27FC236}">
                    <a16:creationId xmlns:a16="http://schemas.microsoft.com/office/drawing/2014/main" id="{7FAB4902-A585-4268-8A96-6A5ABA45C4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0360" y="2173322"/>
                <a:ext cx="263476" cy="114554"/>
              </a:xfrm>
              <a:custGeom>
                <a:avLst/>
                <a:gdLst>
                  <a:gd name="T0" fmla="*/ 414 w 414"/>
                  <a:gd name="T1" fmla="*/ 180 h 180"/>
                  <a:gd name="T2" fmla="*/ 207 w 414"/>
                  <a:gd name="T3" fmla="*/ 0 h 180"/>
                  <a:gd name="T4" fmla="*/ 109 w 414"/>
                  <a:gd name="T5" fmla="*/ 84 h 180"/>
                  <a:gd name="T6" fmla="*/ 109 w 414"/>
                  <a:gd name="T7" fmla="*/ 30 h 180"/>
                  <a:gd name="T8" fmla="*/ 64 w 414"/>
                  <a:gd name="T9" fmla="*/ 30 h 180"/>
                  <a:gd name="T10" fmla="*/ 64 w 414"/>
                  <a:gd name="T11" fmla="*/ 123 h 180"/>
                  <a:gd name="T12" fmla="*/ 0 w 414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4" h="180">
                    <a:moveTo>
                      <a:pt x="414" y="180"/>
                    </a:moveTo>
                    <a:lnTo>
                      <a:pt x="207" y="0"/>
                    </a:lnTo>
                    <a:lnTo>
                      <a:pt x="109" y="84"/>
                    </a:lnTo>
                    <a:lnTo>
                      <a:pt x="109" y="30"/>
                    </a:lnTo>
                    <a:lnTo>
                      <a:pt x="64" y="30"/>
                    </a:lnTo>
                    <a:lnTo>
                      <a:pt x="64" y="123"/>
                    </a:lnTo>
                    <a:lnTo>
                      <a:pt x="0" y="180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</p:grpSp>
      </p:grpSp>
      <p:cxnSp>
        <p:nvCxnSpPr>
          <p:cNvPr id="613" name="Straight Connector 612">
            <a:extLst>
              <a:ext uri="{FF2B5EF4-FFF2-40B4-BE49-F238E27FC236}">
                <a16:creationId xmlns:a16="http://schemas.microsoft.com/office/drawing/2014/main" id="{3640E268-694F-44A8-9674-57E0E8C2F692}"/>
              </a:ext>
            </a:extLst>
          </p:cNvPr>
          <p:cNvCxnSpPr>
            <a:cxnSpLocks/>
          </p:cNvCxnSpPr>
          <p:nvPr/>
        </p:nvCxnSpPr>
        <p:spPr>
          <a:xfrm>
            <a:off x="547688" y="1612429"/>
            <a:ext cx="1108252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TextBox 272">
            <a:extLst>
              <a:ext uri="{FF2B5EF4-FFF2-40B4-BE49-F238E27FC236}">
                <a16:creationId xmlns:a16="http://schemas.microsoft.com/office/drawing/2014/main" id="{96ABA02F-884E-4F90-9657-D7E8F076C585}"/>
              </a:ext>
            </a:extLst>
          </p:cNvPr>
          <p:cNvSpPr txBox="1">
            <a:spLocks/>
          </p:cNvSpPr>
          <p:nvPr/>
        </p:nvSpPr>
        <p:spPr>
          <a:xfrm>
            <a:off x="547688" y="1373675"/>
            <a:ext cx="2082565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b="1" dirty="0"/>
              <a:t>Название решения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CD782C9D-9423-440B-ACFF-FD7275579B9B}"/>
              </a:ext>
            </a:extLst>
          </p:cNvPr>
          <p:cNvSpPr txBox="1">
            <a:spLocks/>
          </p:cNvSpPr>
          <p:nvPr/>
        </p:nvSpPr>
        <p:spPr>
          <a:xfrm>
            <a:off x="3351682" y="1373675"/>
            <a:ext cx="5084597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b="1" dirty="0"/>
              <a:t>Описание решения</a:t>
            </a:r>
          </a:p>
        </p:txBody>
      </p: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D24690E4-84EE-4A82-9BC3-EA03298FBAD5}"/>
              </a:ext>
            </a:extLst>
          </p:cNvPr>
          <p:cNvGrpSpPr/>
          <p:nvPr/>
        </p:nvGrpSpPr>
        <p:grpSpPr>
          <a:xfrm>
            <a:off x="3351682" y="900941"/>
            <a:ext cx="8166619" cy="323122"/>
            <a:chOff x="2705120" y="920458"/>
            <a:chExt cx="8166619" cy="323122"/>
          </a:xfrm>
        </p:grpSpPr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32F8AE54-0875-493A-B196-BA37DBA8C476}"/>
                </a:ext>
              </a:extLst>
            </p:cNvPr>
            <p:cNvGrpSpPr/>
            <p:nvPr/>
          </p:nvGrpSpPr>
          <p:grpSpPr>
            <a:xfrm>
              <a:off x="2705120" y="920458"/>
              <a:ext cx="3153057" cy="278052"/>
              <a:chOff x="5625268" y="920102"/>
              <a:chExt cx="3153057" cy="278052"/>
            </a:xfrm>
          </p:grpSpPr>
          <p:grpSp>
            <p:nvGrpSpPr>
              <p:cNvPr id="270" name="Group 269">
                <a:extLst>
                  <a:ext uri="{FF2B5EF4-FFF2-40B4-BE49-F238E27FC236}">
                    <a16:creationId xmlns:a16="http://schemas.microsoft.com/office/drawing/2014/main" id="{C1331B8D-17F6-4914-8350-944580B24CF9}"/>
                  </a:ext>
                </a:extLst>
              </p:cNvPr>
              <p:cNvGrpSpPr/>
              <p:nvPr/>
            </p:nvGrpSpPr>
            <p:grpSpPr>
              <a:xfrm>
                <a:off x="7425864" y="1016505"/>
                <a:ext cx="486181" cy="181649"/>
                <a:chOff x="7181501" y="986025"/>
                <a:chExt cx="486181" cy="181649"/>
              </a:xfrm>
            </p:grpSpPr>
            <p:sp>
              <p:nvSpPr>
                <p:cNvPr id="303" name="TextBox 302">
                  <a:extLst>
                    <a:ext uri="{FF2B5EF4-FFF2-40B4-BE49-F238E27FC236}">
                      <a16:creationId xmlns:a16="http://schemas.microsoft.com/office/drawing/2014/main" id="{1DEADA6B-36DF-4D3D-9A4B-D82406ADF9C7}"/>
                    </a:ext>
                  </a:extLst>
                </p:cNvPr>
                <p:cNvSpPr txBox="1"/>
                <p:nvPr/>
              </p:nvSpPr>
              <p:spPr>
                <a:xfrm>
                  <a:off x="7419730" y="1044563"/>
                  <a:ext cx="247952" cy="123111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lang="en-US" sz="1400" dirty="0">
                      <a:sym typeface="+mn-lt"/>
                    </a:defRPr>
                  </a:lvl1pPr>
                  <a:lvl2pPr marL="230396" lvl="1" indent="-226796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10000"/>
                    <a:buFont typeface="Wingdings" panose="05000000000000000000" pitchFamily="2" charset="2"/>
                    <a:buChar char=""/>
                    <a:defRPr lang="en-US" sz="1400" dirty="0">
                      <a:sym typeface="+mn-lt"/>
                    </a:defRPr>
                  </a:lvl2pPr>
                  <a:lvl3pPr marL="442793" lvl="2" indent="-215997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10000"/>
                    <a:buFont typeface="Arial" panose="020B0604020202020204" pitchFamily="34" charset="0"/>
                    <a:buChar char="‒"/>
                    <a:defRPr lang="en-US" sz="1400" dirty="0">
                      <a:sym typeface="+mn-lt"/>
                    </a:defRPr>
                  </a:lvl3pPr>
                  <a:lvl4pPr marL="597590" lvl="3" indent="-15119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00000"/>
                    <a:buFont typeface="Arial" panose="020B0604020202020204" pitchFamily="34" charset="0"/>
                    <a:buChar char="•"/>
                    <a:defRPr lang="en-US" sz="1400" dirty="0">
                      <a:sym typeface="+mn-lt"/>
                    </a:defRPr>
                  </a:lvl4pPr>
                  <a:lvl5pPr marL="817187" lvl="4" indent="-14759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00000"/>
                    <a:buFont typeface="Arial" panose="020B0604020202020204" pitchFamily="34" charset="0"/>
                    <a:buChar char="̶"/>
                    <a:defRPr lang="en-US" sz="1400" dirty="0">
                      <a:sym typeface="+mn-lt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ru-RU" sz="800" dirty="0">
                      <a:solidFill>
                        <a:schemeClr val="accent5"/>
                      </a:solidFill>
                    </a:rPr>
                    <a:t>Дом</a:t>
                  </a:r>
                  <a:endParaRPr lang="en-US" sz="800" dirty="0">
                    <a:solidFill>
                      <a:schemeClr val="accent5"/>
                    </a:solidFill>
                  </a:endParaRPr>
                </a:p>
              </p:txBody>
            </p:sp>
            <p:grpSp>
              <p:nvGrpSpPr>
                <p:cNvPr id="304" name="Group 303">
                  <a:extLst>
                    <a:ext uri="{FF2B5EF4-FFF2-40B4-BE49-F238E27FC236}">
                      <a16:creationId xmlns:a16="http://schemas.microsoft.com/office/drawing/2014/main" id="{56C411F1-ABC9-42A7-8BA9-886AFDE53303}"/>
                    </a:ext>
                  </a:extLst>
                </p:cNvPr>
                <p:cNvGrpSpPr/>
                <p:nvPr/>
              </p:nvGrpSpPr>
              <p:grpSpPr>
                <a:xfrm>
                  <a:off x="7181501" y="986025"/>
                  <a:ext cx="195755" cy="167857"/>
                  <a:chOff x="3885239" y="5650072"/>
                  <a:chExt cx="657225" cy="563563"/>
                </a:xfrm>
              </p:grpSpPr>
              <p:sp>
                <p:nvSpPr>
                  <p:cNvPr id="306" name="Freeform 125">
                    <a:extLst>
                      <a:ext uri="{FF2B5EF4-FFF2-40B4-BE49-F238E27FC236}">
                        <a16:creationId xmlns:a16="http://schemas.microsoft.com/office/drawing/2014/main" id="{B6A3AA16-F7CD-4D19-AD45-1C36867D571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983664" y="5748497"/>
                    <a:ext cx="457200" cy="465138"/>
                  </a:xfrm>
                  <a:custGeom>
                    <a:avLst/>
                    <a:gdLst>
                      <a:gd name="T0" fmla="*/ 288 w 288"/>
                      <a:gd name="T1" fmla="*/ 129 h 293"/>
                      <a:gd name="T2" fmla="*/ 145 w 288"/>
                      <a:gd name="T3" fmla="*/ 0 h 293"/>
                      <a:gd name="T4" fmla="*/ 145 w 288"/>
                      <a:gd name="T5" fmla="*/ 0 h 293"/>
                      <a:gd name="T6" fmla="*/ 145 w 288"/>
                      <a:gd name="T7" fmla="*/ 0 h 293"/>
                      <a:gd name="T8" fmla="*/ 145 w 288"/>
                      <a:gd name="T9" fmla="*/ 0 h 293"/>
                      <a:gd name="T10" fmla="*/ 0 w 288"/>
                      <a:gd name="T11" fmla="*/ 129 h 293"/>
                      <a:gd name="T12" fmla="*/ 0 w 288"/>
                      <a:gd name="T13" fmla="*/ 293 h 293"/>
                      <a:gd name="T14" fmla="*/ 107 w 288"/>
                      <a:gd name="T15" fmla="*/ 293 h 293"/>
                      <a:gd name="T16" fmla="*/ 107 w 288"/>
                      <a:gd name="T17" fmla="*/ 198 h 293"/>
                      <a:gd name="T18" fmla="*/ 180 w 288"/>
                      <a:gd name="T19" fmla="*/ 198 h 293"/>
                      <a:gd name="T20" fmla="*/ 180 w 288"/>
                      <a:gd name="T21" fmla="*/ 293 h 293"/>
                      <a:gd name="T22" fmla="*/ 288 w 288"/>
                      <a:gd name="T23" fmla="*/ 293 h 293"/>
                      <a:gd name="T24" fmla="*/ 288 w 288"/>
                      <a:gd name="T25" fmla="*/ 129 h 29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288" h="293">
                        <a:moveTo>
                          <a:pt x="288" y="129"/>
                        </a:moveTo>
                        <a:lnTo>
                          <a:pt x="145" y="0"/>
                        </a:lnTo>
                        <a:lnTo>
                          <a:pt x="145" y="0"/>
                        </a:lnTo>
                        <a:lnTo>
                          <a:pt x="145" y="0"/>
                        </a:lnTo>
                        <a:lnTo>
                          <a:pt x="145" y="0"/>
                        </a:lnTo>
                        <a:lnTo>
                          <a:pt x="0" y="129"/>
                        </a:lnTo>
                        <a:lnTo>
                          <a:pt x="0" y="293"/>
                        </a:lnTo>
                        <a:lnTo>
                          <a:pt x="107" y="293"/>
                        </a:lnTo>
                        <a:lnTo>
                          <a:pt x="107" y="198"/>
                        </a:lnTo>
                        <a:lnTo>
                          <a:pt x="180" y="198"/>
                        </a:lnTo>
                        <a:lnTo>
                          <a:pt x="180" y="293"/>
                        </a:lnTo>
                        <a:lnTo>
                          <a:pt x="288" y="293"/>
                        </a:lnTo>
                        <a:lnTo>
                          <a:pt x="288" y="129"/>
                        </a:lnTo>
                        <a:close/>
                      </a:path>
                    </a:pathLst>
                  </a:custGeom>
                  <a:noFill/>
                  <a:ln w="9525" cap="flat">
                    <a:solidFill>
                      <a:schemeClr val="tx2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/>
                  </a:p>
                </p:txBody>
              </p:sp>
              <p:sp>
                <p:nvSpPr>
                  <p:cNvPr id="307" name="Freeform 126">
                    <a:extLst>
                      <a:ext uri="{FF2B5EF4-FFF2-40B4-BE49-F238E27FC236}">
                        <a16:creationId xmlns:a16="http://schemas.microsoft.com/office/drawing/2014/main" id="{FC069787-6EBF-4FEA-8254-931EF45C0C5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885239" y="5650072"/>
                    <a:ext cx="657225" cy="285750"/>
                  </a:xfrm>
                  <a:custGeom>
                    <a:avLst/>
                    <a:gdLst>
                      <a:gd name="T0" fmla="*/ 414 w 414"/>
                      <a:gd name="T1" fmla="*/ 180 h 180"/>
                      <a:gd name="T2" fmla="*/ 207 w 414"/>
                      <a:gd name="T3" fmla="*/ 0 h 180"/>
                      <a:gd name="T4" fmla="*/ 109 w 414"/>
                      <a:gd name="T5" fmla="*/ 84 h 180"/>
                      <a:gd name="T6" fmla="*/ 109 w 414"/>
                      <a:gd name="T7" fmla="*/ 30 h 180"/>
                      <a:gd name="T8" fmla="*/ 64 w 414"/>
                      <a:gd name="T9" fmla="*/ 30 h 180"/>
                      <a:gd name="T10" fmla="*/ 64 w 414"/>
                      <a:gd name="T11" fmla="*/ 123 h 180"/>
                      <a:gd name="T12" fmla="*/ 0 w 414"/>
                      <a:gd name="T13" fmla="*/ 180 h 18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414" h="180">
                        <a:moveTo>
                          <a:pt x="414" y="180"/>
                        </a:moveTo>
                        <a:lnTo>
                          <a:pt x="207" y="0"/>
                        </a:lnTo>
                        <a:lnTo>
                          <a:pt x="109" y="84"/>
                        </a:lnTo>
                        <a:lnTo>
                          <a:pt x="109" y="30"/>
                        </a:lnTo>
                        <a:lnTo>
                          <a:pt x="64" y="30"/>
                        </a:lnTo>
                        <a:lnTo>
                          <a:pt x="64" y="123"/>
                        </a:lnTo>
                        <a:lnTo>
                          <a:pt x="0" y="180"/>
                        </a:lnTo>
                      </a:path>
                    </a:pathLst>
                  </a:custGeom>
                  <a:noFill/>
                  <a:ln w="9525" cap="flat">
                    <a:solidFill>
                      <a:schemeClr val="tx2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/>
                  </a:p>
                </p:txBody>
              </p:sp>
            </p:grpSp>
          </p:grpSp>
          <p:grpSp>
            <p:nvGrpSpPr>
              <p:cNvPr id="271" name="Group 270">
                <a:extLst>
                  <a:ext uri="{FF2B5EF4-FFF2-40B4-BE49-F238E27FC236}">
                    <a16:creationId xmlns:a16="http://schemas.microsoft.com/office/drawing/2014/main" id="{22152358-9C15-44F7-8947-496F9FC83F42}"/>
                  </a:ext>
                </a:extLst>
              </p:cNvPr>
              <p:cNvGrpSpPr/>
              <p:nvPr/>
            </p:nvGrpSpPr>
            <p:grpSpPr>
              <a:xfrm>
                <a:off x="5625268" y="920102"/>
                <a:ext cx="1719850" cy="278052"/>
                <a:chOff x="5138150" y="889622"/>
                <a:chExt cx="1719850" cy="278052"/>
              </a:xfrm>
            </p:grpSpPr>
            <p:sp>
              <p:nvSpPr>
                <p:cNvPr id="284" name="TextBox 283">
                  <a:extLst>
                    <a:ext uri="{FF2B5EF4-FFF2-40B4-BE49-F238E27FC236}">
                      <a16:creationId xmlns:a16="http://schemas.microsoft.com/office/drawing/2014/main" id="{9BD5C6D2-ACFB-4D6D-98EF-5FDD970AC97F}"/>
                    </a:ext>
                  </a:extLst>
                </p:cNvPr>
                <p:cNvSpPr txBox="1"/>
                <p:nvPr/>
              </p:nvSpPr>
              <p:spPr>
                <a:xfrm>
                  <a:off x="5561582" y="1044563"/>
                  <a:ext cx="1296418" cy="123111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lang="en-US" sz="1400" dirty="0">
                      <a:sym typeface="+mn-lt"/>
                    </a:defRPr>
                  </a:lvl1pPr>
                  <a:lvl2pPr marL="230396" lvl="1" indent="-226796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10000"/>
                    <a:buFont typeface="Wingdings" panose="05000000000000000000" pitchFamily="2" charset="2"/>
                    <a:buChar char=""/>
                    <a:defRPr lang="en-US" sz="1400" dirty="0">
                      <a:sym typeface="+mn-lt"/>
                    </a:defRPr>
                  </a:lvl2pPr>
                  <a:lvl3pPr marL="442793" lvl="2" indent="-215997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10000"/>
                    <a:buFont typeface="Arial" panose="020B0604020202020204" pitchFamily="34" charset="0"/>
                    <a:buChar char="‒"/>
                    <a:defRPr lang="en-US" sz="1400" dirty="0">
                      <a:sym typeface="+mn-lt"/>
                    </a:defRPr>
                  </a:lvl3pPr>
                  <a:lvl4pPr marL="597590" lvl="3" indent="-15119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00000"/>
                    <a:buFont typeface="Arial" panose="020B0604020202020204" pitchFamily="34" charset="0"/>
                    <a:buChar char="•"/>
                    <a:defRPr lang="en-US" sz="1400" dirty="0">
                      <a:sym typeface="+mn-lt"/>
                    </a:defRPr>
                  </a:lvl4pPr>
                  <a:lvl5pPr marL="817187" lvl="4" indent="-14759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00000"/>
                    <a:buFont typeface="Arial" panose="020B0604020202020204" pitchFamily="34" charset="0"/>
                    <a:buChar char="̶"/>
                    <a:defRPr lang="en-US" sz="1400" dirty="0">
                      <a:sym typeface="+mn-lt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ru-RU" sz="800" dirty="0">
                      <a:solidFill>
                        <a:schemeClr val="accent5"/>
                      </a:solidFill>
                    </a:rPr>
                    <a:t>Придомовая территория</a:t>
                  </a:r>
                  <a:endParaRPr lang="en-US" sz="800" dirty="0">
                    <a:solidFill>
                      <a:schemeClr val="accent5"/>
                    </a:solidFill>
                  </a:endParaRPr>
                </a:p>
              </p:txBody>
            </p:sp>
            <p:grpSp>
              <p:nvGrpSpPr>
                <p:cNvPr id="285" name="Group 284">
                  <a:extLst>
                    <a:ext uri="{FF2B5EF4-FFF2-40B4-BE49-F238E27FC236}">
                      <a16:creationId xmlns:a16="http://schemas.microsoft.com/office/drawing/2014/main" id="{EC3BA3FC-AB63-4832-B29A-3B7778C31A0E}"/>
                    </a:ext>
                  </a:extLst>
                </p:cNvPr>
                <p:cNvGrpSpPr/>
                <p:nvPr/>
              </p:nvGrpSpPr>
              <p:grpSpPr>
                <a:xfrm>
                  <a:off x="5138150" y="889622"/>
                  <a:ext cx="345642" cy="255680"/>
                  <a:chOff x="6741602" y="3075312"/>
                  <a:chExt cx="1390650" cy="1028700"/>
                </a:xfrm>
                <a:solidFill>
                  <a:schemeClr val="accent3"/>
                </a:solidFill>
              </p:grpSpPr>
              <p:sp>
                <p:nvSpPr>
                  <p:cNvPr id="286" name="Freeform: Shape 285">
                    <a:extLst>
                      <a:ext uri="{FF2B5EF4-FFF2-40B4-BE49-F238E27FC236}">
                        <a16:creationId xmlns:a16="http://schemas.microsoft.com/office/drawing/2014/main" id="{FDEBE832-44A5-4D1B-AADD-62F36D9CC0A3}"/>
                      </a:ext>
                    </a:extLst>
                  </p:cNvPr>
                  <p:cNvSpPr/>
                  <p:nvPr/>
                </p:nvSpPr>
                <p:spPr>
                  <a:xfrm>
                    <a:off x="6741602" y="3151512"/>
                    <a:ext cx="495300" cy="495300"/>
                  </a:xfrm>
                  <a:custGeom>
                    <a:avLst/>
                    <a:gdLst>
                      <a:gd name="connsiteX0" fmla="*/ 247650 w 495300"/>
                      <a:gd name="connsiteY0" fmla="*/ 495300 h 495300"/>
                      <a:gd name="connsiteX1" fmla="*/ 0 w 495300"/>
                      <a:gd name="connsiteY1" fmla="*/ 247650 h 495300"/>
                      <a:gd name="connsiteX2" fmla="*/ 247650 w 495300"/>
                      <a:gd name="connsiteY2" fmla="*/ 0 h 495300"/>
                      <a:gd name="connsiteX3" fmla="*/ 495300 w 495300"/>
                      <a:gd name="connsiteY3" fmla="*/ 247650 h 495300"/>
                      <a:gd name="connsiteX4" fmla="*/ 247650 w 495300"/>
                      <a:gd name="connsiteY4" fmla="*/ 495300 h 495300"/>
                      <a:gd name="connsiteX5" fmla="*/ 247650 w 495300"/>
                      <a:gd name="connsiteY5" fmla="*/ 38100 h 495300"/>
                      <a:gd name="connsiteX6" fmla="*/ 38100 w 495300"/>
                      <a:gd name="connsiteY6" fmla="*/ 247650 h 495300"/>
                      <a:gd name="connsiteX7" fmla="*/ 247650 w 495300"/>
                      <a:gd name="connsiteY7" fmla="*/ 457200 h 495300"/>
                      <a:gd name="connsiteX8" fmla="*/ 457200 w 495300"/>
                      <a:gd name="connsiteY8" fmla="*/ 247650 h 495300"/>
                      <a:gd name="connsiteX9" fmla="*/ 247650 w 495300"/>
                      <a:gd name="connsiteY9" fmla="*/ 38100 h 495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95300" h="495300">
                        <a:moveTo>
                          <a:pt x="247650" y="495300"/>
                        </a:moveTo>
                        <a:cubicBezTo>
                          <a:pt x="111062" y="495300"/>
                          <a:pt x="0" y="384239"/>
                          <a:pt x="0" y="247650"/>
                        </a:cubicBezTo>
                        <a:cubicBezTo>
                          <a:pt x="0" y="111062"/>
                          <a:pt x="111062" y="0"/>
                          <a:pt x="247650" y="0"/>
                        </a:cubicBezTo>
                        <a:cubicBezTo>
                          <a:pt x="384239" y="0"/>
                          <a:pt x="495300" y="111062"/>
                          <a:pt x="495300" y="247650"/>
                        </a:cubicBezTo>
                        <a:cubicBezTo>
                          <a:pt x="495300" y="384239"/>
                          <a:pt x="384239" y="495300"/>
                          <a:pt x="247650" y="495300"/>
                        </a:cubicBezTo>
                        <a:close/>
                        <a:moveTo>
                          <a:pt x="247650" y="38100"/>
                        </a:moveTo>
                        <a:cubicBezTo>
                          <a:pt x="132112" y="38100"/>
                          <a:pt x="38100" y="132112"/>
                          <a:pt x="38100" y="247650"/>
                        </a:cubicBezTo>
                        <a:cubicBezTo>
                          <a:pt x="38100" y="363188"/>
                          <a:pt x="132112" y="457200"/>
                          <a:pt x="247650" y="457200"/>
                        </a:cubicBezTo>
                        <a:cubicBezTo>
                          <a:pt x="363188" y="457200"/>
                          <a:pt x="457200" y="363188"/>
                          <a:pt x="457200" y="247650"/>
                        </a:cubicBezTo>
                        <a:cubicBezTo>
                          <a:pt x="457200" y="132112"/>
                          <a:pt x="363188" y="38100"/>
                          <a:pt x="247650" y="381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87" name="Freeform: Shape 286">
                    <a:extLst>
                      <a:ext uri="{FF2B5EF4-FFF2-40B4-BE49-F238E27FC236}">
                        <a16:creationId xmlns:a16="http://schemas.microsoft.com/office/drawing/2014/main" id="{366CEC5A-0BCF-46D7-A6C2-883C5536E0C0}"/>
                      </a:ext>
                    </a:extLst>
                  </p:cNvPr>
                  <p:cNvSpPr/>
                  <p:nvPr/>
                </p:nvSpPr>
                <p:spPr>
                  <a:xfrm>
                    <a:off x="6970202" y="3532512"/>
                    <a:ext cx="38100" cy="571500"/>
                  </a:xfrm>
                  <a:custGeom>
                    <a:avLst/>
                    <a:gdLst>
                      <a:gd name="connsiteX0" fmla="*/ 19050 w 38100"/>
                      <a:gd name="connsiteY0" fmla="*/ 571500 h 571500"/>
                      <a:gd name="connsiteX1" fmla="*/ 0 w 38100"/>
                      <a:gd name="connsiteY1" fmla="*/ 552450 h 571500"/>
                      <a:gd name="connsiteX2" fmla="*/ 0 w 38100"/>
                      <a:gd name="connsiteY2" fmla="*/ 19050 h 571500"/>
                      <a:gd name="connsiteX3" fmla="*/ 19050 w 38100"/>
                      <a:gd name="connsiteY3" fmla="*/ 0 h 571500"/>
                      <a:gd name="connsiteX4" fmla="*/ 38100 w 38100"/>
                      <a:gd name="connsiteY4" fmla="*/ 19050 h 571500"/>
                      <a:gd name="connsiteX5" fmla="*/ 38100 w 38100"/>
                      <a:gd name="connsiteY5" fmla="*/ 552450 h 571500"/>
                      <a:gd name="connsiteX6" fmla="*/ 19050 w 38100"/>
                      <a:gd name="connsiteY6" fmla="*/ 571500 h 5715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8100" h="571500">
                        <a:moveTo>
                          <a:pt x="19050" y="571500"/>
                        </a:moveTo>
                        <a:cubicBezTo>
                          <a:pt x="8477" y="571500"/>
                          <a:pt x="0" y="563023"/>
                          <a:pt x="0" y="552450"/>
                        </a:cubicBezTo>
                        <a:lnTo>
                          <a:pt x="0" y="19050"/>
                        </a:lnTo>
                        <a:cubicBezTo>
                          <a:pt x="0" y="8477"/>
                          <a:pt x="8477" y="0"/>
                          <a:pt x="19050" y="0"/>
                        </a:cubicBezTo>
                        <a:cubicBezTo>
                          <a:pt x="29623" y="0"/>
                          <a:pt x="38100" y="8477"/>
                          <a:pt x="38100" y="19050"/>
                        </a:cubicBezTo>
                        <a:lnTo>
                          <a:pt x="38100" y="552450"/>
                        </a:lnTo>
                        <a:cubicBezTo>
                          <a:pt x="38100" y="563023"/>
                          <a:pt x="29623" y="571500"/>
                          <a:pt x="19050" y="5715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88" name="Freeform: Shape 287">
                    <a:extLst>
                      <a:ext uri="{FF2B5EF4-FFF2-40B4-BE49-F238E27FC236}">
                        <a16:creationId xmlns:a16="http://schemas.microsoft.com/office/drawing/2014/main" id="{3A8EC186-6646-450D-8BC3-B80741C3C50E}"/>
                      </a:ext>
                    </a:extLst>
                  </p:cNvPr>
                  <p:cNvSpPr/>
                  <p:nvPr/>
                </p:nvSpPr>
                <p:spPr>
                  <a:xfrm>
                    <a:off x="6894049" y="3456264"/>
                    <a:ext cx="190499" cy="114347"/>
                  </a:xfrm>
                  <a:custGeom>
                    <a:avLst/>
                    <a:gdLst>
                      <a:gd name="connsiteX0" fmla="*/ 95202 w 190499"/>
                      <a:gd name="connsiteY0" fmla="*/ 114348 h 114347"/>
                      <a:gd name="connsiteX1" fmla="*/ 81772 w 190499"/>
                      <a:gd name="connsiteY1" fmla="*/ 108728 h 114347"/>
                      <a:gd name="connsiteX2" fmla="*/ 5572 w 190499"/>
                      <a:gd name="connsiteY2" fmla="*/ 32528 h 114347"/>
                      <a:gd name="connsiteX3" fmla="*/ 5572 w 190499"/>
                      <a:gd name="connsiteY3" fmla="*/ 5572 h 114347"/>
                      <a:gd name="connsiteX4" fmla="*/ 32528 w 190499"/>
                      <a:gd name="connsiteY4" fmla="*/ 5572 h 114347"/>
                      <a:gd name="connsiteX5" fmla="*/ 95202 w 190499"/>
                      <a:gd name="connsiteY5" fmla="*/ 68342 h 114347"/>
                      <a:gd name="connsiteX6" fmla="*/ 157972 w 190499"/>
                      <a:gd name="connsiteY6" fmla="*/ 5572 h 114347"/>
                      <a:gd name="connsiteX7" fmla="*/ 184928 w 190499"/>
                      <a:gd name="connsiteY7" fmla="*/ 5572 h 114347"/>
                      <a:gd name="connsiteX8" fmla="*/ 184928 w 190499"/>
                      <a:gd name="connsiteY8" fmla="*/ 32528 h 114347"/>
                      <a:gd name="connsiteX9" fmla="*/ 108728 w 190499"/>
                      <a:gd name="connsiteY9" fmla="*/ 108728 h 114347"/>
                      <a:gd name="connsiteX10" fmla="*/ 95202 w 190499"/>
                      <a:gd name="connsiteY10" fmla="*/ 114348 h 1143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90499" h="114347">
                        <a:moveTo>
                          <a:pt x="95202" y="114348"/>
                        </a:moveTo>
                        <a:cubicBezTo>
                          <a:pt x="90345" y="114348"/>
                          <a:pt x="85487" y="112443"/>
                          <a:pt x="81772" y="108728"/>
                        </a:cubicBezTo>
                        <a:lnTo>
                          <a:pt x="5572" y="32528"/>
                        </a:lnTo>
                        <a:cubicBezTo>
                          <a:pt x="-1857" y="25098"/>
                          <a:pt x="-1857" y="13002"/>
                          <a:pt x="5572" y="5572"/>
                        </a:cubicBezTo>
                        <a:cubicBezTo>
                          <a:pt x="13002" y="-1857"/>
                          <a:pt x="25098" y="-1857"/>
                          <a:pt x="32528" y="5572"/>
                        </a:cubicBezTo>
                        <a:lnTo>
                          <a:pt x="95202" y="68342"/>
                        </a:lnTo>
                        <a:lnTo>
                          <a:pt x="157972" y="5572"/>
                        </a:lnTo>
                        <a:cubicBezTo>
                          <a:pt x="165402" y="-1857"/>
                          <a:pt x="177498" y="-1857"/>
                          <a:pt x="184928" y="5572"/>
                        </a:cubicBezTo>
                        <a:cubicBezTo>
                          <a:pt x="192357" y="13002"/>
                          <a:pt x="192357" y="25098"/>
                          <a:pt x="184928" y="32528"/>
                        </a:cubicBezTo>
                        <a:lnTo>
                          <a:pt x="108728" y="108728"/>
                        </a:lnTo>
                        <a:cubicBezTo>
                          <a:pt x="104918" y="112443"/>
                          <a:pt x="100060" y="114348"/>
                          <a:pt x="95202" y="114348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89" name="Freeform: Shape 288">
                    <a:extLst>
                      <a:ext uri="{FF2B5EF4-FFF2-40B4-BE49-F238E27FC236}">
                        <a16:creationId xmlns:a16="http://schemas.microsoft.com/office/drawing/2014/main" id="{C0BCA9D3-75CE-4E34-9608-7A795D563DA6}"/>
                      </a:ext>
                    </a:extLst>
                  </p:cNvPr>
                  <p:cNvSpPr/>
                  <p:nvPr/>
                </p:nvSpPr>
                <p:spPr>
                  <a:xfrm>
                    <a:off x="6913052" y="4065912"/>
                    <a:ext cx="1219200" cy="38100"/>
                  </a:xfrm>
                  <a:custGeom>
                    <a:avLst/>
                    <a:gdLst>
                      <a:gd name="connsiteX0" fmla="*/ 0 w 1219200"/>
                      <a:gd name="connsiteY0" fmla="*/ 0 h 38100"/>
                      <a:gd name="connsiteX1" fmla="*/ 1219200 w 1219200"/>
                      <a:gd name="connsiteY1" fmla="*/ 0 h 38100"/>
                      <a:gd name="connsiteX2" fmla="*/ 1219200 w 1219200"/>
                      <a:gd name="connsiteY2" fmla="*/ 38100 h 38100"/>
                      <a:gd name="connsiteX3" fmla="*/ 0 w 12192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19200" h="38100">
                        <a:moveTo>
                          <a:pt x="0" y="0"/>
                        </a:moveTo>
                        <a:lnTo>
                          <a:pt x="1219200" y="0"/>
                        </a:lnTo>
                        <a:lnTo>
                          <a:pt x="12192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90" name="Freeform: Shape 289">
                    <a:extLst>
                      <a:ext uri="{FF2B5EF4-FFF2-40B4-BE49-F238E27FC236}">
                        <a16:creationId xmlns:a16="http://schemas.microsoft.com/office/drawing/2014/main" id="{443CCD63-16C4-4210-9FFA-12DE4113A005}"/>
                      </a:ext>
                    </a:extLst>
                  </p:cNvPr>
                  <p:cNvSpPr/>
                  <p:nvPr/>
                </p:nvSpPr>
                <p:spPr>
                  <a:xfrm>
                    <a:off x="7427496" y="3075312"/>
                    <a:ext cx="190405" cy="114300"/>
                  </a:xfrm>
                  <a:custGeom>
                    <a:avLst/>
                    <a:gdLst>
                      <a:gd name="connsiteX0" fmla="*/ 95156 w 190405"/>
                      <a:gd name="connsiteY0" fmla="*/ 114300 h 114300"/>
                      <a:gd name="connsiteX1" fmla="*/ 76106 w 190405"/>
                      <a:gd name="connsiteY1" fmla="*/ 95536 h 114300"/>
                      <a:gd name="connsiteX2" fmla="*/ 76106 w 190405"/>
                      <a:gd name="connsiteY2" fmla="*/ 95536 h 114300"/>
                      <a:gd name="connsiteX3" fmla="*/ 76106 w 190405"/>
                      <a:gd name="connsiteY3" fmla="*/ 95536 h 114300"/>
                      <a:gd name="connsiteX4" fmla="*/ 76106 w 190405"/>
                      <a:gd name="connsiteY4" fmla="*/ 95536 h 114300"/>
                      <a:gd name="connsiteX5" fmla="*/ 76106 w 190405"/>
                      <a:gd name="connsiteY5" fmla="*/ 95441 h 114300"/>
                      <a:gd name="connsiteX6" fmla="*/ 76106 w 190405"/>
                      <a:gd name="connsiteY6" fmla="*/ 95345 h 114300"/>
                      <a:gd name="connsiteX7" fmla="*/ 76106 w 190405"/>
                      <a:gd name="connsiteY7" fmla="*/ 95345 h 114300"/>
                      <a:gd name="connsiteX8" fmla="*/ 76106 w 190405"/>
                      <a:gd name="connsiteY8" fmla="*/ 95250 h 114300"/>
                      <a:gd name="connsiteX9" fmla="*/ 18860 w 190405"/>
                      <a:gd name="connsiteY9" fmla="*/ 38100 h 114300"/>
                      <a:gd name="connsiteX10" fmla="*/ 1 w 190405"/>
                      <a:gd name="connsiteY10" fmla="*/ 18955 h 114300"/>
                      <a:gd name="connsiteX11" fmla="*/ 18956 w 190405"/>
                      <a:gd name="connsiteY11" fmla="*/ 0 h 114300"/>
                      <a:gd name="connsiteX12" fmla="*/ 95441 w 190405"/>
                      <a:gd name="connsiteY12" fmla="*/ 35243 h 114300"/>
                      <a:gd name="connsiteX13" fmla="*/ 171356 w 190405"/>
                      <a:gd name="connsiteY13" fmla="*/ 0 h 114300"/>
                      <a:gd name="connsiteX14" fmla="*/ 190406 w 190405"/>
                      <a:gd name="connsiteY14" fmla="*/ 19050 h 114300"/>
                      <a:gd name="connsiteX15" fmla="*/ 171356 w 190405"/>
                      <a:gd name="connsiteY15" fmla="*/ 38100 h 114300"/>
                      <a:gd name="connsiteX16" fmla="*/ 114206 w 190405"/>
                      <a:gd name="connsiteY16" fmla="*/ 95345 h 114300"/>
                      <a:gd name="connsiteX17" fmla="*/ 95156 w 190405"/>
                      <a:gd name="connsiteY17" fmla="*/ 114300 h 114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90405" h="114300">
                        <a:moveTo>
                          <a:pt x="95156" y="114300"/>
                        </a:moveTo>
                        <a:cubicBezTo>
                          <a:pt x="84678" y="114300"/>
                          <a:pt x="76296" y="105918"/>
                          <a:pt x="76106" y="95536"/>
                        </a:cubicBezTo>
                        <a:cubicBezTo>
                          <a:pt x="76106" y="95536"/>
                          <a:pt x="76106" y="95536"/>
                          <a:pt x="76106" y="95536"/>
                        </a:cubicBezTo>
                        <a:lnTo>
                          <a:pt x="76106" y="95536"/>
                        </a:lnTo>
                        <a:lnTo>
                          <a:pt x="76106" y="95536"/>
                        </a:lnTo>
                        <a:cubicBezTo>
                          <a:pt x="76106" y="95536"/>
                          <a:pt x="76106" y="95441"/>
                          <a:pt x="76106" y="95441"/>
                        </a:cubicBezTo>
                        <a:cubicBezTo>
                          <a:pt x="76106" y="95441"/>
                          <a:pt x="76106" y="95441"/>
                          <a:pt x="76106" y="95345"/>
                        </a:cubicBezTo>
                        <a:lnTo>
                          <a:pt x="76106" y="95345"/>
                        </a:lnTo>
                        <a:cubicBezTo>
                          <a:pt x="76106" y="95345"/>
                          <a:pt x="76106" y="95345"/>
                          <a:pt x="76106" y="95250"/>
                        </a:cubicBezTo>
                        <a:cubicBezTo>
                          <a:pt x="76106" y="41434"/>
                          <a:pt x="28385" y="38195"/>
                          <a:pt x="18860" y="38100"/>
                        </a:cubicBezTo>
                        <a:cubicBezTo>
                          <a:pt x="8383" y="38005"/>
                          <a:pt x="-94" y="29432"/>
                          <a:pt x="1" y="18955"/>
                        </a:cubicBezTo>
                        <a:cubicBezTo>
                          <a:pt x="1" y="8477"/>
                          <a:pt x="8478" y="0"/>
                          <a:pt x="18956" y="0"/>
                        </a:cubicBezTo>
                        <a:cubicBezTo>
                          <a:pt x="40482" y="0"/>
                          <a:pt x="74391" y="8477"/>
                          <a:pt x="95441" y="35243"/>
                        </a:cubicBezTo>
                        <a:cubicBezTo>
                          <a:pt x="109824" y="15621"/>
                          <a:pt x="133637" y="0"/>
                          <a:pt x="171356" y="0"/>
                        </a:cubicBezTo>
                        <a:cubicBezTo>
                          <a:pt x="181928" y="0"/>
                          <a:pt x="190406" y="8573"/>
                          <a:pt x="190406" y="19050"/>
                        </a:cubicBezTo>
                        <a:cubicBezTo>
                          <a:pt x="190406" y="29528"/>
                          <a:pt x="181928" y="38100"/>
                          <a:pt x="171356" y="38100"/>
                        </a:cubicBezTo>
                        <a:cubicBezTo>
                          <a:pt x="117635" y="38100"/>
                          <a:pt x="114301" y="85725"/>
                          <a:pt x="114206" y="95345"/>
                        </a:cubicBezTo>
                        <a:cubicBezTo>
                          <a:pt x="114110" y="105823"/>
                          <a:pt x="105633" y="114300"/>
                          <a:pt x="95156" y="1143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91" name="Freeform: Shape 290">
                    <a:extLst>
                      <a:ext uri="{FF2B5EF4-FFF2-40B4-BE49-F238E27FC236}">
                        <a16:creationId xmlns:a16="http://schemas.microsoft.com/office/drawing/2014/main" id="{363CDBE7-200C-4FBA-9761-935C6D9AE2F1}"/>
                      </a:ext>
                    </a:extLst>
                  </p:cNvPr>
                  <p:cNvSpPr/>
                  <p:nvPr/>
                </p:nvSpPr>
                <p:spPr>
                  <a:xfrm>
                    <a:off x="7579896" y="3151512"/>
                    <a:ext cx="190405" cy="114300"/>
                  </a:xfrm>
                  <a:custGeom>
                    <a:avLst/>
                    <a:gdLst>
                      <a:gd name="connsiteX0" fmla="*/ 95156 w 190405"/>
                      <a:gd name="connsiteY0" fmla="*/ 114300 h 114300"/>
                      <a:gd name="connsiteX1" fmla="*/ 76106 w 190405"/>
                      <a:gd name="connsiteY1" fmla="*/ 95536 h 114300"/>
                      <a:gd name="connsiteX2" fmla="*/ 76106 w 190405"/>
                      <a:gd name="connsiteY2" fmla="*/ 95536 h 114300"/>
                      <a:gd name="connsiteX3" fmla="*/ 76106 w 190405"/>
                      <a:gd name="connsiteY3" fmla="*/ 95536 h 114300"/>
                      <a:gd name="connsiteX4" fmla="*/ 76106 w 190405"/>
                      <a:gd name="connsiteY4" fmla="*/ 95536 h 114300"/>
                      <a:gd name="connsiteX5" fmla="*/ 76106 w 190405"/>
                      <a:gd name="connsiteY5" fmla="*/ 95441 h 114300"/>
                      <a:gd name="connsiteX6" fmla="*/ 76106 w 190405"/>
                      <a:gd name="connsiteY6" fmla="*/ 95345 h 114300"/>
                      <a:gd name="connsiteX7" fmla="*/ 76106 w 190405"/>
                      <a:gd name="connsiteY7" fmla="*/ 95345 h 114300"/>
                      <a:gd name="connsiteX8" fmla="*/ 76106 w 190405"/>
                      <a:gd name="connsiteY8" fmla="*/ 95250 h 114300"/>
                      <a:gd name="connsiteX9" fmla="*/ 18860 w 190405"/>
                      <a:gd name="connsiteY9" fmla="*/ 38100 h 114300"/>
                      <a:gd name="connsiteX10" fmla="*/ 1 w 190405"/>
                      <a:gd name="connsiteY10" fmla="*/ 18955 h 114300"/>
                      <a:gd name="connsiteX11" fmla="*/ 18956 w 190405"/>
                      <a:gd name="connsiteY11" fmla="*/ 0 h 114300"/>
                      <a:gd name="connsiteX12" fmla="*/ 95441 w 190405"/>
                      <a:gd name="connsiteY12" fmla="*/ 35243 h 114300"/>
                      <a:gd name="connsiteX13" fmla="*/ 171356 w 190405"/>
                      <a:gd name="connsiteY13" fmla="*/ 0 h 114300"/>
                      <a:gd name="connsiteX14" fmla="*/ 190406 w 190405"/>
                      <a:gd name="connsiteY14" fmla="*/ 19050 h 114300"/>
                      <a:gd name="connsiteX15" fmla="*/ 171356 w 190405"/>
                      <a:gd name="connsiteY15" fmla="*/ 38100 h 114300"/>
                      <a:gd name="connsiteX16" fmla="*/ 114206 w 190405"/>
                      <a:gd name="connsiteY16" fmla="*/ 95345 h 114300"/>
                      <a:gd name="connsiteX17" fmla="*/ 95156 w 190405"/>
                      <a:gd name="connsiteY17" fmla="*/ 114300 h 114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90405" h="114300">
                        <a:moveTo>
                          <a:pt x="95156" y="114300"/>
                        </a:moveTo>
                        <a:cubicBezTo>
                          <a:pt x="84678" y="114300"/>
                          <a:pt x="76296" y="105918"/>
                          <a:pt x="76106" y="95536"/>
                        </a:cubicBezTo>
                        <a:cubicBezTo>
                          <a:pt x="76106" y="95536"/>
                          <a:pt x="76106" y="95536"/>
                          <a:pt x="76106" y="95536"/>
                        </a:cubicBezTo>
                        <a:lnTo>
                          <a:pt x="76106" y="95536"/>
                        </a:lnTo>
                        <a:lnTo>
                          <a:pt x="76106" y="95536"/>
                        </a:lnTo>
                        <a:cubicBezTo>
                          <a:pt x="76106" y="95536"/>
                          <a:pt x="76106" y="95441"/>
                          <a:pt x="76106" y="95441"/>
                        </a:cubicBezTo>
                        <a:cubicBezTo>
                          <a:pt x="76106" y="95441"/>
                          <a:pt x="76106" y="95441"/>
                          <a:pt x="76106" y="95345"/>
                        </a:cubicBezTo>
                        <a:lnTo>
                          <a:pt x="76106" y="95345"/>
                        </a:lnTo>
                        <a:cubicBezTo>
                          <a:pt x="76106" y="95345"/>
                          <a:pt x="76106" y="95345"/>
                          <a:pt x="76106" y="95250"/>
                        </a:cubicBezTo>
                        <a:cubicBezTo>
                          <a:pt x="76106" y="41434"/>
                          <a:pt x="28385" y="38195"/>
                          <a:pt x="18860" y="38100"/>
                        </a:cubicBezTo>
                        <a:cubicBezTo>
                          <a:pt x="8383" y="38005"/>
                          <a:pt x="-94" y="29432"/>
                          <a:pt x="1" y="18955"/>
                        </a:cubicBezTo>
                        <a:cubicBezTo>
                          <a:pt x="1" y="8477"/>
                          <a:pt x="8478" y="0"/>
                          <a:pt x="18956" y="0"/>
                        </a:cubicBezTo>
                        <a:cubicBezTo>
                          <a:pt x="40482" y="0"/>
                          <a:pt x="74391" y="8477"/>
                          <a:pt x="95441" y="35243"/>
                        </a:cubicBezTo>
                        <a:cubicBezTo>
                          <a:pt x="109824" y="15621"/>
                          <a:pt x="133637" y="0"/>
                          <a:pt x="171356" y="0"/>
                        </a:cubicBezTo>
                        <a:cubicBezTo>
                          <a:pt x="181928" y="0"/>
                          <a:pt x="190406" y="8572"/>
                          <a:pt x="190406" y="19050"/>
                        </a:cubicBezTo>
                        <a:cubicBezTo>
                          <a:pt x="190406" y="29528"/>
                          <a:pt x="181928" y="38100"/>
                          <a:pt x="171356" y="38100"/>
                        </a:cubicBezTo>
                        <a:cubicBezTo>
                          <a:pt x="117635" y="38100"/>
                          <a:pt x="114301" y="85725"/>
                          <a:pt x="114206" y="95345"/>
                        </a:cubicBezTo>
                        <a:cubicBezTo>
                          <a:pt x="114110" y="105823"/>
                          <a:pt x="105633" y="114300"/>
                          <a:pt x="95156" y="1143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92" name="Freeform: Shape 291">
                    <a:extLst>
                      <a:ext uri="{FF2B5EF4-FFF2-40B4-BE49-F238E27FC236}">
                        <a16:creationId xmlns:a16="http://schemas.microsoft.com/office/drawing/2014/main" id="{C3CD3CC9-DC9B-4844-BAD7-6866AF22596A}"/>
                      </a:ext>
                    </a:extLst>
                  </p:cNvPr>
                  <p:cNvSpPr/>
                  <p:nvPr/>
                </p:nvSpPr>
                <p:spPr>
                  <a:xfrm>
                    <a:off x="7351296" y="3227712"/>
                    <a:ext cx="190405" cy="114300"/>
                  </a:xfrm>
                  <a:custGeom>
                    <a:avLst/>
                    <a:gdLst>
                      <a:gd name="connsiteX0" fmla="*/ 95156 w 190405"/>
                      <a:gd name="connsiteY0" fmla="*/ 114300 h 114300"/>
                      <a:gd name="connsiteX1" fmla="*/ 76106 w 190405"/>
                      <a:gd name="connsiteY1" fmla="*/ 95536 h 114300"/>
                      <a:gd name="connsiteX2" fmla="*/ 76106 w 190405"/>
                      <a:gd name="connsiteY2" fmla="*/ 95536 h 114300"/>
                      <a:gd name="connsiteX3" fmla="*/ 76106 w 190405"/>
                      <a:gd name="connsiteY3" fmla="*/ 95536 h 114300"/>
                      <a:gd name="connsiteX4" fmla="*/ 76106 w 190405"/>
                      <a:gd name="connsiteY4" fmla="*/ 95536 h 114300"/>
                      <a:gd name="connsiteX5" fmla="*/ 76106 w 190405"/>
                      <a:gd name="connsiteY5" fmla="*/ 95441 h 114300"/>
                      <a:gd name="connsiteX6" fmla="*/ 76106 w 190405"/>
                      <a:gd name="connsiteY6" fmla="*/ 95345 h 114300"/>
                      <a:gd name="connsiteX7" fmla="*/ 76106 w 190405"/>
                      <a:gd name="connsiteY7" fmla="*/ 95345 h 114300"/>
                      <a:gd name="connsiteX8" fmla="*/ 76106 w 190405"/>
                      <a:gd name="connsiteY8" fmla="*/ 95250 h 114300"/>
                      <a:gd name="connsiteX9" fmla="*/ 18860 w 190405"/>
                      <a:gd name="connsiteY9" fmla="*/ 38100 h 114300"/>
                      <a:gd name="connsiteX10" fmla="*/ 1 w 190405"/>
                      <a:gd name="connsiteY10" fmla="*/ 18955 h 114300"/>
                      <a:gd name="connsiteX11" fmla="*/ 18956 w 190405"/>
                      <a:gd name="connsiteY11" fmla="*/ 0 h 114300"/>
                      <a:gd name="connsiteX12" fmla="*/ 95441 w 190405"/>
                      <a:gd name="connsiteY12" fmla="*/ 35243 h 114300"/>
                      <a:gd name="connsiteX13" fmla="*/ 171356 w 190405"/>
                      <a:gd name="connsiteY13" fmla="*/ 0 h 114300"/>
                      <a:gd name="connsiteX14" fmla="*/ 190406 w 190405"/>
                      <a:gd name="connsiteY14" fmla="*/ 19050 h 114300"/>
                      <a:gd name="connsiteX15" fmla="*/ 171356 w 190405"/>
                      <a:gd name="connsiteY15" fmla="*/ 38100 h 114300"/>
                      <a:gd name="connsiteX16" fmla="*/ 114206 w 190405"/>
                      <a:gd name="connsiteY16" fmla="*/ 95345 h 114300"/>
                      <a:gd name="connsiteX17" fmla="*/ 95156 w 190405"/>
                      <a:gd name="connsiteY17" fmla="*/ 114300 h 114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90405" h="114300">
                        <a:moveTo>
                          <a:pt x="95156" y="114300"/>
                        </a:moveTo>
                        <a:cubicBezTo>
                          <a:pt x="84678" y="114300"/>
                          <a:pt x="76296" y="105918"/>
                          <a:pt x="76106" y="95536"/>
                        </a:cubicBezTo>
                        <a:cubicBezTo>
                          <a:pt x="76106" y="95536"/>
                          <a:pt x="76106" y="95536"/>
                          <a:pt x="76106" y="95536"/>
                        </a:cubicBezTo>
                        <a:lnTo>
                          <a:pt x="76106" y="95536"/>
                        </a:lnTo>
                        <a:lnTo>
                          <a:pt x="76106" y="95536"/>
                        </a:lnTo>
                        <a:cubicBezTo>
                          <a:pt x="76106" y="95536"/>
                          <a:pt x="76106" y="95441"/>
                          <a:pt x="76106" y="95441"/>
                        </a:cubicBezTo>
                        <a:cubicBezTo>
                          <a:pt x="76106" y="95441"/>
                          <a:pt x="76106" y="95441"/>
                          <a:pt x="76106" y="95345"/>
                        </a:cubicBezTo>
                        <a:lnTo>
                          <a:pt x="76106" y="95345"/>
                        </a:lnTo>
                        <a:cubicBezTo>
                          <a:pt x="76106" y="95345"/>
                          <a:pt x="76106" y="95345"/>
                          <a:pt x="76106" y="95250"/>
                        </a:cubicBezTo>
                        <a:cubicBezTo>
                          <a:pt x="76106" y="41434"/>
                          <a:pt x="28385" y="38195"/>
                          <a:pt x="18860" y="38100"/>
                        </a:cubicBezTo>
                        <a:cubicBezTo>
                          <a:pt x="8383" y="38005"/>
                          <a:pt x="-94" y="29432"/>
                          <a:pt x="1" y="18955"/>
                        </a:cubicBezTo>
                        <a:cubicBezTo>
                          <a:pt x="1" y="8477"/>
                          <a:pt x="8478" y="0"/>
                          <a:pt x="18956" y="0"/>
                        </a:cubicBezTo>
                        <a:cubicBezTo>
                          <a:pt x="40482" y="0"/>
                          <a:pt x="74391" y="8477"/>
                          <a:pt x="95441" y="35243"/>
                        </a:cubicBezTo>
                        <a:cubicBezTo>
                          <a:pt x="109824" y="15621"/>
                          <a:pt x="133637" y="0"/>
                          <a:pt x="171356" y="0"/>
                        </a:cubicBezTo>
                        <a:cubicBezTo>
                          <a:pt x="181928" y="0"/>
                          <a:pt x="190406" y="8572"/>
                          <a:pt x="190406" y="19050"/>
                        </a:cubicBezTo>
                        <a:cubicBezTo>
                          <a:pt x="190406" y="29528"/>
                          <a:pt x="181928" y="38100"/>
                          <a:pt x="171356" y="38100"/>
                        </a:cubicBezTo>
                        <a:cubicBezTo>
                          <a:pt x="117635" y="38100"/>
                          <a:pt x="114301" y="85725"/>
                          <a:pt x="114206" y="95345"/>
                        </a:cubicBezTo>
                        <a:cubicBezTo>
                          <a:pt x="114110" y="105823"/>
                          <a:pt x="105633" y="114300"/>
                          <a:pt x="95156" y="1143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293" name="Graphic 112">
                    <a:extLst>
                      <a:ext uri="{FF2B5EF4-FFF2-40B4-BE49-F238E27FC236}">
                        <a16:creationId xmlns:a16="http://schemas.microsoft.com/office/drawing/2014/main" id="{DFD2528F-EF86-43F3-BEC6-8DF493B3C5CE}"/>
                      </a:ext>
                    </a:extLst>
                  </p:cNvPr>
                  <p:cNvGrpSpPr/>
                  <p:nvPr/>
                </p:nvGrpSpPr>
                <p:grpSpPr>
                  <a:xfrm>
                    <a:off x="7109933" y="3608977"/>
                    <a:ext cx="825436" cy="485795"/>
                    <a:chOff x="5769006" y="3448315"/>
                    <a:chExt cx="825436" cy="485795"/>
                  </a:xfrm>
                  <a:grpFill/>
                </p:grpSpPr>
                <p:sp>
                  <p:nvSpPr>
                    <p:cNvPr id="294" name="Freeform: Shape 293">
                      <a:extLst>
                        <a:ext uri="{FF2B5EF4-FFF2-40B4-BE49-F238E27FC236}">
                          <a16:creationId xmlns:a16="http://schemas.microsoft.com/office/drawing/2014/main" id="{A598BFEE-9269-4111-AE88-156ED78D07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32836" y="3448335"/>
                      <a:ext cx="133540" cy="38100"/>
                    </a:xfrm>
                    <a:custGeom>
                      <a:avLst/>
                      <a:gdLst>
                        <a:gd name="connsiteX0" fmla="*/ 114491 w 133540"/>
                        <a:gd name="connsiteY0" fmla="*/ 38100 h 38100"/>
                        <a:gd name="connsiteX1" fmla="*/ 19050 w 133540"/>
                        <a:gd name="connsiteY1" fmla="*/ 38100 h 38100"/>
                        <a:gd name="connsiteX2" fmla="*/ 0 w 133540"/>
                        <a:gd name="connsiteY2" fmla="*/ 19050 h 38100"/>
                        <a:gd name="connsiteX3" fmla="*/ 19050 w 133540"/>
                        <a:gd name="connsiteY3" fmla="*/ 0 h 38100"/>
                        <a:gd name="connsiteX4" fmla="*/ 114491 w 133540"/>
                        <a:gd name="connsiteY4" fmla="*/ 0 h 38100"/>
                        <a:gd name="connsiteX5" fmla="*/ 133541 w 133540"/>
                        <a:gd name="connsiteY5" fmla="*/ 19050 h 38100"/>
                        <a:gd name="connsiteX6" fmla="*/ 114491 w 133540"/>
                        <a:gd name="connsiteY6" fmla="*/ 38100 h 38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33540" h="38100">
                          <a:moveTo>
                            <a:pt x="114491" y="38100"/>
                          </a:moveTo>
                          <a:lnTo>
                            <a:pt x="19050" y="38100"/>
                          </a:lnTo>
                          <a:cubicBezTo>
                            <a:pt x="8477" y="38100"/>
                            <a:pt x="0" y="29623"/>
                            <a:pt x="0" y="19050"/>
                          </a:cubicBezTo>
                          <a:cubicBezTo>
                            <a:pt x="0" y="8477"/>
                            <a:pt x="8477" y="0"/>
                            <a:pt x="19050" y="0"/>
                          </a:cubicBezTo>
                          <a:lnTo>
                            <a:pt x="114491" y="0"/>
                          </a:lnTo>
                          <a:cubicBezTo>
                            <a:pt x="125063" y="0"/>
                            <a:pt x="133541" y="8477"/>
                            <a:pt x="133541" y="19050"/>
                          </a:cubicBezTo>
                          <a:cubicBezTo>
                            <a:pt x="133541" y="29528"/>
                            <a:pt x="125063" y="38100"/>
                            <a:pt x="114491" y="38100"/>
                          </a:cubicBez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295" name="Graphic 112">
                      <a:extLst>
                        <a:ext uri="{FF2B5EF4-FFF2-40B4-BE49-F238E27FC236}">
                          <a16:creationId xmlns:a16="http://schemas.microsoft.com/office/drawing/2014/main" id="{28DDDA7B-1B76-42A5-BD33-1E08277F60C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69006" y="3448315"/>
                      <a:ext cx="825436" cy="485795"/>
                      <a:chOff x="5769006" y="3448315"/>
                      <a:chExt cx="825436" cy="485795"/>
                    </a:xfrm>
                    <a:grpFill/>
                  </p:grpSpPr>
                  <p:sp>
                    <p:nvSpPr>
                      <p:cNvPr id="296" name="Freeform: Shape 295">
                        <a:extLst>
                          <a:ext uri="{FF2B5EF4-FFF2-40B4-BE49-F238E27FC236}">
                            <a16:creationId xmlns:a16="http://schemas.microsoft.com/office/drawing/2014/main" id="{663A6D5D-E1A9-4814-8E07-921A8EA6D1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2148" y="3538061"/>
                        <a:ext cx="431762" cy="252888"/>
                      </a:xfrm>
                      <a:custGeom>
                        <a:avLst/>
                        <a:gdLst>
                          <a:gd name="connsiteX0" fmla="*/ 269576 w 431762"/>
                          <a:gd name="connsiteY0" fmla="*/ 252889 h 252888"/>
                          <a:gd name="connsiteX1" fmla="*/ 19069 w 431762"/>
                          <a:gd name="connsiteY1" fmla="*/ 252889 h 252888"/>
                          <a:gd name="connsiteX2" fmla="*/ 2876 w 431762"/>
                          <a:gd name="connsiteY2" fmla="*/ 243840 h 252888"/>
                          <a:gd name="connsiteX3" fmla="*/ 2019 w 431762"/>
                          <a:gd name="connsiteY3" fmla="*/ 225266 h 252888"/>
                          <a:gd name="connsiteX4" fmla="*/ 109366 w 431762"/>
                          <a:gd name="connsiteY4" fmla="*/ 10573 h 252888"/>
                          <a:gd name="connsiteX5" fmla="*/ 126416 w 431762"/>
                          <a:gd name="connsiteY5" fmla="*/ 0 h 252888"/>
                          <a:gd name="connsiteX6" fmla="*/ 412737 w 431762"/>
                          <a:gd name="connsiteY6" fmla="*/ 0 h 252888"/>
                          <a:gd name="connsiteX7" fmla="*/ 429501 w 431762"/>
                          <a:gd name="connsiteY7" fmla="*/ 10097 h 252888"/>
                          <a:gd name="connsiteX8" fmla="*/ 428549 w 431762"/>
                          <a:gd name="connsiteY8" fmla="*/ 29623 h 252888"/>
                          <a:gd name="connsiteX9" fmla="*/ 285388 w 431762"/>
                          <a:gd name="connsiteY9" fmla="*/ 244412 h 252888"/>
                          <a:gd name="connsiteX10" fmla="*/ 269576 w 431762"/>
                          <a:gd name="connsiteY10" fmla="*/ 252889 h 252888"/>
                          <a:gd name="connsiteX11" fmla="*/ 49835 w 431762"/>
                          <a:gd name="connsiteY11" fmla="*/ 214789 h 252888"/>
                          <a:gd name="connsiteX12" fmla="*/ 259385 w 431762"/>
                          <a:gd name="connsiteY12" fmla="*/ 214789 h 252888"/>
                          <a:gd name="connsiteX13" fmla="*/ 377114 w 431762"/>
                          <a:gd name="connsiteY13" fmla="*/ 38195 h 252888"/>
                          <a:gd name="connsiteX14" fmla="*/ 138227 w 431762"/>
                          <a:gd name="connsiteY14" fmla="*/ 38195 h 252888"/>
                          <a:gd name="connsiteX15" fmla="*/ 49835 w 431762"/>
                          <a:gd name="connsiteY15" fmla="*/ 214789 h 2528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431762" h="252888">
                            <a:moveTo>
                              <a:pt x="269576" y="252889"/>
                            </a:moveTo>
                            <a:lnTo>
                              <a:pt x="19069" y="252889"/>
                            </a:lnTo>
                            <a:cubicBezTo>
                              <a:pt x="12497" y="252889"/>
                              <a:pt x="6305" y="249460"/>
                              <a:pt x="2876" y="243840"/>
                            </a:cubicBezTo>
                            <a:cubicBezTo>
                              <a:pt x="-648" y="238220"/>
                              <a:pt x="-934" y="231172"/>
                              <a:pt x="2019" y="225266"/>
                            </a:cubicBezTo>
                            <a:lnTo>
                              <a:pt x="109366" y="10573"/>
                            </a:lnTo>
                            <a:cubicBezTo>
                              <a:pt x="112604" y="4096"/>
                              <a:pt x="119177" y="0"/>
                              <a:pt x="126416" y="0"/>
                            </a:cubicBezTo>
                            <a:lnTo>
                              <a:pt x="412737" y="0"/>
                            </a:lnTo>
                            <a:cubicBezTo>
                              <a:pt x="419786" y="0"/>
                              <a:pt x="426263" y="3905"/>
                              <a:pt x="429501" y="10097"/>
                            </a:cubicBezTo>
                            <a:cubicBezTo>
                              <a:pt x="432835" y="16288"/>
                              <a:pt x="432454" y="23813"/>
                              <a:pt x="428549" y="29623"/>
                            </a:cubicBezTo>
                            <a:lnTo>
                              <a:pt x="285388" y="244412"/>
                            </a:lnTo>
                            <a:cubicBezTo>
                              <a:pt x="281864" y="249746"/>
                              <a:pt x="275958" y="252889"/>
                              <a:pt x="269576" y="252889"/>
                            </a:cubicBezTo>
                            <a:close/>
                            <a:moveTo>
                              <a:pt x="49835" y="214789"/>
                            </a:moveTo>
                            <a:lnTo>
                              <a:pt x="259385" y="214789"/>
                            </a:lnTo>
                            <a:lnTo>
                              <a:pt x="377114" y="38195"/>
                            </a:lnTo>
                            <a:lnTo>
                              <a:pt x="138227" y="38195"/>
                            </a:lnTo>
                            <a:lnTo>
                              <a:pt x="49835" y="214789"/>
                            </a:ln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97" name="Freeform: Shape 296">
                        <a:extLst>
                          <a:ext uri="{FF2B5EF4-FFF2-40B4-BE49-F238E27FC236}">
                            <a16:creationId xmlns:a16="http://schemas.microsoft.com/office/drawing/2014/main" id="{F38D60AF-ED41-4298-8E3C-B7D67ED546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68630" y="3448315"/>
                        <a:ext cx="232070" cy="342634"/>
                      </a:xfrm>
                      <a:custGeom>
                        <a:avLst/>
                        <a:gdLst>
                          <a:gd name="connsiteX0" fmla="*/ 213095 w 232070"/>
                          <a:gd name="connsiteY0" fmla="*/ 342635 h 342634"/>
                          <a:gd name="connsiteX1" fmla="*/ 196998 w 232070"/>
                          <a:gd name="connsiteY1" fmla="*/ 333777 h 342634"/>
                          <a:gd name="connsiteX2" fmla="*/ 2973 w 232070"/>
                          <a:gd name="connsiteY2" fmla="*/ 29262 h 342634"/>
                          <a:gd name="connsiteX3" fmla="*/ 8784 w 232070"/>
                          <a:gd name="connsiteY3" fmla="*/ 2973 h 342634"/>
                          <a:gd name="connsiteX4" fmla="*/ 35073 w 232070"/>
                          <a:gd name="connsiteY4" fmla="*/ 8784 h 342634"/>
                          <a:gd name="connsiteX5" fmla="*/ 229097 w 232070"/>
                          <a:gd name="connsiteY5" fmla="*/ 313298 h 342634"/>
                          <a:gd name="connsiteX6" fmla="*/ 223287 w 232070"/>
                          <a:gd name="connsiteY6" fmla="*/ 339587 h 342634"/>
                          <a:gd name="connsiteX7" fmla="*/ 213095 w 232070"/>
                          <a:gd name="connsiteY7" fmla="*/ 342635 h 34263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232070" h="342634">
                            <a:moveTo>
                              <a:pt x="213095" y="342635"/>
                            </a:moveTo>
                            <a:cubicBezTo>
                              <a:pt x="206808" y="342635"/>
                              <a:pt x="200617" y="339492"/>
                              <a:pt x="196998" y="333777"/>
                            </a:cubicBezTo>
                            <a:lnTo>
                              <a:pt x="2973" y="29262"/>
                            </a:lnTo>
                            <a:cubicBezTo>
                              <a:pt x="-2646" y="20404"/>
                              <a:pt x="-75" y="8593"/>
                              <a:pt x="8784" y="2973"/>
                            </a:cubicBezTo>
                            <a:cubicBezTo>
                              <a:pt x="17642" y="-2646"/>
                              <a:pt x="29453" y="-75"/>
                              <a:pt x="35073" y="8784"/>
                            </a:cubicBezTo>
                            <a:lnTo>
                              <a:pt x="229097" y="313298"/>
                            </a:lnTo>
                            <a:cubicBezTo>
                              <a:pt x="234717" y="322156"/>
                              <a:pt x="232145" y="333967"/>
                              <a:pt x="223287" y="339587"/>
                            </a:cubicBezTo>
                            <a:cubicBezTo>
                              <a:pt x="220143" y="341682"/>
                              <a:pt x="216619" y="342635"/>
                              <a:pt x="213095" y="342635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98" name="Freeform: Shape 297">
                        <a:extLst>
                          <a:ext uri="{FF2B5EF4-FFF2-40B4-BE49-F238E27FC236}">
                            <a16:creationId xmlns:a16="http://schemas.microsoft.com/office/drawing/2014/main" id="{BAB5EBE4-C32C-44D0-976B-89BEE53ED4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198489" y="3466528"/>
                        <a:ext cx="252882" cy="324421"/>
                      </a:xfrm>
                      <a:custGeom>
                        <a:avLst/>
                        <a:gdLst>
                          <a:gd name="connsiteX0" fmla="*/ 233744 w 252882"/>
                          <a:gd name="connsiteY0" fmla="*/ 324422 h 324421"/>
                          <a:gd name="connsiteX1" fmla="*/ 216694 w 252882"/>
                          <a:gd name="connsiteY1" fmla="*/ 313849 h 324421"/>
                          <a:gd name="connsiteX2" fmla="*/ 78867 w 252882"/>
                          <a:gd name="connsiteY2" fmla="*/ 38100 h 324421"/>
                          <a:gd name="connsiteX3" fmla="*/ 19050 w 252882"/>
                          <a:gd name="connsiteY3" fmla="*/ 38100 h 324421"/>
                          <a:gd name="connsiteX4" fmla="*/ 0 w 252882"/>
                          <a:gd name="connsiteY4" fmla="*/ 19050 h 324421"/>
                          <a:gd name="connsiteX5" fmla="*/ 19050 w 252882"/>
                          <a:gd name="connsiteY5" fmla="*/ 0 h 324421"/>
                          <a:gd name="connsiteX6" fmla="*/ 90678 w 252882"/>
                          <a:gd name="connsiteY6" fmla="*/ 0 h 324421"/>
                          <a:gd name="connsiteX7" fmla="*/ 107728 w 252882"/>
                          <a:gd name="connsiteY7" fmla="*/ 10573 h 324421"/>
                          <a:gd name="connsiteX8" fmla="*/ 250888 w 252882"/>
                          <a:gd name="connsiteY8" fmla="*/ 296894 h 324421"/>
                          <a:gd name="connsiteX9" fmla="*/ 242411 w 252882"/>
                          <a:gd name="connsiteY9" fmla="*/ 322421 h 324421"/>
                          <a:gd name="connsiteX10" fmla="*/ 233744 w 252882"/>
                          <a:gd name="connsiteY10" fmla="*/ 324422 h 32442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52882" h="324421">
                            <a:moveTo>
                              <a:pt x="233744" y="324422"/>
                            </a:moveTo>
                            <a:cubicBezTo>
                              <a:pt x="226790" y="324422"/>
                              <a:pt x="220027" y="320612"/>
                              <a:pt x="216694" y="313849"/>
                            </a:cubicBezTo>
                            <a:lnTo>
                              <a:pt x="78867" y="38100"/>
                            </a:lnTo>
                            <a:lnTo>
                              <a:pt x="19050" y="38100"/>
                            </a:lnTo>
                            <a:cubicBezTo>
                              <a:pt x="8477" y="38100"/>
                              <a:pt x="0" y="29623"/>
                              <a:pt x="0" y="19050"/>
                            </a:cubicBezTo>
                            <a:cubicBezTo>
                              <a:pt x="0" y="8477"/>
                              <a:pt x="8477" y="0"/>
                              <a:pt x="19050" y="0"/>
                            </a:cubicBezTo>
                            <a:lnTo>
                              <a:pt x="90678" y="0"/>
                            </a:lnTo>
                            <a:cubicBezTo>
                              <a:pt x="97917" y="0"/>
                              <a:pt x="104489" y="4096"/>
                              <a:pt x="107728" y="10573"/>
                            </a:cubicBezTo>
                            <a:lnTo>
                              <a:pt x="250888" y="296894"/>
                            </a:lnTo>
                            <a:cubicBezTo>
                              <a:pt x="255556" y="306324"/>
                              <a:pt x="251746" y="317754"/>
                              <a:pt x="242411" y="322421"/>
                            </a:cubicBezTo>
                            <a:cubicBezTo>
                              <a:pt x="239554" y="323755"/>
                              <a:pt x="236696" y="324422"/>
                              <a:pt x="233744" y="324422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99" name="Freeform: Shape 298">
                        <a:extLst>
                          <a:ext uri="{FF2B5EF4-FFF2-40B4-BE49-F238E27FC236}">
                            <a16:creationId xmlns:a16="http://schemas.microsoft.com/office/drawing/2014/main" id="{B6F2F148-542F-4FEF-9E82-C211537013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377368" y="3717035"/>
                        <a:ext cx="109727" cy="109728"/>
                      </a:xfrm>
                      <a:custGeom>
                        <a:avLst/>
                        <a:gdLst>
                          <a:gd name="connsiteX0" fmla="*/ 54864 w 109727"/>
                          <a:gd name="connsiteY0" fmla="*/ 109728 h 109728"/>
                          <a:gd name="connsiteX1" fmla="*/ 0 w 109727"/>
                          <a:gd name="connsiteY1" fmla="*/ 54864 h 109728"/>
                          <a:gd name="connsiteX2" fmla="*/ 54864 w 109727"/>
                          <a:gd name="connsiteY2" fmla="*/ 0 h 109728"/>
                          <a:gd name="connsiteX3" fmla="*/ 109728 w 109727"/>
                          <a:gd name="connsiteY3" fmla="*/ 54864 h 109728"/>
                          <a:gd name="connsiteX4" fmla="*/ 54864 w 109727"/>
                          <a:gd name="connsiteY4" fmla="*/ 109728 h 109728"/>
                          <a:gd name="connsiteX5" fmla="*/ 54864 w 109727"/>
                          <a:gd name="connsiteY5" fmla="*/ 38100 h 109728"/>
                          <a:gd name="connsiteX6" fmla="*/ 38100 w 109727"/>
                          <a:gd name="connsiteY6" fmla="*/ 54864 h 109728"/>
                          <a:gd name="connsiteX7" fmla="*/ 54864 w 109727"/>
                          <a:gd name="connsiteY7" fmla="*/ 71628 h 109728"/>
                          <a:gd name="connsiteX8" fmla="*/ 71628 w 109727"/>
                          <a:gd name="connsiteY8" fmla="*/ 54864 h 109728"/>
                          <a:gd name="connsiteX9" fmla="*/ 54864 w 109727"/>
                          <a:gd name="connsiteY9" fmla="*/ 38100 h 10972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109727" h="109728">
                            <a:moveTo>
                              <a:pt x="54864" y="109728"/>
                            </a:moveTo>
                            <a:cubicBezTo>
                              <a:pt x="24670" y="109728"/>
                              <a:pt x="0" y="85154"/>
                              <a:pt x="0" y="54864"/>
                            </a:cubicBezTo>
                            <a:cubicBezTo>
                              <a:pt x="0" y="24575"/>
                              <a:pt x="24575" y="0"/>
                              <a:pt x="54864" y="0"/>
                            </a:cubicBezTo>
                            <a:cubicBezTo>
                              <a:pt x="85154" y="0"/>
                              <a:pt x="109728" y="24575"/>
                              <a:pt x="109728" y="54864"/>
                            </a:cubicBezTo>
                            <a:cubicBezTo>
                              <a:pt x="109728" y="85154"/>
                              <a:pt x="85154" y="109728"/>
                              <a:pt x="54864" y="109728"/>
                            </a:cubicBezTo>
                            <a:close/>
                            <a:moveTo>
                              <a:pt x="54864" y="38100"/>
                            </a:moveTo>
                            <a:cubicBezTo>
                              <a:pt x="45625" y="38100"/>
                              <a:pt x="38100" y="45625"/>
                              <a:pt x="38100" y="54864"/>
                            </a:cubicBezTo>
                            <a:cubicBezTo>
                              <a:pt x="38100" y="64103"/>
                              <a:pt x="45625" y="71628"/>
                              <a:pt x="54864" y="71628"/>
                            </a:cubicBezTo>
                            <a:cubicBezTo>
                              <a:pt x="64103" y="71628"/>
                              <a:pt x="71628" y="64103"/>
                              <a:pt x="71628" y="54864"/>
                            </a:cubicBezTo>
                            <a:cubicBezTo>
                              <a:pt x="71628" y="45625"/>
                              <a:pt x="64103" y="38100"/>
                              <a:pt x="54864" y="38100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00" name="Freeform: Shape 299">
                        <a:extLst>
                          <a:ext uri="{FF2B5EF4-FFF2-40B4-BE49-F238E27FC236}">
                            <a16:creationId xmlns:a16="http://schemas.microsoft.com/office/drawing/2014/main" id="{4452580B-86AF-4308-AAC9-8AFB9B18CA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76353" y="3717035"/>
                        <a:ext cx="109728" cy="109728"/>
                      </a:xfrm>
                      <a:custGeom>
                        <a:avLst/>
                        <a:gdLst>
                          <a:gd name="connsiteX0" fmla="*/ 54864 w 109728"/>
                          <a:gd name="connsiteY0" fmla="*/ 109728 h 109728"/>
                          <a:gd name="connsiteX1" fmla="*/ 0 w 109728"/>
                          <a:gd name="connsiteY1" fmla="*/ 54864 h 109728"/>
                          <a:gd name="connsiteX2" fmla="*/ 54864 w 109728"/>
                          <a:gd name="connsiteY2" fmla="*/ 0 h 109728"/>
                          <a:gd name="connsiteX3" fmla="*/ 109728 w 109728"/>
                          <a:gd name="connsiteY3" fmla="*/ 54864 h 109728"/>
                          <a:gd name="connsiteX4" fmla="*/ 54864 w 109728"/>
                          <a:gd name="connsiteY4" fmla="*/ 109728 h 109728"/>
                          <a:gd name="connsiteX5" fmla="*/ 54864 w 109728"/>
                          <a:gd name="connsiteY5" fmla="*/ 38100 h 109728"/>
                          <a:gd name="connsiteX6" fmla="*/ 38100 w 109728"/>
                          <a:gd name="connsiteY6" fmla="*/ 54864 h 109728"/>
                          <a:gd name="connsiteX7" fmla="*/ 54864 w 109728"/>
                          <a:gd name="connsiteY7" fmla="*/ 71628 h 109728"/>
                          <a:gd name="connsiteX8" fmla="*/ 71628 w 109728"/>
                          <a:gd name="connsiteY8" fmla="*/ 54864 h 109728"/>
                          <a:gd name="connsiteX9" fmla="*/ 54864 w 109728"/>
                          <a:gd name="connsiteY9" fmla="*/ 38100 h 10972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109728" h="109728">
                            <a:moveTo>
                              <a:pt x="54864" y="109728"/>
                            </a:moveTo>
                            <a:cubicBezTo>
                              <a:pt x="24575" y="109728"/>
                              <a:pt x="0" y="85154"/>
                              <a:pt x="0" y="54864"/>
                            </a:cubicBezTo>
                            <a:cubicBezTo>
                              <a:pt x="0" y="24575"/>
                              <a:pt x="24575" y="0"/>
                              <a:pt x="54864" y="0"/>
                            </a:cubicBezTo>
                            <a:cubicBezTo>
                              <a:pt x="85154" y="0"/>
                              <a:pt x="109728" y="24575"/>
                              <a:pt x="109728" y="54864"/>
                            </a:cubicBezTo>
                            <a:cubicBezTo>
                              <a:pt x="109728" y="85154"/>
                              <a:pt x="85058" y="109728"/>
                              <a:pt x="54864" y="109728"/>
                            </a:cubicBezTo>
                            <a:close/>
                            <a:moveTo>
                              <a:pt x="54864" y="38100"/>
                            </a:moveTo>
                            <a:cubicBezTo>
                              <a:pt x="45625" y="38100"/>
                              <a:pt x="38100" y="45625"/>
                              <a:pt x="38100" y="54864"/>
                            </a:cubicBezTo>
                            <a:cubicBezTo>
                              <a:pt x="38100" y="64103"/>
                              <a:pt x="45625" y="71628"/>
                              <a:pt x="54864" y="71628"/>
                            </a:cubicBezTo>
                            <a:cubicBezTo>
                              <a:pt x="64103" y="71628"/>
                              <a:pt x="71628" y="64103"/>
                              <a:pt x="71628" y="54864"/>
                            </a:cubicBezTo>
                            <a:cubicBezTo>
                              <a:pt x="71533" y="45625"/>
                              <a:pt x="64008" y="38100"/>
                              <a:pt x="54864" y="38100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01" name="Freeform: Shape 300">
                        <a:extLst>
                          <a:ext uri="{FF2B5EF4-FFF2-40B4-BE49-F238E27FC236}">
                            <a16:creationId xmlns:a16="http://schemas.microsoft.com/office/drawing/2014/main" id="{31B053D1-C2CB-4A76-BD23-15FD064D85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70021" y="3609689"/>
                        <a:ext cx="324421" cy="324421"/>
                      </a:xfrm>
                      <a:custGeom>
                        <a:avLst/>
                        <a:gdLst>
                          <a:gd name="connsiteX0" fmla="*/ 162211 w 324421"/>
                          <a:gd name="connsiteY0" fmla="*/ 324421 h 324421"/>
                          <a:gd name="connsiteX1" fmla="*/ 0 w 324421"/>
                          <a:gd name="connsiteY1" fmla="*/ 162211 h 324421"/>
                          <a:gd name="connsiteX2" fmla="*/ 162211 w 324421"/>
                          <a:gd name="connsiteY2" fmla="*/ 0 h 324421"/>
                          <a:gd name="connsiteX3" fmla="*/ 324422 w 324421"/>
                          <a:gd name="connsiteY3" fmla="*/ 162211 h 324421"/>
                          <a:gd name="connsiteX4" fmla="*/ 162211 w 324421"/>
                          <a:gd name="connsiteY4" fmla="*/ 324421 h 324421"/>
                          <a:gd name="connsiteX5" fmla="*/ 162211 w 324421"/>
                          <a:gd name="connsiteY5" fmla="*/ 38100 h 324421"/>
                          <a:gd name="connsiteX6" fmla="*/ 38100 w 324421"/>
                          <a:gd name="connsiteY6" fmla="*/ 162211 h 324421"/>
                          <a:gd name="connsiteX7" fmla="*/ 162211 w 324421"/>
                          <a:gd name="connsiteY7" fmla="*/ 286321 h 324421"/>
                          <a:gd name="connsiteX8" fmla="*/ 286322 w 324421"/>
                          <a:gd name="connsiteY8" fmla="*/ 162211 h 324421"/>
                          <a:gd name="connsiteX9" fmla="*/ 162211 w 324421"/>
                          <a:gd name="connsiteY9" fmla="*/ 38100 h 32442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324421" h="324421">
                            <a:moveTo>
                              <a:pt x="162211" y="324421"/>
                            </a:moveTo>
                            <a:cubicBezTo>
                              <a:pt x="72771" y="324421"/>
                              <a:pt x="0" y="251650"/>
                              <a:pt x="0" y="162211"/>
                            </a:cubicBezTo>
                            <a:cubicBezTo>
                              <a:pt x="0" y="72771"/>
                              <a:pt x="72771" y="0"/>
                              <a:pt x="162211" y="0"/>
                            </a:cubicBezTo>
                            <a:cubicBezTo>
                              <a:pt x="251651" y="0"/>
                              <a:pt x="324422" y="72771"/>
                              <a:pt x="324422" y="162211"/>
                            </a:cubicBezTo>
                            <a:cubicBezTo>
                              <a:pt x="324422" y="251650"/>
                              <a:pt x="251651" y="324421"/>
                              <a:pt x="162211" y="324421"/>
                            </a:cubicBezTo>
                            <a:close/>
                            <a:moveTo>
                              <a:pt x="162211" y="38100"/>
                            </a:moveTo>
                            <a:cubicBezTo>
                              <a:pt x="93821" y="38100"/>
                              <a:pt x="38100" y="93821"/>
                              <a:pt x="38100" y="162211"/>
                            </a:cubicBezTo>
                            <a:cubicBezTo>
                              <a:pt x="38100" y="230696"/>
                              <a:pt x="93821" y="286321"/>
                              <a:pt x="162211" y="286321"/>
                            </a:cubicBezTo>
                            <a:cubicBezTo>
                              <a:pt x="230600" y="286321"/>
                              <a:pt x="286322" y="230600"/>
                              <a:pt x="286322" y="162211"/>
                            </a:cubicBezTo>
                            <a:cubicBezTo>
                              <a:pt x="286322" y="93726"/>
                              <a:pt x="230696" y="38100"/>
                              <a:pt x="162211" y="38100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02" name="Freeform: Shape 301">
                        <a:extLst>
                          <a:ext uri="{FF2B5EF4-FFF2-40B4-BE49-F238E27FC236}">
                            <a16:creationId xmlns:a16="http://schemas.microsoft.com/office/drawing/2014/main" id="{9E254573-9715-4EB3-A86E-92488DD40C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69006" y="3609689"/>
                        <a:ext cx="324421" cy="324421"/>
                      </a:xfrm>
                      <a:custGeom>
                        <a:avLst/>
                        <a:gdLst>
                          <a:gd name="connsiteX0" fmla="*/ 162211 w 324421"/>
                          <a:gd name="connsiteY0" fmla="*/ 324421 h 324421"/>
                          <a:gd name="connsiteX1" fmla="*/ 0 w 324421"/>
                          <a:gd name="connsiteY1" fmla="*/ 162211 h 324421"/>
                          <a:gd name="connsiteX2" fmla="*/ 162211 w 324421"/>
                          <a:gd name="connsiteY2" fmla="*/ 0 h 324421"/>
                          <a:gd name="connsiteX3" fmla="*/ 324422 w 324421"/>
                          <a:gd name="connsiteY3" fmla="*/ 162211 h 324421"/>
                          <a:gd name="connsiteX4" fmla="*/ 162211 w 324421"/>
                          <a:gd name="connsiteY4" fmla="*/ 324421 h 324421"/>
                          <a:gd name="connsiteX5" fmla="*/ 162211 w 324421"/>
                          <a:gd name="connsiteY5" fmla="*/ 38100 h 324421"/>
                          <a:gd name="connsiteX6" fmla="*/ 38100 w 324421"/>
                          <a:gd name="connsiteY6" fmla="*/ 162211 h 324421"/>
                          <a:gd name="connsiteX7" fmla="*/ 162211 w 324421"/>
                          <a:gd name="connsiteY7" fmla="*/ 286321 h 324421"/>
                          <a:gd name="connsiteX8" fmla="*/ 286322 w 324421"/>
                          <a:gd name="connsiteY8" fmla="*/ 162211 h 324421"/>
                          <a:gd name="connsiteX9" fmla="*/ 162211 w 324421"/>
                          <a:gd name="connsiteY9" fmla="*/ 38100 h 32442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324421" h="324421">
                            <a:moveTo>
                              <a:pt x="162211" y="324421"/>
                            </a:moveTo>
                            <a:cubicBezTo>
                              <a:pt x="72771" y="324421"/>
                              <a:pt x="0" y="251650"/>
                              <a:pt x="0" y="162211"/>
                            </a:cubicBezTo>
                            <a:cubicBezTo>
                              <a:pt x="0" y="72771"/>
                              <a:pt x="72676" y="0"/>
                              <a:pt x="162211" y="0"/>
                            </a:cubicBezTo>
                            <a:cubicBezTo>
                              <a:pt x="251650" y="0"/>
                              <a:pt x="324422" y="72771"/>
                              <a:pt x="324422" y="162211"/>
                            </a:cubicBezTo>
                            <a:cubicBezTo>
                              <a:pt x="324422" y="251650"/>
                              <a:pt x="251650" y="324421"/>
                              <a:pt x="162211" y="324421"/>
                            </a:cubicBezTo>
                            <a:close/>
                            <a:moveTo>
                              <a:pt x="162211" y="38100"/>
                            </a:moveTo>
                            <a:cubicBezTo>
                              <a:pt x="93726" y="38100"/>
                              <a:pt x="38100" y="93821"/>
                              <a:pt x="38100" y="162211"/>
                            </a:cubicBezTo>
                            <a:cubicBezTo>
                              <a:pt x="38100" y="230696"/>
                              <a:pt x="93821" y="286321"/>
                              <a:pt x="162211" y="286321"/>
                            </a:cubicBezTo>
                            <a:cubicBezTo>
                              <a:pt x="230696" y="286321"/>
                              <a:pt x="286322" y="230600"/>
                              <a:pt x="286322" y="162211"/>
                            </a:cubicBezTo>
                            <a:cubicBezTo>
                              <a:pt x="286322" y="93726"/>
                              <a:pt x="230600" y="38100"/>
                              <a:pt x="162211" y="38100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</p:grpSp>
              </p:grpSp>
            </p:grpSp>
          </p:grpSp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6DBC68BE-2FC2-4DDB-B56C-2C97791C2EA6}"/>
                  </a:ext>
                </a:extLst>
              </p:cNvPr>
              <p:cNvSpPr txBox="1"/>
              <p:nvPr/>
            </p:nvSpPr>
            <p:spPr>
              <a:xfrm>
                <a:off x="8267985" y="1075043"/>
                <a:ext cx="510340" cy="123111"/>
              </a:xfrm>
              <a:prstGeom prst="rect">
                <a:avLst/>
              </a:prstGeom>
            </p:spPr>
            <p:txBody>
              <a:bodyPr vert="horz" wrap="square" lIns="0" tIns="0" rIns="0" bIns="0" rtlCol="0" anchor="ctr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sym typeface="+mn-lt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sym typeface="+mn-lt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sym typeface="+mn-lt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sym typeface="+mn-lt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sym typeface="+mn-lt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r>
                  <a:rPr lang="ru-RU" sz="800" dirty="0">
                    <a:solidFill>
                      <a:schemeClr val="accent5"/>
                    </a:solidFill>
                  </a:rPr>
                  <a:t>Квартира</a:t>
                </a:r>
              </a:p>
            </p:txBody>
          </p:sp>
          <p:grpSp>
            <p:nvGrpSpPr>
              <p:cNvPr id="276" name="Group 275">
                <a:extLst>
                  <a:ext uri="{FF2B5EF4-FFF2-40B4-BE49-F238E27FC236}">
                    <a16:creationId xmlns:a16="http://schemas.microsoft.com/office/drawing/2014/main" id="{C58BC1C1-EF7E-45ED-B4D0-820CB3F382FD}"/>
                  </a:ext>
                </a:extLst>
              </p:cNvPr>
              <p:cNvGrpSpPr/>
              <p:nvPr/>
            </p:nvGrpSpPr>
            <p:grpSpPr>
              <a:xfrm>
                <a:off x="7975095" y="1031191"/>
                <a:ext cx="204465" cy="166963"/>
                <a:chOff x="6948660" y="842380"/>
                <a:chExt cx="631825" cy="515938"/>
              </a:xfrm>
            </p:grpSpPr>
            <p:sp>
              <p:nvSpPr>
                <p:cNvPr id="277" name="Freeform 114">
                  <a:extLst>
                    <a:ext uri="{FF2B5EF4-FFF2-40B4-BE49-F238E27FC236}">
                      <a16:creationId xmlns:a16="http://schemas.microsoft.com/office/drawing/2014/main" id="{90493327-6C88-4E9F-B0BD-F31EE6B4FA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1110" y="842380"/>
                  <a:ext cx="79375" cy="71438"/>
                </a:xfrm>
                <a:custGeom>
                  <a:avLst/>
                  <a:gdLst>
                    <a:gd name="T0" fmla="*/ 0 w 50"/>
                    <a:gd name="T1" fmla="*/ 0 h 45"/>
                    <a:gd name="T2" fmla="*/ 50 w 50"/>
                    <a:gd name="T3" fmla="*/ 0 h 45"/>
                    <a:gd name="T4" fmla="*/ 50 w 50"/>
                    <a:gd name="T5" fmla="*/ 45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0" h="45">
                      <a:moveTo>
                        <a:pt x="0" y="0"/>
                      </a:moveTo>
                      <a:lnTo>
                        <a:pt x="50" y="0"/>
                      </a:lnTo>
                      <a:lnTo>
                        <a:pt x="50" y="45"/>
                      </a:lnTo>
                    </a:path>
                  </a:pathLst>
                </a:cu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278" name="Freeform 115">
                  <a:extLst>
                    <a:ext uri="{FF2B5EF4-FFF2-40B4-BE49-F238E27FC236}">
                      <a16:creationId xmlns:a16="http://schemas.microsoft.com/office/drawing/2014/main" id="{E5834BCD-D508-41D6-833E-FD5794DAA6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48660" y="842380"/>
                  <a:ext cx="631825" cy="515938"/>
                </a:xfrm>
                <a:custGeom>
                  <a:avLst/>
                  <a:gdLst>
                    <a:gd name="T0" fmla="*/ 398 w 398"/>
                    <a:gd name="T1" fmla="*/ 262 h 325"/>
                    <a:gd name="T2" fmla="*/ 398 w 398"/>
                    <a:gd name="T3" fmla="*/ 325 h 325"/>
                    <a:gd name="T4" fmla="*/ 0 w 398"/>
                    <a:gd name="T5" fmla="*/ 325 h 325"/>
                    <a:gd name="T6" fmla="*/ 0 w 398"/>
                    <a:gd name="T7" fmla="*/ 0 h 325"/>
                    <a:gd name="T8" fmla="*/ 284 w 398"/>
                    <a:gd name="T9" fmla="*/ 0 h 3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8" h="325">
                      <a:moveTo>
                        <a:pt x="398" y="262"/>
                      </a:moveTo>
                      <a:lnTo>
                        <a:pt x="398" y="325"/>
                      </a:lnTo>
                      <a:lnTo>
                        <a:pt x="0" y="325"/>
                      </a:lnTo>
                      <a:lnTo>
                        <a:pt x="0" y="0"/>
                      </a:lnTo>
                      <a:lnTo>
                        <a:pt x="284" y="0"/>
                      </a:lnTo>
                    </a:path>
                  </a:pathLst>
                </a:cu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279" name="Line 116">
                  <a:extLst>
                    <a:ext uri="{FF2B5EF4-FFF2-40B4-BE49-F238E27FC236}">
                      <a16:creationId xmlns:a16="http://schemas.microsoft.com/office/drawing/2014/main" id="{F9E89297-77BD-447D-8A20-A5D24AC553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51835" y="1101143"/>
                  <a:ext cx="274638" cy="0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280" name="Line 117">
                  <a:extLst>
                    <a:ext uri="{FF2B5EF4-FFF2-40B4-BE49-F238E27FC236}">
                      <a16:creationId xmlns:a16="http://schemas.microsoft.com/office/drawing/2014/main" id="{84447FBB-7745-4218-959C-7C143FFD79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226473" y="1021768"/>
                  <a:ext cx="0" cy="160338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281" name="Line 118">
                  <a:extLst>
                    <a:ext uri="{FF2B5EF4-FFF2-40B4-BE49-F238E27FC236}">
                      <a16:creationId xmlns:a16="http://schemas.microsoft.com/office/drawing/2014/main" id="{409D355E-6786-4607-A177-E17A5192DD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226473" y="842380"/>
                  <a:ext cx="0" cy="96838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282" name="Line 119">
                  <a:extLst>
                    <a:ext uri="{FF2B5EF4-FFF2-40B4-BE49-F238E27FC236}">
                      <a16:creationId xmlns:a16="http://schemas.microsoft.com/office/drawing/2014/main" id="{5AAB6BF9-FD95-4A89-97B5-E473A6127F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226473" y="1272593"/>
                  <a:ext cx="0" cy="85725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cxnSp>
              <p:nvCxnSpPr>
                <p:cNvPr id="283" name="Straight Connector 282">
                  <a:extLst>
                    <a:ext uri="{FF2B5EF4-FFF2-40B4-BE49-F238E27FC236}">
                      <a16:creationId xmlns:a16="http://schemas.microsoft.com/office/drawing/2014/main" id="{C7476D14-A995-4D2C-80E9-B83FB72AF33C}"/>
                    </a:ext>
                  </a:extLst>
                </p:cNvPr>
                <p:cNvCxnSpPr>
                  <a:cxnSpLocks/>
                  <a:stCxn id="277" idx="2"/>
                  <a:endCxn id="278" idx="0"/>
                </p:cNvCxnSpPr>
                <p:nvPr/>
              </p:nvCxnSpPr>
              <p:spPr>
                <a:xfrm>
                  <a:off x="7580485" y="913818"/>
                  <a:ext cx="0" cy="344487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cxnSp>
          </p:grpSp>
        </p:grp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60395DB3-7731-4484-8EBC-89FBE3FBDE1F}"/>
                </a:ext>
              </a:extLst>
            </p:cNvPr>
            <p:cNvSpPr txBox="1">
              <a:spLocks/>
            </p:cNvSpPr>
            <p:nvPr/>
          </p:nvSpPr>
          <p:spPr>
            <a:xfrm>
              <a:off x="5929403" y="1010118"/>
              <a:ext cx="137160" cy="137160"/>
            </a:xfrm>
            <a:prstGeom prst="rect">
              <a:avLst/>
            </a:prstGeom>
            <a:solidFill>
              <a:srgbClr val="00B050"/>
            </a:solidFill>
          </p:spPr>
          <p:txBody>
            <a:bodyPr vert="horz" wrap="square" lIns="36000" tIns="36000" rIns="36000" bIns="36000" rtlCol="0" anchor="ctr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FFFFFF"/>
                </a:buClr>
              </a:pPr>
              <a:endParaRPr lang="en-US" sz="600" b="1" dirty="0">
                <a:solidFill>
                  <a:srgbClr val="FFFFFF"/>
                </a:solidFill>
              </a:endParaRPr>
            </a:p>
          </p:txBody>
        </p: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44E2E6B0-E10E-4D92-83C2-5DFC7BA91076}"/>
                </a:ext>
              </a:extLst>
            </p:cNvPr>
            <p:cNvGrpSpPr/>
            <p:nvPr/>
          </p:nvGrpSpPr>
          <p:grpSpPr>
            <a:xfrm>
              <a:off x="9294049" y="987294"/>
              <a:ext cx="1577690" cy="246221"/>
              <a:chOff x="9133184" y="952789"/>
              <a:chExt cx="1577690" cy="246221"/>
            </a:xfrm>
          </p:grpSpPr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C7E42BCF-3D39-4B18-8C9A-CE04E4DD0F2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33184" y="984391"/>
                <a:ext cx="137160" cy="137160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vert="horz" wrap="square" lIns="36000" tIns="18000" rIns="18000" bIns="18000" rtlCol="0" anchor="ctr" anchorCtr="0">
                <a:no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sym typeface="+mn-lt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sym typeface="+mn-lt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sym typeface="+mn-lt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sym typeface="+mn-lt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sym typeface="+mn-lt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endParaRPr lang="en-US" sz="600" b="1" dirty="0"/>
              </a:p>
            </p:txBody>
          </p: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F4CC5791-4178-4D27-AE39-239593829571}"/>
                  </a:ext>
                </a:extLst>
              </p:cNvPr>
              <p:cNvSpPr txBox="1"/>
              <p:nvPr/>
            </p:nvSpPr>
            <p:spPr>
              <a:xfrm>
                <a:off x="9336701" y="952789"/>
                <a:ext cx="1374173" cy="246221"/>
              </a:xfrm>
              <a:prstGeom prst="rect">
                <a:avLst/>
              </a:prstGeom>
            </p:spPr>
            <p:txBody>
              <a:bodyPr vert="horz" wrap="square" lIns="0" tIns="0" rIns="0" bIns="0" rtlCol="0" anchor="ctr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sym typeface="+mn-lt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sym typeface="+mn-lt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sym typeface="+mn-lt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sym typeface="+mn-lt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sym typeface="+mn-lt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r>
                  <a:rPr lang="ru-RU" sz="800" dirty="0"/>
                  <a:t>Решения с низким приоритетом реализации</a:t>
                </a:r>
              </a:p>
            </p:txBody>
          </p:sp>
        </p:grp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4B5404D2-7603-48B1-8D2E-DFA59B22B2D3}"/>
                </a:ext>
              </a:extLst>
            </p:cNvPr>
            <p:cNvSpPr txBox="1"/>
            <p:nvPr/>
          </p:nvSpPr>
          <p:spPr>
            <a:xfrm>
              <a:off x="6152704" y="997359"/>
              <a:ext cx="3137979" cy="246221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800" dirty="0"/>
                <a:t>Решения с высоким </a:t>
              </a:r>
              <a:br>
                <a:rPr lang="ru-RU" sz="800" dirty="0"/>
              </a:br>
              <a:r>
                <a:rPr lang="ru-RU" sz="800" dirty="0"/>
                <a:t>приоритетом реализации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D415D91B-087A-4332-91A9-1969B47D94D5}"/>
                </a:ext>
              </a:extLst>
            </p:cNvPr>
            <p:cNvSpPr txBox="1">
              <a:spLocks/>
            </p:cNvSpPr>
            <p:nvPr/>
          </p:nvSpPr>
          <p:spPr>
            <a:xfrm>
              <a:off x="7612586" y="1006819"/>
              <a:ext cx="137160" cy="137160"/>
            </a:xfrm>
            <a:prstGeom prst="rect">
              <a:avLst/>
            </a:prstGeom>
            <a:solidFill>
              <a:srgbClr val="92D050"/>
            </a:solidFill>
          </p:spPr>
          <p:txBody>
            <a:bodyPr vert="horz" wrap="square" lIns="36000" tIns="36000" rIns="36000" bIns="36000" rtlCol="0" anchor="ctr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FFFFFF"/>
                </a:buClr>
              </a:pPr>
              <a:endParaRPr lang="en-US" sz="600" b="1" dirty="0">
                <a:solidFill>
                  <a:srgbClr val="FFFFFF"/>
                </a:solidFill>
              </a:endParaRPr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9F6513BD-E218-4792-A1E3-78F37A4BE255}"/>
                </a:ext>
              </a:extLst>
            </p:cNvPr>
            <p:cNvSpPr txBox="1"/>
            <p:nvPr/>
          </p:nvSpPr>
          <p:spPr>
            <a:xfrm>
              <a:off x="7867684" y="989745"/>
              <a:ext cx="2023818" cy="246221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800" dirty="0"/>
                <a:t>Решения со средним </a:t>
              </a:r>
              <a:br>
                <a:rPr lang="ru-RU" sz="800" dirty="0"/>
              </a:br>
              <a:r>
                <a:rPr lang="ru-RU" sz="800" dirty="0"/>
                <a:t>приоритетом реализации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2293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E6A42DB-4A00-4441-AE79-DD0919AB1C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359" imgH="355" progId="TCLayout.ActiveDocument.1">
                  <p:embed/>
                </p:oleObj>
              </mc:Choice>
              <mc:Fallback>
                <p:oleObj name="think-cell Slide" r:id="rId12" imgW="359" imgH="35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E6A42DB-4A00-4441-AE79-DD0919AB1C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7" hidden="1">
            <a:extLst>
              <a:ext uri="{FF2B5EF4-FFF2-40B4-BE49-F238E27FC236}">
                <a16:creationId xmlns:a16="http://schemas.microsoft.com/office/drawing/2014/main" id="{1A61FC6B-102C-42CD-AD07-BD90CB55E4F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2200" b="1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8D249F35-A74C-4071-9D91-93165889071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4" y="565178"/>
            <a:ext cx="11082528" cy="33855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Описание сценариев для умного дома</a:t>
            </a:r>
          </a:p>
        </p:txBody>
      </p:sp>
      <p:sp>
        <p:nvSpPr>
          <p:cNvPr id="3" name="3. Subtitle">
            <a:extLst>
              <a:ext uri="{FF2B5EF4-FFF2-40B4-BE49-F238E27FC236}">
                <a16:creationId xmlns:a16="http://schemas.microsoft.com/office/drawing/2014/main" id="{B86298A8-1600-4BE5-8C24-652170AE0516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ru-RU" dirty="0"/>
              <a:t>Комфорт (2/4)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048E860-8C94-4AB4-BE54-E0F7C1B3B4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Комфорт</a:t>
            </a:r>
            <a:endParaRPr lang="en-US" dirty="0"/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662AA96E-9090-4FB1-9384-0A93977BAF1C}"/>
              </a:ext>
            </a:extLst>
          </p:cNvPr>
          <p:cNvSpPr txBox="1">
            <a:spLocks/>
          </p:cNvSpPr>
          <p:nvPr/>
        </p:nvSpPr>
        <p:spPr>
          <a:xfrm>
            <a:off x="3351682" y="1666516"/>
            <a:ext cx="6507071" cy="4616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У подъезда будет установлен </a:t>
            </a:r>
            <a:r>
              <a:rPr lang="ru-RU" sz="1000" dirty="0" err="1"/>
              <a:t>постамат</a:t>
            </a:r>
            <a:r>
              <a:rPr lang="ru-RU" sz="1000" dirty="0"/>
              <a:t> с ячейками, в которые беспилотные средства смогут доставлять товары, еду и посылки. </a:t>
            </a:r>
            <a:r>
              <a:rPr lang="ru-RU" sz="1000" dirty="0" err="1"/>
              <a:t>Постамат</a:t>
            </a:r>
            <a:r>
              <a:rPr lang="ru-RU" sz="1000" dirty="0"/>
              <a:t> будет синхронизирован с приложением, которое проинформирует, как только товар появится в ячейке. Через приложение можно будет также посмотреть уровень загруженности постамата</a:t>
            </a:r>
          </a:p>
          <a:p>
            <a:endParaRPr lang="ru-RU" sz="1000" dirty="0"/>
          </a:p>
        </p:txBody>
      </p:sp>
      <p:sp>
        <p:nvSpPr>
          <p:cNvPr id="332" name="Rectangle 17">
            <a:extLst>
              <a:ext uri="{FF2B5EF4-FFF2-40B4-BE49-F238E27FC236}">
                <a16:creationId xmlns:a16="http://schemas.microsoft.com/office/drawing/2014/main" id="{B4F77BE5-DED3-441D-A5F3-ABE420C97282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547688" y="1666516"/>
            <a:ext cx="2588281" cy="615981"/>
          </a:xfrm>
          <a:prstGeom prst="rect">
            <a:avLst/>
          </a:prstGeom>
          <a:solidFill>
            <a:srgbClr val="EBEFF3"/>
          </a:solidFill>
          <a:ln>
            <a:noFill/>
          </a:ln>
        </p:spPr>
        <p:txBody>
          <a:bodyPr vert="horz" lIns="72000" tIns="37806" rIns="37806" bIns="37806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1000" b="1" dirty="0"/>
              <a:t>Пункты для беспилотной доставки с помощью дронов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F95BDD-DD9A-4D5C-9A6A-23D4837A76E0}"/>
              </a:ext>
            </a:extLst>
          </p:cNvPr>
          <p:cNvCxnSpPr>
            <a:cxnSpLocks/>
          </p:cNvCxnSpPr>
          <p:nvPr/>
        </p:nvCxnSpPr>
        <p:spPr>
          <a:xfrm>
            <a:off x="547688" y="3440645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758ECF2-877A-4A93-86AC-011C00CD4AEB}"/>
              </a:ext>
            </a:extLst>
          </p:cNvPr>
          <p:cNvCxnSpPr>
            <a:cxnSpLocks/>
          </p:cNvCxnSpPr>
          <p:nvPr/>
        </p:nvCxnSpPr>
        <p:spPr>
          <a:xfrm>
            <a:off x="547688" y="2328515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76475A05-05CD-450B-91F8-D0E360AE5B99}"/>
              </a:ext>
            </a:extLst>
          </p:cNvPr>
          <p:cNvCxnSpPr>
            <a:cxnSpLocks/>
          </p:cNvCxnSpPr>
          <p:nvPr/>
        </p:nvCxnSpPr>
        <p:spPr>
          <a:xfrm>
            <a:off x="547688" y="4084352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sp>
        <p:nvSpPr>
          <p:cNvPr id="11" name="Rectangle 17">
            <a:extLst>
              <a:ext uri="{FF2B5EF4-FFF2-40B4-BE49-F238E27FC236}">
                <a16:creationId xmlns:a16="http://schemas.microsoft.com/office/drawing/2014/main" id="{12712DF2-949A-4233-8984-5A75132B2804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547688" y="2382603"/>
            <a:ext cx="2588281" cy="100254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lIns="72000" tIns="37806" rIns="25200" bIns="37806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1000" b="1" dirty="0" err="1">
                <a:solidFill>
                  <a:schemeClr val="bg1"/>
                </a:solidFill>
              </a:rPr>
              <a:t>Безбарьерная</a:t>
            </a:r>
            <a:r>
              <a:rPr lang="ru-RU" sz="1000" b="1" dirty="0">
                <a:solidFill>
                  <a:schemeClr val="bg1"/>
                </a:solidFill>
              </a:rPr>
              <a:t> среда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92BBFE-CE54-4106-88B6-48ED19CC047C}"/>
              </a:ext>
            </a:extLst>
          </p:cNvPr>
          <p:cNvSpPr txBox="1">
            <a:spLocks/>
          </p:cNvSpPr>
          <p:nvPr/>
        </p:nvSpPr>
        <p:spPr>
          <a:xfrm>
            <a:off x="3351682" y="2382603"/>
            <a:ext cx="6507071" cy="4616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В доме создана среда, в которой люди с ограниченной мобильностью могут свободно передвигаться: лестницы оснащены рельсами, крыльцо – пандусами и вертикальным подъемником, входные двери и двери лифта достаточной ширины.</a:t>
            </a:r>
          </a:p>
          <a:p>
            <a:r>
              <a:rPr lang="ru-RU" sz="1000" dirty="0"/>
              <a:t>Для удобства слабовидящих жильцов здание имеет тактильные поверхности перед входом в дом, лифт и квартиру, где проживает слабовидящий; лифт оснащен функцией голосового обозначения этажей.</a:t>
            </a:r>
          </a:p>
          <a:p>
            <a:endParaRPr lang="ru-RU" sz="1000" dirty="0"/>
          </a:p>
        </p:txBody>
      </p:sp>
      <p:sp>
        <p:nvSpPr>
          <p:cNvPr id="265" name="Rectangle 17">
            <a:extLst>
              <a:ext uri="{FF2B5EF4-FFF2-40B4-BE49-F238E27FC236}">
                <a16:creationId xmlns:a16="http://schemas.microsoft.com/office/drawing/2014/main" id="{C2FAF407-1E07-4ED8-9C80-61A9632063E3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547688" y="3494733"/>
            <a:ext cx="2588281" cy="53553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vert="horz" lIns="72000" tIns="37806" rIns="37806" bIns="37806" rtlCol="0" anchor="ctr" anchorCtr="0">
            <a:noAutofit/>
          </a:bodyPr>
          <a:lstStyle>
            <a:defPPr>
              <a:defRPr lang="en-US"/>
            </a:defPPr>
            <a:lvl1pPr lvl="0" indent="0" defTabSz="1299242">
              <a:buClr>
                <a:schemeClr val="tx2"/>
              </a:buClr>
              <a:buSzPct val="100000"/>
              <a:defRPr sz="1000" b="1" baseline="0">
                <a:solidFill>
                  <a:schemeClr val="tx2"/>
                </a:solidFill>
              </a:defRPr>
            </a:lvl1pPr>
            <a:lvl2pPr marL="281042" lvl="1" indent="-278739" defTabSz="1299242">
              <a:buClr>
                <a:schemeClr val="tx2"/>
              </a:buClr>
              <a:buSzPct val="125000"/>
              <a:buFont typeface="Arial" charset="0"/>
              <a:buChar char="▪"/>
              <a:defRPr sz="1600" baseline="0"/>
            </a:lvl2pPr>
            <a:lvl3pPr marL="663443" lvl="2" indent="-380098" defTabSz="1299242">
              <a:buClr>
                <a:schemeClr val="tx2"/>
              </a:buClr>
              <a:buSzPct val="120000"/>
              <a:buFont typeface="Arial" charset="0"/>
              <a:buChar char="–"/>
              <a:defRPr sz="1600" baseline="0"/>
            </a:lvl3pPr>
            <a:lvl4pPr marL="891502" lvl="3" indent="-225755" defTabSz="1299242">
              <a:buClr>
                <a:schemeClr val="tx2"/>
              </a:buClr>
              <a:buSzPct val="120000"/>
              <a:buFont typeface="Arial" charset="0"/>
              <a:buChar char="▫"/>
              <a:defRPr sz="1600" baseline="0"/>
            </a:lvl4pPr>
            <a:lvl5pPr marL="1088046" lvl="4" indent="-188897" defTabSz="1299242"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ru-RU" dirty="0">
                <a:solidFill>
                  <a:schemeClr val="bg1"/>
                </a:solidFill>
              </a:rPr>
              <a:t>Общегородской </a:t>
            </a:r>
            <a:r>
              <a:rPr lang="en-US" dirty="0">
                <a:solidFill>
                  <a:schemeClr val="bg1"/>
                </a:solidFill>
              </a:rPr>
              <a:t>Wi-Fi </a:t>
            </a:r>
            <a:r>
              <a:rPr lang="ru-RU" dirty="0">
                <a:solidFill>
                  <a:schemeClr val="bg1"/>
                </a:solidFill>
              </a:rPr>
              <a:t>во дворе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2BE9D056-AFBF-403E-B38E-D5E4F2C46C0E}"/>
              </a:ext>
            </a:extLst>
          </p:cNvPr>
          <p:cNvSpPr txBox="1">
            <a:spLocks/>
          </p:cNvSpPr>
          <p:nvPr/>
        </p:nvSpPr>
        <p:spPr>
          <a:xfrm>
            <a:off x="3351682" y="3494733"/>
            <a:ext cx="6507071" cy="4616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Wi-Fi действует во на всей территории двора. Доступ к сети получают все жильцы дома. С помощью Wi-Fi-сети также работают устройства, предоставляющие различные сервисы для жителей</a:t>
            </a:r>
          </a:p>
        </p:txBody>
      </p:sp>
      <p:sp>
        <p:nvSpPr>
          <p:cNvPr id="12" name="Rectangle 17">
            <a:extLst>
              <a:ext uri="{FF2B5EF4-FFF2-40B4-BE49-F238E27FC236}">
                <a16:creationId xmlns:a16="http://schemas.microsoft.com/office/drawing/2014/main" id="{160AEA23-2611-42F2-9C27-A598E648E62D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547688" y="4138443"/>
            <a:ext cx="2588281" cy="773710"/>
          </a:xfrm>
          <a:prstGeom prst="rect">
            <a:avLst/>
          </a:prstGeom>
          <a:solidFill>
            <a:srgbClr val="EBEFF3"/>
          </a:solidFill>
          <a:ln>
            <a:noFill/>
          </a:ln>
        </p:spPr>
        <p:txBody>
          <a:bodyPr vert="horz" lIns="72000" tIns="37806" rIns="37806" bIns="37806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1000" b="1" dirty="0"/>
              <a:t>Единый электронный ключ доступа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376814-B7F9-4829-BD70-DBB02688943B}"/>
              </a:ext>
            </a:extLst>
          </p:cNvPr>
          <p:cNvSpPr txBox="1">
            <a:spLocks/>
          </p:cNvSpPr>
          <p:nvPr/>
        </p:nvSpPr>
        <p:spPr>
          <a:xfrm>
            <a:off x="3351682" y="4138443"/>
            <a:ext cx="6507071" cy="4616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ru-RU" sz="1000" dirty="0"/>
              <a:t>С помощью одного ключа можно попасть в любую необходимую часть дома: квартиру, подъезд, подземный паркинг, кладовку, крышу и т.д. Помещения, к которым необходимо привязать ключ, можно выбрать самостоятельно. Ключ синхронизируется с приложением, в котором можно добавить или убрать совместимые с ним помещения, а также заблокировать ключ в случае утери</a:t>
            </a:r>
          </a:p>
          <a:p>
            <a:pPr>
              <a:buNone/>
            </a:pPr>
            <a:endParaRPr lang="ru-RU" sz="1000" dirty="0"/>
          </a:p>
          <a:p>
            <a:pPr>
              <a:buNone/>
            </a:pPr>
            <a:endParaRPr lang="ru-RU" sz="1000" dirty="0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09E398B9-FA4A-4F06-8448-9955235850A1}"/>
              </a:ext>
            </a:extLst>
          </p:cNvPr>
          <p:cNvSpPr txBox="1">
            <a:spLocks/>
          </p:cNvSpPr>
          <p:nvPr/>
        </p:nvSpPr>
        <p:spPr>
          <a:xfrm>
            <a:off x="10083447" y="1373675"/>
            <a:ext cx="1146719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b="1" dirty="0"/>
              <a:t>Применение</a:t>
            </a:r>
          </a:p>
        </p:txBody>
      </p:sp>
      <p:grpSp>
        <p:nvGrpSpPr>
          <p:cNvPr id="379" name="Group 378">
            <a:extLst>
              <a:ext uri="{FF2B5EF4-FFF2-40B4-BE49-F238E27FC236}">
                <a16:creationId xmlns:a16="http://schemas.microsoft.com/office/drawing/2014/main" id="{27B714F6-9FE3-4F61-8CD0-A8093CC77F13}"/>
              </a:ext>
            </a:extLst>
          </p:cNvPr>
          <p:cNvGrpSpPr/>
          <p:nvPr/>
        </p:nvGrpSpPr>
        <p:grpSpPr>
          <a:xfrm>
            <a:off x="10076513" y="1704775"/>
            <a:ext cx="1098492" cy="310571"/>
            <a:chOff x="8008908" y="5534151"/>
            <a:chExt cx="1098492" cy="310571"/>
          </a:xfrm>
        </p:grpSpPr>
        <p:grpSp>
          <p:nvGrpSpPr>
            <p:cNvPr id="380" name="Group 379">
              <a:extLst>
                <a:ext uri="{FF2B5EF4-FFF2-40B4-BE49-F238E27FC236}">
                  <a16:creationId xmlns:a16="http://schemas.microsoft.com/office/drawing/2014/main" id="{A6E6EA8A-D475-42AE-A06E-A260968C0766}"/>
                </a:ext>
              </a:extLst>
            </p:cNvPr>
            <p:cNvGrpSpPr/>
            <p:nvPr/>
          </p:nvGrpSpPr>
          <p:grpSpPr>
            <a:xfrm>
              <a:off x="8008908" y="5534151"/>
              <a:ext cx="419847" cy="310571"/>
              <a:chOff x="8609927" y="1562831"/>
              <a:chExt cx="419847" cy="310571"/>
            </a:xfrm>
          </p:grpSpPr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407BDD0B-DD81-41B4-9772-DB4361676386}"/>
                  </a:ext>
                </a:extLst>
              </p:cNvPr>
              <p:cNvSpPr/>
              <p:nvPr/>
            </p:nvSpPr>
            <p:spPr>
              <a:xfrm>
                <a:off x="8609927" y="1585836"/>
                <a:ext cx="149535" cy="149534"/>
              </a:xfrm>
              <a:custGeom>
                <a:avLst/>
                <a:gdLst>
                  <a:gd name="connsiteX0" fmla="*/ 247650 w 495300"/>
                  <a:gd name="connsiteY0" fmla="*/ 495300 h 495300"/>
                  <a:gd name="connsiteX1" fmla="*/ 0 w 495300"/>
                  <a:gd name="connsiteY1" fmla="*/ 247650 h 495300"/>
                  <a:gd name="connsiteX2" fmla="*/ 247650 w 495300"/>
                  <a:gd name="connsiteY2" fmla="*/ 0 h 495300"/>
                  <a:gd name="connsiteX3" fmla="*/ 495300 w 495300"/>
                  <a:gd name="connsiteY3" fmla="*/ 247650 h 495300"/>
                  <a:gd name="connsiteX4" fmla="*/ 247650 w 495300"/>
                  <a:gd name="connsiteY4" fmla="*/ 495300 h 495300"/>
                  <a:gd name="connsiteX5" fmla="*/ 247650 w 495300"/>
                  <a:gd name="connsiteY5" fmla="*/ 38100 h 495300"/>
                  <a:gd name="connsiteX6" fmla="*/ 38100 w 495300"/>
                  <a:gd name="connsiteY6" fmla="*/ 247650 h 495300"/>
                  <a:gd name="connsiteX7" fmla="*/ 247650 w 495300"/>
                  <a:gd name="connsiteY7" fmla="*/ 457200 h 495300"/>
                  <a:gd name="connsiteX8" fmla="*/ 457200 w 495300"/>
                  <a:gd name="connsiteY8" fmla="*/ 247650 h 495300"/>
                  <a:gd name="connsiteX9" fmla="*/ 247650 w 495300"/>
                  <a:gd name="connsiteY9" fmla="*/ 38100 h 495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5300" h="495300">
                    <a:moveTo>
                      <a:pt x="247650" y="495300"/>
                    </a:moveTo>
                    <a:cubicBezTo>
                      <a:pt x="111062" y="495300"/>
                      <a:pt x="0" y="384239"/>
                      <a:pt x="0" y="247650"/>
                    </a:cubicBezTo>
                    <a:cubicBezTo>
                      <a:pt x="0" y="111062"/>
                      <a:pt x="111062" y="0"/>
                      <a:pt x="247650" y="0"/>
                    </a:cubicBezTo>
                    <a:cubicBezTo>
                      <a:pt x="384239" y="0"/>
                      <a:pt x="495300" y="111062"/>
                      <a:pt x="495300" y="247650"/>
                    </a:cubicBezTo>
                    <a:cubicBezTo>
                      <a:pt x="495300" y="384239"/>
                      <a:pt x="384239" y="495300"/>
                      <a:pt x="247650" y="495300"/>
                    </a:cubicBezTo>
                    <a:close/>
                    <a:moveTo>
                      <a:pt x="247650" y="38100"/>
                    </a:moveTo>
                    <a:cubicBezTo>
                      <a:pt x="132112" y="38100"/>
                      <a:pt x="38100" y="132112"/>
                      <a:pt x="38100" y="247650"/>
                    </a:cubicBezTo>
                    <a:cubicBezTo>
                      <a:pt x="38100" y="363188"/>
                      <a:pt x="132112" y="457200"/>
                      <a:pt x="247650" y="457200"/>
                    </a:cubicBezTo>
                    <a:cubicBezTo>
                      <a:pt x="363188" y="457200"/>
                      <a:pt x="457200" y="363188"/>
                      <a:pt x="457200" y="247650"/>
                    </a:cubicBezTo>
                    <a:cubicBezTo>
                      <a:pt x="457200" y="132112"/>
                      <a:pt x="363188" y="38100"/>
                      <a:pt x="247650" y="381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B0C3FC17-932F-49D5-86B9-466E1CCAABD3}"/>
                  </a:ext>
                </a:extLst>
              </p:cNvPr>
              <p:cNvSpPr/>
              <p:nvPr/>
            </p:nvSpPr>
            <p:spPr>
              <a:xfrm>
                <a:off x="8678943" y="1700863"/>
                <a:ext cx="11503" cy="172539"/>
              </a:xfrm>
              <a:custGeom>
                <a:avLst/>
                <a:gdLst>
                  <a:gd name="connsiteX0" fmla="*/ 19050 w 38100"/>
                  <a:gd name="connsiteY0" fmla="*/ 571500 h 571500"/>
                  <a:gd name="connsiteX1" fmla="*/ 0 w 38100"/>
                  <a:gd name="connsiteY1" fmla="*/ 552450 h 571500"/>
                  <a:gd name="connsiteX2" fmla="*/ 0 w 38100"/>
                  <a:gd name="connsiteY2" fmla="*/ 19050 h 571500"/>
                  <a:gd name="connsiteX3" fmla="*/ 19050 w 38100"/>
                  <a:gd name="connsiteY3" fmla="*/ 0 h 571500"/>
                  <a:gd name="connsiteX4" fmla="*/ 38100 w 38100"/>
                  <a:gd name="connsiteY4" fmla="*/ 19050 h 571500"/>
                  <a:gd name="connsiteX5" fmla="*/ 38100 w 38100"/>
                  <a:gd name="connsiteY5" fmla="*/ 552450 h 571500"/>
                  <a:gd name="connsiteX6" fmla="*/ 19050 w 38100"/>
                  <a:gd name="connsiteY6" fmla="*/ 571500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100" h="571500">
                    <a:moveTo>
                      <a:pt x="19050" y="571500"/>
                    </a:moveTo>
                    <a:cubicBezTo>
                      <a:pt x="8477" y="571500"/>
                      <a:pt x="0" y="563023"/>
                      <a:pt x="0" y="552450"/>
                    </a:cubicBezTo>
                    <a:lnTo>
                      <a:pt x="0" y="19050"/>
                    </a:lnTo>
                    <a:cubicBezTo>
                      <a:pt x="0" y="8477"/>
                      <a:pt x="8477" y="0"/>
                      <a:pt x="19050" y="0"/>
                    </a:cubicBezTo>
                    <a:cubicBezTo>
                      <a:pt x="29623" y="0"/>
                      <a:pt x="38100" y="8477"/>
                      <a:pt x="38100" y="19050"/>
                    </a:cubicBezTo>
                    <a:lnTo>
                      <a:pt x="38100" y="552450"/>
                    </a:lnTo>
                    <a:cubicBezTo>
                      <a:pt x="38100" y="563023"/>
                      <a:pt x="29623" y="571500"/>
                      <a:pt x="19050" y="5715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379806C2-A5C3-413E-9DDC-2888A4F8E94B}"/>
                  </a:ext>
                </a:extLst>
              </p:cNvPr>
              <p:cNvSpPr/>
              <p:nvPr/>
            </p:nvSpPr>
            <p:spPr>
              <a:xfrm>
                <a:off x="8655952" y="1677843"/>
                <a:ext cx="57513" cy="34522"/>
              </a:xfrm>
              <a:custGeom>
                <a:avLst/>
                <a:gdLst>
                  <a:gd name="connsiteX0" fmla="*/ 95202 w 190499"/>
                  <a:gd name="connsiteY0" fmla="*/ 114348 h 114347"/>
                  <a:gd name="connsiteX1" fmla="*/ 81772 w 190499"/>
                  <a:gd name="connsiteY1" fmla="*/ 108728 h 114347"/>
                  <a:gd name="connsiteX2" fmla="*/ 5572 w 190499"/>
                  <a:gd name="connsiteY2" fmla="*/ 32528 h 114347"/>
                  <a:gd name="connsiteX3" fmla="*/ 5572 w 190499"/>
                  <a:gd name="connsiteY3" fmla="*/ 5572 h 114347"/>
                  <a:gd name="connsiteX4" fmla="*/ 32528 w 190499"/>
                  <a:gd name="connsiteY4" fmla="*/ 5572 h 114347"/>
                  <a:gd name="connsiteX5" fmla="*/ 95202 w 190499"/>
                  <a:gd name="connsiteY5" fmla="*/ 68342 h 114347"/>
                  <a:gd name="connsiteX6" fmla="*/ 157972 w 190499"/>
                  <a:gd name="connsiteY6" fmla="*/ 5572 h 114347"/>
                  <a:gd name="connsiteX7" fmla="*/ 184928 w 190499"/>
                  <a:gd name="connsiteY7" fmla="*/ 5572 h 114347"/>
                  <a:gd name="connsiteX8" fmla="*/ 184928 w 190499"/>
                  <a:gd name="connsiteY8" fmla="*/ 32528 h 114347"/>
                  <a:gd name="connsiteX9" fmla="*/ 108728 w 190499"/>
                  <a:gd name="connsiteY9" fmla="*/ 108728 h 114347"/>
                  <a:gd name="connsiteX10" fmla="*/ 95202 w 190499"/>
                  <a:gd name="connsiteY10" fmla="*/ 114348 h 114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0499" h="114347">
                    <a:moveTo>
                      <a:pt x="95202" y="114348"/>
                    </a:moveTo>
                    <a:cubicBezTo>
                      <a:pt x="90345" y="114348"/>
                      <a:pt x="85487" y="112443"/>
                      <a:pt x="81772" y="108728"/>
                    </a:cubicBezTo>
                    <a:lnTo>
                      <a:pt x="5572" y="32528"/>
                    </a:lnTo>
                    <a:cubicBezTo>
                      <a:pt x="-1857" y="25098"/>
                      <a:pt x="-1857" y="13002"/>
                      <a:pt x="5572" y="5572"/>
                    </a:cubicBezTo>
                    <a:cubicBezTo>
                      <a:pt x="13002" y="-1857"/>
                      <a:pt x="25098" y="-1857"/>
                      <a:pt x="32528" y="5572"/>
                    </a:cubicBezTo>
                    <a:lnTo>
                      <a:pt x="95202" y="68342"/>
                    </a:lnTo>
                    <a:lnTo>
                      <a:pt x="157972" y="5572"/>
                    </a:lnTo>
                    <a:cubicBezTo>
                      <a:pt x="165402" y="-1857"/>
                      <a:pt x="177498" y="-1857"/>
                      <a:pt x="184928" y="5572"/>
                    </a:cubicBezTo>
                    <a:cubicBezTo>
                      <a:pt x="192357" y="13002"/>
                      <a:pt x="192357" y="25098"/>
                      <a:pt x="184928" y="32528"/>
                    </a:cubicBezTo>
                    <a:lnTo>
                      <a:pt x="108728" y="108728"/>
                    </a:lnTo>
                    <a:cubicBezTo>
                      <a:pt x="104918" y="112443"/>
                      <a:pt x="100060" y="114348"/>
                      <a:pt x="95202" y="114348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572D2C3B-1356-4737-9CD7-45509129B63F}"/>
                  </a:ext>
                </a:extLst>
              </p:cNvPr>
              <p:cNvSpPr/>
              <p:nvPr/>
            </p:nvSpPr>
            <p:spPr>
              <a:xfrm>
                <a:off x="8661689" y="1861899"/>
                <a:ext cx="368085" cy="11503"/>
              </a:xfrm>
              <a:custGeom>
                <a:avLst/>
                <a:gdLst>
                  <a:gd name="connsiteX0" fmla="*/ 0 w 1219200"/>
                  <a:gd name="connsiteY0" fmla="*/ 0 h 38100"/>
                  <a:gd name="connsiteX1" fmla="*/ 1219200 w 1219200"/>
                  <a:gd name="connsiteY1" fmla="*/ 0 h 38100"/>
                  <a:gd name="connsiteX2" fmla="*/ 1219200 w 1219200"/>
                  <a:gd name="connsiteY2" fmla="*/ 38100 h 38100"/>
                  <a:gd name="connsiteX3" fmla="*/ 0 w 121920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9200" h="38100">
                    <a:moveTo>
                      <a:pt x="0" y="0"/>
                    </a:moveTo>
                    <a:lnTo>
                      <a:pt x="1219200" y="0"/>
                    </a:lnTo>
                    <a:lnTo>
                      <a:pt x="12192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F4C22225-EDF1-4FA8-8621-0D6AD5E3D8F1}"/>
                  </a:ext>
                </a:extLst>
              </p:cNvPr>
              <p:cNvSpPr/>
              <p:nvPr/>
            </p:nvSpPr>
            <p:spPr>
              <a:xfrm>
                <a:off x="8817003" y="1562831"/>
                <a:ext cx="57485" cy="34508"/>
              </a:xfrm>
              <a:custGeom>
                <a:avLst/>
                <a:gdLst>
                  <a:gd name="connsiteX0" fmla="*/ 95156 w 190405"/>
                  <a:gd name="connsiteY0" fmla="*/ 114300 h 114300"/>
                  <a:gd name="connsiteX1" fmla="*/ 76106 w 190405"/>
                  <a:gd name="connsiteY1" fmla="*/ 95536 h 114300"/>
                  <a:gd name="connsiteX2" fmla="*/ 76106 w 190405"/>
                  <a:gd name="connsiteY2" fmla="*/ 95536 h 114300"/>
                  <a:gd name="connsiteX3" fmla="*/ 76106 w 190405"/>
                  <a:gd name="connsiteY3" fmla="*/ 95536 h 114300"/>
                  <a:gd name="connsiteX4" fmla="*/ 76106 w 190405"/>
                  <a:gd name="connsiteY4" fmla="*/ 95536 h 114300"/>
                  <a:gd name="connsiteX5" fmla="*/ 76106 w 190405"/>
                  <a:gd name="connsiteY5" fmla="*/ 95441 h 114300"/>
                  <a:gd name="connsiteX6" fmla="*/ 76106 w 190405"/>
                  <a:gd name="connsiteY6" fmla="*/ 95345 h 114300"/>
                  <a:gd name="connsiteX7" fmla="*/ 76106 w 190405"/>
                  <a:gd name="connsiteY7" fmla="*/ 95345 h 114300"/>
                  <a:gd name="connsiteX8" fmla="*/ 76106 w 190405"/>
                  <a:gd name="connsiteY8" fmla="*/ 95250 h 114300"/>
                  <a:gd name="connsiteX9" fmla="*/ 18860 w 190405"/>
                  <a:gd name="connsiteY9" fmla="*/ 38100 h 114300"/>
                  <a:gd name="connsiteX10" fmla="*/ 1 w 190405"/>
                  <a:gd name="connsiteY10" fmla="*/ 18955 h 114300"/>
                  <a:gd name="connsiteX11" fmla="*/ 18956 w 190405"/>
                  <a:gd name="connsiteY11" fmla="*/ 0 h 114300"/>
                  <a:gd name="connsiteX12" fmla="*/ 95441 w 190405"/>
                  <a:gd name="connsiteY12" fmla="*/ 35243 h 114300"/>
                  <a:gd name="connsiteX13" fmla="*/ 171356 w 190405"/>
                  <a:gd name="connsiteY13" fmla="*/ 0 h 114300"/>
                  <a:gd name="connsiteX14" fmla="*/ 190406 w 190405"/>
                  <a:gd name="connsiteY14" fmla="*/ 19050 h 114300"/>
                  <a:gd name="connsiteX15" fmla="*/ 171356 w 190405"/>
                  <a:gd name="connsiteY15" fmla="*/ 38100 h 114300"/>
                  <a:gd name="connsiteX16" fmla="*/ 114206 w 190405"/>
                  <a:gd name="connsiteY16" fmla="*/ 95345 h 114300"/>
                  <a:gd name="connsiteX17" fmla="*/ 95156 w 190405"/>
                  <a:gd name="connsiteY17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0405" h="114300">
                    <a:moveTo>
                      <a:pt x="95156" y="114300"/>
                    </a:moveTo>
                    <a:cubicBezTo>
                      <a:pt x="84678" y="114300"/>
                      <a:pt x="76296" y="105918"/>
                      <a:pt x="76106" y="95536"/>
                    </a:cubicBezTo>
                    <a:cubicBezTo>
                      <a:pt x="76106" y="95536"/>
                      <a:pt x="76106" y="95536"/>
                      <a:pt x="76106" y="95536"/>
                    </a:cubicBezTo>
                    <a:lnTo>
                      <a:pt x="76106" y="95536"/>
                    </a:lnTo>
                    <a:lnTo>
                      <a:pt x="76106" y="95536"/>
                    </a:lnTo>
                    <a:cubicBezTo>
                      <a:pt x="76106" y="95536"/>
                      <a:pt x="76106" y="95441"/>
                      <a:pt x="76106" y="95441"/>
                    </a:cubicBezTo>
                    <a:cubicBezTo>
                      <a:pt x="76106" y="95441"/>
                      <a:pt x="76106" y="95441"/>
                      <a:pt x="76106" y="95345"/>
                    </a:cubicBezTo>
                    <a:lnTo>
                      <a:pt x="76106" y="95345"/>
                    </a:lnTo>
                    <a:cubicBezTo>
                      <a:pt x="76106" y="95345"/>
                      <a:pt x="76106" y="95345"/>
                      <a:pt x="76106" y="95250"/>
                    </a:cubicBezTo>
                    <a:cubicBezTo>
                      <a:pt x="76106" y="41434"/>
                      <a:pt x="28385" y="38195"/>
                      <a:pt x="18860" y="38100"/>
                    </a:cubicBezTo>
                    <a:cubicBezTo>
                      <a:pt x="8383" y="38005"/>
                      <a:pt x="-94" y="29432"/>
                      <a:pt x="1" y="18955"/>
                    </a:cubicBezTo>
                    <a:cubicBezTo>
                      <a:pt x="1" y="8477"/>
                      <a:pt x="8478" y="0"/>
                      <a:pt x="18956" y="0"/>
                    </a:cubicBezTo>
                    <a:cubicBezTo>
                      <a:pt x="40482" y="0"/>
                      <a:pt x="74391" y="8477"/>
                      <a:pt x="95441" y="35243"/>
                    </a:cubicBezTo>
                    <a:cubicBezTo>
                      <a:pt x="109824" y="15621"/>
                      <a:pt x="133637" y="0"/>
                      <a:pt x="171356" y="0"/>
                    </a:cubicBezTo>
                    <a:cubicBezTo>
                      <a:pt x="181928" y="0"/>
                      <a:pt x="190406" y="8573"/>
                      <a:pt x="190406" y="19050"/>
                    </a:cubicBezTo>
                    <a:cubicBezTo>
                      <a:pt x="190406" y="29528"/>
                      <a:pt x="181928" y="38100"/>
                      <a:pt x="171356" y="38100"/>
                    </a:cubicBezTo>
                    <a:cubicBezTo>
                      <a:pt x="117635" y="38100"/>
                      <a:pt x="114301" y="85725"/>
                      <a:pt x="114206" y="95345"/>
                    </a:cubicBezTo>
                    <a:cubicBezTo>
                      <a:pt x="114110" y="105823"/>
                      <a:pt x="105633" y="114300"/>
                      <a:pt x="95156" y="114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168D9E24-A235-4A74-A50A-2C1F713E9030}"/>
                  </a:ext>
                </a:extLst>
              </p:cNvPr>
              <p:cNvSpPr/>
              <p:nvPr/>
            </p:nvSpPr>
            <p:spPr>
              <a:xfrm>
                <a:off x="8863014" y="1585836"/>
                <a:ext cx="57485" cy="34508"/>
              </a:xfrm>
              <a:custGeom>
                <a:avLst/>
                <a:gdLst>
                  <a:gd name="connsiteX0" fmla="*/ 95156 w 190405"/>
                  <a:gd name="connsiteY0" fmla="*/ 114300 h 114300"/>
                  <a:gd name="connsiteX1" fmla="*/ 76106 w 190405"/>
                  <a:gd name="connsiteY1" fmla="*/ 95536 h 114300"/>
                  <a:gd name="connsiteX2" fmla="*/ 76106 w 190405"/>
                  <a:gd name="connsiteY2" fmla="*/ 95536 h 114300"/>
                  <a:gd name="connsiteX3" fmla="*/ 76106 w 190405"/>
                  <a:gd name="connsiteY3" fmla="*/ 95536 h 114300"/>
                  <a:gd name="connsiteX4" fmla="*/ 76106 w 190405"/>
                  <a:gd name="connsiteY4" fmla="*/ 95536 h 114300"/>
                  <a:gd name="connsiteX5" fmla="*/ 76106 w 190405"/>
                  <a:gd name="connsiteY5" fmla="*/ 95441 h 114300"/>
                  <a:gd name="connsiteX6" fmla="*/ 76106 w 190405"/>
                  <a:gd name="connsiteY6" fmla="*/ 95345 h 114300"/>
                  <a:gd name="connsiteX7" fmla="*/ 76106 w 190405"/>
                  <a:gd name="connsiteY7" fmla="*/ 95345 h 114300"/>
                  <a:gd name="connsiteX8" fmla="*/ 76106 w 190405"/>
                  <a:gd name="connsiteY8" fmla="*/ 95250 h 114300"/>
                  <a:gd name="connsiteX9" fmla="*/ 18860 w 190405"/>
                  <a:gd name="connsiteY9" fmla="*/ 38100 h 114300"/>
                  <a:gd name="connsiteX10" fmla="*/ 1 w 190405"/>
                  <a:gd name="connsiteY10" fmla="*/ 18955 h 114300"/>
                  <a:gd name="connsiteX11" fmla="*/ 18956 w 190405"/>
                  <a:gd name="connsiteY11" fmla="*/ 0 h 114300"/>
                  <a:gd name="connsiteX12" fmla="*/ 95441 w 190405"/>
                  <a:gd name="connsiteY12" fmla="*/ 35243 h 114300"/>
                  <a:gd name="connsiteX13" fmla="*/ 171356 w 190405"/>
                  <a:gd name="connsiteY13" fmla="*/ 0 h 114300"/>
                  <a:gd name="connsiteX14" fmla="*/ 190406 w 190405"/>
                  <a:gd name="connsiteY14" fmla="*/ 19050 h 114300"/>
                  <a:gd name="connsiteX15" fmla="*/ 171356 w 190405"/>
                  <a:gd name="connsiteY15" fmla="*/ 38100 h 114300"/>
                  <a:gd name="connsiteX16" fmla="*/ 114206 w 190405"/>
                  <a:gd name="connsiteY16" fmla="*/ 95345 h 114300"/>
                  <a:gd name="connsiteX17" fmla="*/ 95156 w 190405"/>
                  <a:gd name="connsiteY17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0405" h="114300">
                    <a:moveTo>
                      <a:pt x="95156" y="114300"/>
                    </a:moveTo>
                    <a:cubicBezTo>
                      <a:pt x="84678" y="114300"/>
                      <a:pt x="76296" y="105918"/>
                      <a:pt x="76106" y="95536"/>
                    </a:cubicBezTo>
                    <a:cubicBezTo>
                      <a:pt x="76106" y="95536"/>
                      <a:pt x="76106" y="95536"/>
                      <a:pt x="76106" y="95536"/>
                    </a:cubicBezTo>
                    <a:lnTo>
                      <a:pt x="76106" y="95536"/>
                    </a:lnTo>
                    <a:lnTo>
                      <a:pt x="76106" y="95536"/>
                    </a:lnTo>
                    <a:cubicBezTo>
                      <a:pt x="76106" y="95536"/>
                      <a:pt x="76106" y="95441"/>
                      <a:pt x="76106" y="95441"/>
                    </a:cubicBezTo>
                    <a:cubicBezTo>
                      <a:pt x="76106" y="95441"/>
                      <a:pt x="76106" y="95441"/>
                      <a:pt x="76106" y="95345"/>
                    </a:cubicBezTo>
                    <a:lnTo>
                      <a:pt x="76106" y="95345"/>
                    </a:lnTo>
                    <a:cubicBezTo>
                      <a:pt x="76106" y="95345"/>
                      <a:pt x="76106" y="95345"/>
                      <a:pt x="76106" y="95250"/>
                    </a:cubicBezTo>
                    <a:cubicBezTo>
                      <a:pt x="76106" y="41434"/>
                      <a:pt x="28385" y="38195"/>
                      <a:pt x="18860" y="38100"/>
                    </a:cubicBezTo>
                    <a:cubicBezTo>
                      <a:pt x="8383" y="38005"/>
                      <a:pt x="-94" y="29432"/>
                      <a:pt x="1" y="18955"/>
                    </a:cubicBezTo>
                    <a:cubicBezTo>
                      <a:pt x="1" y="8477"/>
                      <a:pt x="8478" y="0"/>
                      <a:pt x="18956" y="0"/>
                    </a:cubicBezTo>
                    <a:cubicBezTo>
                      <a:pt x="40482" y="0"/>
                      <a:pt x="74391" y="8477"/>
                      <a:pt x="95441" y="35243"/>
                    </a:cubicBezTo>
                    <a:cubicBezTo>
                      <a:pt x="109824" y="15621"/>
                      <a:pt x="133637" y="0"/>
                      <a:pt x="171356" y="0"/>
                    </a:cubicBezTo>
                    <a:cubicBezTo>
                      <a:pt x="181928" y="0"/>
                      <a:pt x="190406" y="8572"/>
                      <a:pt x="190406" y="19050"/>
                    </a:cubicBezTo>
                    <a:cubicBezTo>
                      <a:pt x="190406" y="29528"/>
                      <a:pt x="181928" y="38100"/>
                      <a:pt x="171356" y="38100"/>
                    </a:cubicBezTo>
                    <a:cubicBezTo>
                      <a:pt x="117635" y="38100"/>
                      <a:pt x="114301" y="85725"/>
                      <a:pt x="114206" y="95345"/>
                    </a:cubicBezTo>
                    <a:cubicBezTo>
                      <a:pt x="114110" y="105823"/>
                      <a:pt x="105633" y="114300"/>
                      <a:pt x="95156" y="114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4470332-F2D2-43A2-867F-79DC4846AD8A}"/>
                  </a:ext>
                </a:extLst>
              </p:cNvPr>
              <p:cNvSpPr/>
              <p:nvPr/>
            </p:nvSpPr>
            <p:spPr>
              <a:xfrm>
                <a:off x="8793998" y="1608842"/>
                <a:ext cx="57485" cy="34508"/>
              </a:xfrm>
              <a:custGeom>
                <a:avLst/>
                <a:gdLst>
                  <a:gd name="connsiteX0" fmla="*/ 95156 w 190405"/>
                  <a:gd name="connsiteY0" fmla="*/ 114300 h 114300"/>
                  <a:gd name="connsiteX1" fmla="*/ 76106 w 190405"/>
                  <a:gd name="connsiteY1" fmla="*/ 95536 h 114300"/>
                  <a:gd name="connsiteX2" fmla="*/ 76106 w 190405"/>
                  <a:gd name="connsiteY2" fmla="*/ 95536 h 114300"/>
                  <a:gd name="connsiteX3" fmla="*/ 76106 w 190405"/>
                  <a:gd name="connsiteY3" fmla="*/ 95536 h 114300"/>
                  <a:gd name="connsiteX4" fmla="*/ 76106 w 190405"/>
                  <a:gd name="connsiteY4" fmla="*/ 95536 h 114300"/>
                  <a:gd name="connsiteX5" fmla="*/ 76106 w 190405"/>
                  <a:gd name="connsiteY5" fmla="*/ 95441 h 114300"/>
                  <a:gd name="connsiteX6" fmla="*/ 76106 w 190405"/>
                  <a:gd name="connsiteY6" fmla="*/ 95345 h 114300"/>
                  <a:gd name="connsiteX7" fmla="*/ 76106 w 190405"/>
                  <a:gd name="connsiteY7" fmla="*/ 95345 h 114300"/>
                  <a:gd name="connsiteX8" fmla="*/ 76106 w 190405"/>
                  <a:gd name="connsiteY8" fmla="*/ 95250 h 114300"/>
                  <a:gd name="connsiteX9" fmla="*/ 18860 w 190405"/>
                  <a:gd name="connsiteY9" fmla="*/ 38100 h 114300"/>
                  <a:gd name="connsiteX10" fmla="*/ 1 w 190405"/>
                  <a:gd name="connsiteY10" fmla="*/ 18955 h 114300"/>
                  <a:gd name="connsiteX11" fmla="*/ 18956 w 190405"/>
                  <a:gd name="connsiteY11" fmla="*/ 0 h 114300"/>
                  <a:gd name="connsiteX12" fmla="*/ 95441 w 190405"/>
                  <a:gd name="connsiteY12" fmla="*/ 35243 h 114300"/>
                  <a:gd name="connsiteX13" fmla="*/ 171356 w 190405"/>
                  <a:gd name="connsiteY13" fmla="*/ 0 h 114300"/>
                  <a:gd name="connsiteX14" fmla="*/ 190406 w 190405"/>
                  <a:gd name="connsiteY14" fmla="*/ 19050 h 114300"/>
                  <a:gd name="connsiteX15" fmla="*/ 171356 w 190405"/>
                  <a:gd name="connsiteY15" fmla="*/ 38100 h 114300"/>
                  <a:gd name="connsiteX16" fmla="*/ 114206 w 190405"/>
                  <a:gd name="connsiteY16" fmla="*/ 95345 h 114300"/>
                  <a:gd name="connsiteX17" fmla="*/ 95156 w 190405"/>
                  <a:gd name="connsiteY17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0405" h="114300">
                    <a:moveTo>
                      <a:pt x="95156" y="114300"/>
                    </a:moveTo>
                    <a:cubicBezTo>
                      <a:pt x="84678" y="114300"/>
                      <a:pt x="76296" y="105918"/>
                      <a:pt x="76106" y="95536"/>
                    </a:cubicBezTo>
                    <a:cubicBezTo>
                      <a:pt x="76106" y="95536"/>
                      <a:pt x="76106" y="95536"/>
                      <a:pt x="76106" y="95536"/>
                    </a:cubicBezTo>
                    <a:lnTo>
                      <a:pt x="76106" y="95536"/>
                    </a:lnTo>
                    <a:lnTo>
                      <a:pt x="76106" y="95536"/>
                    </a:lnTo>
                    <a:cubicBezTo>
                      <a:pt x="76106" y="95536"/>
                      <a:pt x="76106" y="95441"/>
                      <a:pt x="76106" y="95441"/>
                    </a:cubicBezTo>
                    <a:cubicBezTo>
                      <a:pt x="76106" y="95441"/>
                      <a:pt x="76106" y="95441"/>
                      <a:pt x="76106" y="95345"/>
                    </a:cubicBezTo>
                    <a:lnTo>
                      <a:pt x="76106" y="95345"/>
                    </a:lnTo>
                    <a:cubicBezTo>
                      <a:pt x="76106" y="95345"/>
                      <a:pt x="76106" y="95345"/>
                      <a:pt x="76106" y="95250"/>
                    </a:cubicBezTo>
                    <a:cubicBezTo>
                      <a:pt x="76106" y="41434"/>
                      <a:pt x="28385" y="38195"/>
                      <a:pt x="18860" y="38100"/>
                    </a:cubicBezTo>
                    <a:cubicBezTo>
                      <a:pt x="8383" y="38005"/>
                      <a:pt x="-94" y="29432"/>
                      <a:pt x="1" y="18955"/>
                    </a:cubicBezTo>
                    <a:cubicBezTo>
                      <a:pt x="1" y="8477"/>
                      <a:pt x="8478" y="0"/>
                      <a:pt x="18956" y="0"/>
                    </a:cubicBezTo>
                    <a:cubicBezTo>
                      <a:pt x="40482" y="0"/>
                      <a:pt x="74391" y="8477"/>
                      <a:pt x="95441" y="35243"/>
                    </a:cubicBezTo>
                    <a:cubicBezTo>
                      <a:pt x="109824" y="15621"/>
                      <a:pt x="133637" y="0"/>
                      <a:pt x="171356" y="0"/>
                    </a:cubicBezTo>
                    <a:cubicBezTo>
                      <a:pt x="181928" y="0"/>
                      <a:pt x="190406" y="8572"/>
                      <a:pt x="190406" y="19050"/>
                    </a:cubicBezTo>
                    <a:cubicBezTo>
                      <a:pt x="190406" y="29528"/>
                      <a:pt x="181928" y="38100"/>
                      <a:pt x="171356" y="38100"/>
                    </a:cubicBezTo>
                    <a:cubicBezTo>
                      <a:pt x="117635" y="38100"/>
                      <a:pt x="114301" y="85725"/>
                      <a:pt x="114206" y="95345"/>
                    </a:cubicBezTo>
                    <a:cubicBezTo>
                      <a:pt x="114110" y="105823"/>
                      <a:pt x="105633" y="114300"/>
                      <a:pt x="95156" y="114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grpSp>
            <p:nvGrpSpPr>
              <p:cNvPr id="399" name="Graphic 112">
                <a:extLst>
                  <a:ext uri="{FF2B5EF4-FFF2-40B4-BE49-F238E27FC236}">
                    <a16:creationId xmlns:a16="http://schemas.microsoft.com/office/drawing/2014/main" id="{D8C45123-A102-477F-BB7C-D7CF8DACCDCB}"/>
                  </a:ext>
                </a:extLst>
              </p:cNvPr>
              <p:cNvGrpSpPr/>
              <p:nvPr/>
            </p:nvGrpSpPr>
            <p:grpSpPr>
              <a:xfrm>
                <a:off x="8721129" y="1723948"/>
                <a:ext cx="249205" cy="146665"/>
                <a:chOff x="5769006" y="3448315"/>
                <a:chExt cx="825436" cy="485795"/>
              </a:xfrm>
              <a:solidFill>
                <a:schemeClr val="accent3"/>
              </a:solidFill>
            </p:grpSpPr>
            <p:sp>
              <p:nvSpPr>
                <p:cNvPr id="400" name="Freeform: Shape 399">
                  <a:extLst>
                    <a:ext uri="{FF2B5EF4-FFF2-40B4-BE49-F238E27FC236}">
                      <a16:creationId xmlns:a16="http://schemas.microsoft.com/office/drawing/2014/main" id="{16B07012-CD72-43EE-930D-E5405C2E6580}"/>
                    </a:ext>
                  </a:extLst>
                </p:cNvPr>
                <p:cNvSpPr/>
                <p:nvPr/>
              </p:nvSpPr>
              <p:spPr>
                <a:xfrm>
                  <a:off x="5932836" y="3448335"/>
                  <a:ext cx="133540" cy="38100"/>
                </a:xfrm>
                <a:custGeom>
                  <a:avLst/>
                  <a:gdLst>
                    <a:gd name="connsiteX0" fmla="*/ 114491 w 133540"/>
                    <a:gd name="connsiteY0" fmla="*/ 38100 h 38100"/>
                    <a:gd name="connsiteX1" fmla="*/ 19050 w 133540"/>
                    <a:gd name="connsiteY1" fmla="*/ 38100 h 38100"/>
                    <a:gd name="connsiteX2" fmla="*/ 0 w 133540"/>
                    <a:gd name="connsiteY2" fmla="*/ 19050 h 38100"/>
                    <a:gd name="connsiteX3" fmla="*/ 19050 w 133540"/>
                    <a:gd name="connsiteY3" fmla="*/ 0 h 38100"/>
                    <a:gd name="connsiteX4" fmla="*/ 114491 w 133540"/>
                    <a:gd name="connsiteY4" fmla="*/ 0 h 38100"/>
                    <a:gd name="connsiteX5" fmla="*/ 133541 w 133540"/>
                    <a:gd name="connsiteY5" fmla="*/ 19050 h 38100"/>
                    <a:gd name="connsiteX6" fmla="*/ 114491 w 133540"/>
                    <a:gd name="connsiteY6" fmla="*/ 38100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3540" h="38100">
                      <a:moveTo>
                        <a:pt x="114491" y="38100"/>
                      </a:moveTo>
                      <a:lnTo>
                        <a:pt x="19050" y="38100"/>
                      </a:lnTo>
                      <a:cubicBezTo>
                        <a:pt x="8477" y="38100"/>
                        <a:pt x="0" y="29623"/>
                        <a:pt x="0" y="19050"/>
                      </a:cubicBezTo>
                      <a:cubicBezTo>
                        <a:pt x="0" y="8477"/>
                        <a:pt x="8477" y="0"/>
                        <a:pt x="19050" y="0"/>
                      </a:cubicBezTo>
                      <a:lnTo>
                        <a:pt x="114491" y="0"/>
                      </a:lnTo>
                      <a:cubicBezTo>
                        <a:pt x="125063" y="0"/>
                        <a:pt x="133541" y="8477"/>
                        <a:pt x="133541" y="19050"/>
                      </a:cubicBezTo>
                      <a:cubicBezTo>
                        <a:pt x="133541" y="29528"/>
                        <a:pt x="125063" y="38100"/>
                        <a:pt x="114491" y="381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grpSp>
              <p:nvGrpSpPr>
                <p:cNvPr id="401" name="Graphic 112">
                  <a:extLst>
                    <a:ext uri="{FF2B5EF4-FFF2-40B4-BE49-F238E27FC236}">
                      <a16:creationId xmlns:a16="http://schemas.microsoft.com/office/drawing/2014/main" id="{BFBA0155-2E30-49EA-8B54-ABF44ED36278}"/>
                    </a:ext>
                  </a:extLst>
                </p:cNvPr>
                <p:cNvGrpSpPr/>
                <p:nvPr/>
              </p:nvGrpSpPr>
              <p:grpSpPr>
                <a:xfrm>
                  <a:off x="5769006" y="3448315"/>
                  <a:ext cx="825436" cy="485795"/>
                  <a:chOff x="5769006" y="3448315"/>
                  <a:chExt cx="825436" cy="485795"/>
                </a:xfrm>
                <a:grpFill/>
              </p:grpSpPr>
              <p:sp>
                <p:nvSpPr>
                  <p:cNvPr id="402" name="Freeform: Shape 401">
                    <a:extLst>
                      <a:ext uri="{FF2B5EF4-FFF2-40B4-BE49-F238E27FC236}">
                        <a16:creationId xmlns:a16="http://schemas.microsoft.com/office/drawing/2014/main" id="{9B0BA4AA-B3CB-4DEA-8501-0AA3649FE16E}"/>
                      </a:ext>
                    </a:extLst>
                  </p:cNvPr>
                  <p:cNvSpPr/>
                  <p:nvPr/>
                </p:nvSpPr>
                <p:spPr>
                  <a:xfrm>
                    <a:off x="5912148" y="3538061"/>
                    <a:ext cx="431762" cy="252888"/>
                  </a:xfrm>
                  <a:custGeom>
                    <a:avLst/>
                    <a:gdLst>
                      <a:gd name="connsiteX0" fmla="*/ 269576 w 431762"/>
                      <a:gd name="connsiteY0" fmla="*/ 252889 h 252888"/>
                      <a:gd name="connsiteX1" fmla="*/ 19069 w 431762"/>
                      <a:gd name="connsiteY1" fmla="*/ 252889 h 252888"/>
                      <a:gd name="connsiteX2" fmla="*/ 2876 w 431762"/>
                      <a:gd name="connsiteY2" fmla="*/ 243840 h 252888"/>
                      <a:gd name="connsiteX3" fmla="*/ 2019 w 431762"/>
                      <a:gd name="connsiteY3" fmla="*/ 225266 h 252888"/>
                      <a:gd name="connsiteX4" fmla="*/ 109366 w 431762"/>
                      <a:gd name="connsiteY4" fmla="*/ 10573 h 252888"/>
                      <a:gd name="connsiteX5" fmla="*/ 126416 w 431762"/>
                      <a:gd name="connsiteY5" fmla="*/ 0 h 252888"/>
                      <a:gd name="connsiteX6" fmla="*/ 412737 w 431762"/>
                      <a:gd name="connsiteY6" fmla="*/ 0 h 252888"/>
                      <a:gd name="connsiteX7" fmla="*/ 429501 w 431762"/>
                      <a:gd name="connsiteY7" fmla="*/ 10097 h 252888"/>
                      <a:gd name="connsiteX8" fmla="*/ 428549 w 431762"/>
                      <a:gd name="connsiteY8" fmla="*/ 29623 h 252888"/>
                      <a:gd name="connsiteX9" fmla="*/ 285388 w 431762"/>
                      <a:gd name="connsiteY9" fmla="*/ 244412 h 252888"/>
                      <a:gd name="connsiteX10" fmla="*/ 269576 w 431762"/>
                      <a:gd name="connsiteY10" fmla="*/ 252889 h 252888"/>
                      <a:gd name="connsiteX11" fmla="*/ 49835 w 431762"/>
                      <a:gd name="connsiteY11" fmla="*/ 214789 h 252888"/>
                      <a:gd name="connsiteX12" fmla="*/ 259385 w 431762"/>
                      <a:gd name="connsiteY12" fmla="*/ 214789 h 252888"/>
                      <a:gd name="connsiteX13" fmla="*/ 377114 w 431762"/>
                      <a:gd name="connsiteY13" fmla="*/ 38195 h 252888"/>
                      <a:gd name="connsiteX14" fmla="*/ 138227 w 431762"/>
                      <a:gd name="connsiteY14" fmla="*/ 38195 h 252888"/>
                      <a:gd name="connsiteX15" fmla="*/ 49835 w 431762"/>
                      <a:gd name="connsiteY15" fmla="*/ 214789 h 2528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431762" h="252888">
                        <a:moveTo>
                          <a:pt x="269576" y="252889"/>
                        </a:moveTo>
                        <a:lnTo>
                          <a:pt x="19069" y="252889"/>
                        </a:lnTo>
                        <a:cubicBezTo>
                          <a:pt x="12497" y="252889"/>
                          <a:pt x="6305" y="249460"/>
                          <a:pt x="2876" y="243840"/>
                        </a:cubicBezTo>
                        <a:cubicBezTo>
                          <a:pt x="-648" y="238220"/>
                          <a:pt x="-934" y="231172"/>
                          <a:pt x="2019" y="225266"/>
                        </a:cubicBezTo>
                        <a:lnTo>
                          <a:pt x="109366" y="10573"/>
                        </a:lnTo>
                        <a:cubicBezTo>
                          <a:pt x="112604" y="4096"/>
                          <a:pt x="119177" y="0"/>
                          <a:pt x="126416" y="0"/>
                        </a:cubicBezTo>
                        <a:lnTo>
                          <a:pt x="412737" y="0"/>
                        </a:lnTo>
                        <a:cubicBezTo>
                          <a:pt x="419786" y="0"/>
                          <a:pt x="426263" y="3905"/>
                          <a:pt x="429501" y="10097"/>
                        </a:cubicBezTo>
                        <a:cubicBezTo>
                          <a:pt x="432835" y="16288"/>
                          <a:pt x="432454" y="23813"/>
                          <a:pt x="428549" y="29623"/>
                        </a:cubicBezTo>
                        <a:lnTo>
                          <a:pt x="285388" y="244412"/>
                        </a:lnTo>
                        <a:cubicBezTo>
                          <a:pt x="281864" y="249746"/>
                          <a:pt x="275958" y="252889"/>
                          <a:pt x="269576" y="252889"/>
                        </a:cubicBezTo>
                        <a:close/>
                        <a:moveTo>
                          <a:pt x="49835" y="214789"/>
                        </a:moveTo>
                        <a:lnTo>
                          <a:pt x="259385" y="214789"/>
                        </a:lnTo>
                        <a:lnTo>
                          <a:pt x="377114" y="38195"/>
                        </a:lnTo>
                        <a:lnTo>
                          <a:pt x="138227" y="38195"/>
                        </a:lnTo>
                        <a:lnTo>
                          <a:pt x="49835" y="214789"/>
                        </a:ln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403" name="Freeform: Shape 402">
                    <a:extLst>
                      <a:ext uri="{FF2B5EF4-FFF2-40B4-BE49-F238E27FC236}">
                        <a16:creationId xmlns:a16="http://schemas.microsoft.com/office/drawing/2014/main" id="{7CC3810D-47DD-4DA6-A726-33B979737E94}"/>
                      </a:ext>
                    </a:extLst>
                  </p:cNvPr>
                  <p:cNvSpPr/>
                  <p:nvPr/>
                </p:nvSpPr>
                <p:spPr>
                  <a:xfrm>
                    <a:off x="5968630" y="3448315"/>
                    <a:ext cx="232070" cy="342634"/>
                  </a:xfrm>
                  <a:custGeom>
                    <a:avLst/>
                    <a:gdLst>
                      <a:gd name="connsiteX0" fmla="*/ 213095 w 232070"/>
                      <a:gd name="connsiteY0" fmla="*/ 342635 h 342634"/>
                      <a:gd name="connsiteX1" fmla="*/ 196998 w 232070"/>
                      <a:gd name="connsiteY1" fmla="*/ 333777 h 342634"/>
                      <a:gd name="connsiteX2" fmla="*/ 2973 w 232070"/>
                      <a:gd name="connsiteY2" fmla="*/ 29262 h 342634"/>
                      <a:gd name="connsiteX3" fmla="*/ 8784 w 232070"/>
                      <a:gd name="connsiteY3" fmla="*/ 2973 h 342634"/>
                      <a:gd name="connsiteX4" fmla="*/ 35073 w 232070"/>
                      <a:gd name="connsiteY4" fmla="*/ 8784 h 342634"/>
                      <a:gd name="connsiteX5" fmla="*/ 229097 w 232070"/>
                      <a:gd name="connsiteY5" fmla="*/ 313298 h 342634"/>
                      <a:gd name="connsiteX6" fmla="*/ 223287 w 232070"/>
                      <a:gd name="connsiteY6" fmla="*/ 339587 h 342634"/>
                      <a:gd name="connsiteX7" fmla="*/ 213095 w 232070"/>
                      <a:gd name="connsiteY7" fmla="*/ 342635 h 3426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32070" h="342634">
                        <a:moveTo>
                          <a:pt x="213095" y="342635"/>
                        </a:moveTo>
                        <a:cubicBezTo>
                          <a:pt x="206808" y="342635"/>
                          <a:pt x="200617" y="339492"/>
                          <a:pt x="196998" y="333777"/>
                        </a:cubicBezTo>
                        <a:lnTo>
                          <a:pt x="2973" y="29262"/>
                        </a:lnTo>
                        <a:cubicBezTo>
                          <a:pt x="-2646" y="20404"/>
                          <a:pt x="-75" y="8593"/>
                          <a:pt x="8784" y="2973"/>
                        </a:cubicBezTo>
                        <a:cubicBezTo>
                          <a:pt x="17642" y="-2646"/>
                          <a:pt x="29453" y="-75"/>
                          <a:pt x="35073" y="8784"/>
                        </a:cubicBezTo>
                        <a:lnTo>
                          <a:pt x="229097" y="313298"/>
                        </a:lnTo>
                        <a:cubicBezTo>
                          <a:pt x="234717" y="322156"/>
                          <a:pt x="232145" y="333967"/>
                          <a:pt x="223287" y="339587"/>
                        </a:cubicBezTo>
                        <a:cubicBezTo>
                          <a:pt x="220143" y="341682"/>
                          <a:pt x="216619" y="342635"/>
                          <a:pt x="213095" y="342635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404" name="Freeform: Shape 403">
                    <a:extLst>
                      <a:ext uri="{FF2B5EF4-FFF2-40B4-BE49-F238E27FC236}">
                        <a16:creationId xmlns:a16="http://schemas.microsoft.com/office/drawing/2014/main" id="{EDA1C3E8-D05F-4B3B-A25D-54A1FF3F5635}"/>
                      </a:ext>
                    </a:extLst>
                  </p:cNvPr>
                  <p:cNvSpPr/>
                  <p:nvPr/>
                </p:nvSpPr>
                <p:spPr>
                  <a:xfrm>
                    <a:off x="6198489" y="3466528"/>
                    <a:ext cx="252882" cy="324421"/>
                  </a:xfrm>
                  <a:custGeom>
                    <a:avLst/>
                    <a:gdLst>
                      <a:gd name="connsiteX0" fmla="*/ 233744 w 252882"/>
                      <a:gd name="connsiteY0" fmla="*/ 324422 h 324421"/>
                      <a:gd name="connsiteX1" fmla="*/ 216694 w 252882"/>
                      <a:gd name="connsiteY1" fmla="*/ 313849 h 324421"/>
                      <a:gd name="connsiteX2" fmla="*/ 78867 w 252882"/>
                      <a:gd name="connsiteY2" fmla="*/ 38100 h 324421"/>
                      <a:gd name="connsiteX3" fmla="*/ 19050 w 252882"/>
                      <a:gd name="connsiteY3" fmla="*/ 38100 h 324421"/>
                      <a:gd name="connsiteX4" fmla="*/ 0 w 252882"/>
                      <a:gd name="connsiteY4" fmla="*/ 19050 h 324421"/>
                      <a:gd name="connsiteX5" fmla="*/ 19050 w 252882"/>
                      <a:gd name="connsiteY5" fmla="*/ 0 h 324421"/>
                      <a:gd name="connsiteX6" fmla="*/ 90678 w 252882"/>
                      <a:gd name="connsiteY6" fmla="*/ 0 h 324421"/>
                      <a:gd name="connsiteX7" fmla="*/ 107728 w 252882"/>
                      <a:gd name="connsiteY7" fmla="*/ 10573 h 324421"/>
                      <a:gd name="connsiteX8" fmla="*/ 250888 w 252882"/>
                      <a:gd name="connsiteY8" fmla="*/ 296894 h 324421"/>
                      <a:gd name="connsiteX9" fmla="*/ 242411 w 252882"/>
                      <a:gd name="connsiteY9" fmla="*/ 322421 h 324421"/>
                      <a:gd name="connsiteX10" fmla="*/ 233744 w 252882"/>
                      <a:gd name="connsiteY10" fmla="*/ 324422 h 324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52882" h="324421">
                        <a:moveTo>
                          <a:pt x="233744" y="324422"/>
                        </a:moveTo>
                        <a:cubicBezTo>
                          <a:pt x="226790" y="324422"/>
                          <a:pt x="220027" y="320612"/>
                          <a:pt x="216694" y="313849"/>
                        </a:cubicBezTo>
                        <a:lnTo>
                          <a:pt x="78867" y="38100"/>
                        </a:lnTo>
                        <a:lnTo>
                          <a:pt x="19050" y="38100"/>
                        </a:lnTo>
                        <a:cubicBezTo>
                          <a:pt x="8477" y="38100"/>
                          <a:pt x="0" y="29623"/>
                          <a:pt x="0" y="19050"/>
                        </a:cubicBezTo>
                        <a:cubicBezTo>
                          <a:pt x="0" y="8477"/>
                          <a:pt x="8477" y="0"/>
                          <a:pt x="19050" y="0"/>
                        </a:cubicBezTo>
                        <a:lnTo>
                          <a:pt x="90678" y="0"/>
                        </a:lnTo>
                        <a:cubicBezTo>
                          <a:pt x="97917" y="0"/>
                          <a:pt x="104489" y="4096"/>
                          <a:pt x="107728" y="10573"/>
                        </a:cubicBezTo>
                        <a:lnTo>
                          <a:pt x="250888" y="296894"/>
                        </a:lnTo>
                        <a:cubicBezTo>
                          <a:pt x="255556" y="306324"/>
                          <a:pt x="251746" y="317754"/>
                          <a:pt x="242411" y="322421"/>
                        </a:cubicBezTo>
                        <a:cubicBezTo>
                          <a:pt x="239554" y="323755"/>
                          <a:pt x="236696" y="324422"/>
                          <a:pt x="233744" y="324422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405" name="Freeform: Shape 404">
                    <a:extLst>
                      <a:ext uri="{FF2B5EF4-FFF2-40B4-BE49-F238E27FC236}">
                        <a16:creationId xmlns:a16="http://schemas.microsoft.com/office/drawing/2014/main" id="{81633DA0-995E-4F28-956F-6380C6AE9612}"/>
                      </a:ext>
                    </a:extLst>
                  </p:cNvPr>
                  <p:cNvSpPr/>
                  <p:nvPr/>
                </p:nvSpPr>
                <p:spPr>
                  <a:xfrm>
                    <a:off x="6377368" y="3717035"/>
                    <a:ext cx="109727" cy="109728"/>
                  </a:xfrm>
                  <a:custGeom>
                    <a:avLst/>
                    <a:gdLst>
                      <a:gd name="connsiteX0" fmla="*/ 54864 w 109727"/>
                      <a:gd name="connsiteY0" fmla="*/ 109728 h 109728"/>
                      <a:gd name="connsiteX1" fmla="*/ 0 w 109727"/>
                      <a:gd name="connsiteY1" fmla="*/ 54864 h 109728"/>
                      <a:gd name="connsiteX2" fmla="*/ 54864 w 109727"/>
                      <a:gd name="connsiteY2" fmla="*/ 0 h 109728"/>
                      <a:gd name="connsiteX3" fmla="*/ 109728 w 109727"/>
                      <a:gd name="connsiteY3" fmla="*/ 54864 h 109728"/>
                      <a:gd name="connsiteX4" fmla="*/ 54864 w 109727"/>
                      <a:gd name="connsiteY4" fmla="*/ 109728 h 109728"/>
                      <a:gd name="connsiteX5" fmla="*/ 54864 w 109727"/>
                      <a:gd name="connsiteY5" fmla="*/ 38100 h 109728"/>
                      <a:gd name="connsiteX6" fmla="*/ 38100 w 109727"/>
                      <a:gd name="connsiteY6" fmla="*/ 54864 h 109728"/>
                      <a:gd name="connsiteX7" fmla="*/ 54864 w 109727"/>
                      <a:gd name="connsiteY7" fmla="*/ 71628 h 109728"/>
                      <a:gd name="connsiteX8" fmla="*/ 71628 w 109727"/>
                      <a:gd name="connsiteY8" fmla="*/ 54864 h 109728"/>
                      <a:gd name="connsiteX9" fmla="*/ 54864 w 109727"/>
                      <a:gd name="connsiteY9" fmla="*/ 38100 h 1097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9727" h="109728">
                        <a:moveTo>
                          <a:pt x="54864" y="109728"/>
                        </a:moveTo>
                        <a:cubicBezTo>
                          <a:pt x="24670" y="109728"/>
                          <a:pt x="0" y="85154"/>
                          <a:pt x="0" y="54864"/>
                        </a:cubicBezTo>
                        <a:cubicBezTo>
                          <a:pt x="0" y="24575"/>
                          <a:pt x="24575" y="0"/>
                          <a:pt x="54864" y="0"/>
                        </a:cubicBezTo>
                        <a:cubicBezTo>
                          <a:pt x="85154" y="0"/>
                          <a:pt x="109728" y="24575"/>
                          <a:pt x="109728" y="54864"/>
                        </a:cubicBezTo>
                        <a:cubicBezTo>
                          <a:pt x="109728" y="85154"/>
                          <a:pt x="85154" y="109728"/>
                          <a:pt x="54864" y="109728"/>
                        </a:cubicBezTo>
                        <a:close/>
                        <a:moveTo>
                          <a:pt x="54864" y="38100"/>
                        </a:moveTo>
                        <a:cubicBezTo>
                          <a:pt x="45625" y="38100"/>
                          <a:pt x="38100" y="45625"/>
                          <a:pt x="38100" y="54864"/>
                        </a:cubicBezTo>
                        <a:cubicBezTo>
                          <a:pt x="38100" y="64103"/>
                          <a:pt x="45625" y="71628"/>
                          <a:pt x="54864" y="71628"/>
                        </a:cubicBezTo>
                        <a:cubicBezTo>
                          <a:pt x="64103" y="71628"/>
                          <a:pt x="71628" y="64103"/>
                          <a:pt x="71628" y="54864"/>
                        </a:cubicBezTo>
                        <a:cubicBezTo>
                          <a:pt x="71628" y="45625"/>
                          <a:pt x="64103" y="38100"/>
                          <a:pt x="54864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406" name="Freeform: Shape 405">
                    <a:extLst>
                      <a:ext uri="{FF2B5EF4-FFF2-40B4-BE49-F238E27FC236}">
                        <a16:creationId xmlns:a16="http://schemas.microsoft.com/office/drawing/2014/main" id="{D544FEFA-BE4E-41D0-9D91-125716EEB5E8}"/>
                      </a:ext>
                    </a:extLst>
                  </p:cNvPr>
                  <p:cNvSpPr/>
                  <p:nvPr/>
                </p:nvSpPr>
                <p:spPr>
                  <a:xfrm>
                    <a:off x="5876353" y="3717035"/>
                    <a:ext cx="109728" cy="109728"/>
                  </a:xfrm>
                  <a:custGeom>
                    <a:avLst/>
                    <a:gdLst>
                      <a:gd name="connsiteX0" fmla="*/ 54864 w 109728"/>
                      <a:gd name="connsiteY0" fmla="*/ 109728 h 109728"/>
                      <a:gd name="connsiteX1" fmla="*/ 0 w 109728"/>
                      <a:gd name="connsiteY1" fmla="*/ 54864 h 109728"/>
                      <a:gd name="connsiteX2" fmla="*/ 54864 w 109728"/>
                      <a:gd name="connsiteY2" fmla="*/ 0 h 109728"/>
                      <a:gd name="connsiteX3" fmla="*/ 109728 w 109728"/>
                      <a:gd name="connsiteY3" fmla="*/ 54864 h 109728"/>
                      <a:gd name="connsiteX4" fmla="*/ 54864 w 109728"/>
                      <a:gd name="connsiteY4" fmla="*/ 109728 h 109728"/>
                      <a:gd name="connsiteX5" fmla="*/ 54864 w 109728"/>
                      <a:gd name="connsiteY5" fmla="*/ 38100 h 109728"/>
                      <a:gd name="connsiteX6" fmla="*/ 38100 w 109728"/>
                      <a:gd name="connsiteY6" fmla="*/ 54864 h 109728"/>
                      <a:gd name="connsiteX7" fmla="*/ 54864 w 109728"/>
                      <a:gd name="connsiteY7" fmla="*/ 71628 h 109728"/>
                      <a:gd name="connsiteX8" fmla="*/ 71628 w 109728"/>
                      <a:gd name="connsiteY8" fmla="*/ 54864 h 109728"/>
                      <a:gd name="connsiteX9" fmla="*/ 54864 w 109728"/>
                      <a:gd name="connsiteY9" fmla="*/ 38100 h 1097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9728" h="109728">
                        <a:moveTo>
                          <a:pt x="54864" y="109728"/>
                        </a:moveTo>
                        <a:cubicBezTo>
                          <a:pt x="24575" y="109728"/>
                          <a:pt x="0" y="85154"/>
                          <a:pt x="0" y="54864"/>
                        </a:cubicBezTo>
                        <a:cubicBezTo>
                          <a:pt x="0" y="24575"/>
                          <a:pt x="24575" y="0"/>
                          <a:pt x="54864" y="0"/>
                        </a:cubicBezTo>
                        <a:cubicBezTo>
                          <a:pt x="85154" y="0"/>
                          <a:pt x="109728" y="24575"/>
                          <a:pt x="109728" y="54864"/>
                        </a:cubicBezTo>
                        <a:cubicBezTo>
                          <a:pt x="109728" y="85154"/>
                          <a:pt x="85058" y="109728"/>
                          <a:pt x="54864" y="109728"/>
                        </a:cubicBezTo>
                        <a:close/>
                        <a:moveTo>
                          <a:pt x="54864" y="38100"/>
                        </a:moveTo>
                        <a:cubicBezTo>
                          <a:pt x="45625" y="38100"/>
                          <a:pt x="38100" y="45625"/>
                          <a:pt x="38100" y="54864"/>
                        </a:cubicBezTo>
                        <a:cubicBezTo>
                          <a:pt x="38100" y="64103"/>
                          <a:pt x="45625" y="71628"/>
                          <a:pt x="54864" y="71628"/>
                        </a:cubicBezTo>
                        <a:cubicBezTo>
                          <a:pt x="64103" y="71628"/>
                          <a:pt x="71628" y="64103"/>
                          <a:pt x="71628" y="54864"/>
                        </a:cubicBezTo>
                        <a:cubicBezTo>
                          <a:pt x="71533" y="45625"/>
                          <a:pt x="64008" y="38100"/>
                          <a:pt x="54864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407" name="Freeform: Shape 406">
                    <a:extLst>
                      <a:ext uri="{FF2B5EF4-FFF2-40B4-BE49-F238E27FC236}">
                        <a16:creationId xmlns:a16="http://schemas.microsoft.com/office/drawing/2014/main" id="{E60ADB35-DAA0-44C7-BB02-2EA9F6EF1E58}"/>
                      </a:ext>
                    </a:extLst>
                  </p:cNvPr>
                  <p:cNvSpPr/>
                  <p:nvPr/>
                </p:nvSpPr>
                <p:spPr>
                  <a:xfrm>
                    <a:off x="6270021" y="3609689"/>
                    <a:ext cx="324421" cy="324421"/>
                  </a:xfrm>
                  <a:custGeom>
                    <a:avLst/>
                    <a:gdLst>
                      <a:gd name="connsiteX0" fmla="*/ 162211 w 324421"/>
                      <a:gd name="connsiteY0" fmla="*/ 324421 h 324421"/>
                      <a:gd name="connsiteX1" fmla="*/ 0 w 324421"/>
                      <a:gd name="connsiteY1" fmla="*/ 162211 h 324421"/>
                      <a:gd name="connsiteX2" fmla="*/ 162211 w 324421"/>
                      <a:gd name="connsiteY2" fmla="*/ 0 h 324421"/>
                      <a:gd name="connsiteX3" fmla="*/ 324422 w 324421"/>
                      <a:gd name="connsiteY3" fmla="*/ 162211 h 324421"/>
                      <a:gd name="connsiteX4" fmla="*/ 162211 w 324421"/>
                      <a:gd name="connsiteY4" fmla="*/ 324421 h 324421"/>
                      <a:gd name="connsiteX5" fmla="*/ 162211 w 324421"/>
                      <a:gd name="connsiteY5" fmla="*/ 38100 h 324421"/>
                      <a:gd name="connsiteX6" fmla="*/ 38100 w 324421"/>
                      <a:gd name="connsiteY6" fmla="*/ 162211 h 324421"/>
                      <a:gd name="connsiteX7" fmla="*/ 162211 w 324421"/>
                      <a:gd name="connsiteY7" fmla="*/ 286321 h 324421"/>
                      <a:gd name="connsiteX8" fmla="*/ 286322 w 324421"/>
                      <a:gd name="connsiteY8" fmla="*/ 162211 h 324421"/>
                      <a:gd name="connsiteX9" fmla="*/ 162211 w 324421"/>
                      <a:gd name="connsiteY9" fmla="*/ 38100 h 324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24421" h="324421">
                        <a:moveTo>
                          <a:pt x="162211" y="324421"/>
                        </a:moveTo>
                        <a:cubicBezTo>
                          <a:pt x="72771" y="324421"/>
                          <a:pt x="0" y="251650"/>
                          <a:pt x="0" y="162211"/>
                        </a:cubicBezTo>
                        <a:cubicBezTo>
                          <a:pt x="0" y="72771"/>
                          <a:pt x="72771" y="0"/>
                          <a:pt x="162211" y="0"/>
                        </a:cubicBezTo>
                        <a:cubicBezTo>
                          <a:pt x="251651" y="0"/>
                          <a:pt x="324422" y="72771"/>
                          <a:pt x="324422" y="162211"/>
                        </a:cubicBezTo>
                        <a:cubicBezTo>
                          <a:pt x="324422" y="251650"/>
                          <a:pt x="251651" y="324421"/>
                          <a:pt x="162211" y="324421"/>
                        </a:cubicBezTo>
                        <a:close/>
                        <a:moveTo>
                          <a:pt x="162211" y="38100"/>
                        </a:moveTo>
                        <a:cubicBezTo>
                          <a:pt x="93821" y="38100"/>
                          <a:pt x="38100" y="93821"/>
                          <a:pt x="38100" y="162211"/>
                        </a:cubicBezTo>
                        <a:cubicBezTo>
                          <a:pt x="38100" y="230696"/>
                          <a:pt x="93821" y="286321"/>
                          <a:pt x="162211" y="286321"/>
                        </a:cubicBezTo>
                        <a:cubicBezTo>
                          <a:pt x="230600" y="286321"/>
                          <a:pt x="286322" y="230600"/>
                          <a:pt x="286322" y="162211"/>
                        </a:cubicBezTo>
                        <a:cubicBezTo>
                          <a:pt x="286322" y="93726"/>
                          <a:pt x="230696" y="38100"/>
                          <a:pt x="162211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408" name="Freeform: Shape 407">
                    <a:extLst>
                      <a:ext uri="{FF2B5EF4-FFF2-40B4-BE49-F238E27FC236}">
                        <a16:creationId xmlns:a16="http://schemas.microsoft.com/office/drawing/2014/main" id="{441EA60A-E825-4101-8A15-281323574940}"/>
                      </a:ext>
                    </a:extLst>
                  </p:cNvPr>
                  <p:cNvSpPr/>
                  <p:nvPr/>
                </p:nvSpPr>
                <p:spPr>
                  <a:xfrm>
                    <a:off x="5769006" y="3609689"/>
                    <a:ext cx="324421" cy="324421"/>
                  </a:xfrm>
                  <a:custGeom>
                    <a:avLst/>
                    <a:gdLst>
                      <a:gd name="connsiteX0" fmla="*/ 162211 w 324421"/>
                      <a:gd name="connsiteY0" fmla="*/ 324421 h 324421"/>
                      <a:gd name="connsiteX1" fmla="*/ 0 w 324421"/>
                      <a:gd name="connsiteY1" fmla="*/ 162211 h 324421"/>
                      <a:gd name="connsiteX2" fmla="*/ 162211 w 324421"/>
                      <a:gd name="connsiteY2" fmla="*/ 0 h 324421"/>
                      <a:gd name="connsiteX3" fmla="*/ 324422 w 324421"/>
                      <a:gd name="connsiteY3" fmla="*/ 162211 h 324421"/>
                      <a:gd name="connsiteX4" fmla="*/ 162211 w 324421"/>
                      <a:gd name="connsiteY4" fmla="*/ 324421 h 324421"/>
                      <a:gd name="connsiteX5" fmla="*/ 162211 w 324421"/>
                      <a:gd name="connsiteY5" fmla="*/ 38100 h 324421"/>
                      <a:gd name="connsiteX6" fmla="*/ 38100 w 324421"/>
                      <a:gd name="connsiteY6" fmla="*/ 162211 h 324421"/>
                      <a:gd name="connsiteX7" fmla="*/ 162211 w 324421"/>
                      <a:gd name="connsiteY7" fmla="*/ 286321 h 324421"/>
                      <a:gd name="connsiteX8" fmla="*/ 286322 w 324421"/>
                      <a:gd name="connsiteY8" fmla="*/ 162211 h 324421"/>
                      <a:gd name="connsiteX9" fmla="*/ 162211 w 324421"/>
                      <a:gd name="connsiteY9" fmla="*/ 38100 h 324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24421" h="324421">
                        <a:moveTo>
                          <a:pt x="162211" y="324421"/>
                        </a:moveTo>
                        <a:cubicBezTo>
                          <a:pt x="72771" y="324421"/>
                          <a:pt x="0" y="251650"/>
                          <a:pt x="0" y="162211"/>
                        </a:cubicBezTo>
                        <a:cubicBezTo>
                          <a:pt x="0" y="72771"/>
                          <a:pt x="72676" y="0"/>
                          <a:pt x="162211" y="0"/>
                        </a:cubicBezTo>
                        <a:cubicBezTo>
                          <a:pt x="251650" y="0"/>
                          <a:pt x="324422" y="72771"/>
                          <a:pt x="324422" y="162211"/>
                        </a:cubicBezTo>
                        <a:cubicBezTo>
                          <a:pt x="324422" y="251650"/>
                          <a:pt x="251650" y="324421"/>
                          <a:pt x="162211" y="324421"/>
                        </a:cubicBezTo>
                        <a:close/>
                        <a:moveTo>
                          <a:pt x="162211" y="38100"/>
                        </a:moveTo>
                        <a:cubicBezTo>
                          <a:pt x="93726" y="38100"/>
                          <a:pt x="38100" y="93821"/>
                          <a:pt x="38100" y="162211"/>
                        </a:cubicBezTo>
                        <a:cubicBezTo>
                          <a:pt x="38100" y="230696"/>
                          <a:pt x="93821" y="286321"/>
                          <a:pt x="162211" y="286321"/>
                        </a:cubicBezTo>
                        <a:cubicBezTo>
                          <a:pt x="230696" y="286321"/>
                          <a:pt x="286322" y="230600"/>
                          <a:pt x="286322" y="162211"/>
                        </a:cubicBezTo>
                        <a:cubicBezTo>
                          <a:pt x="286322" y="93726"/>
                          <a:pt x="230600" y="38100"/>
                          <a:pt x="162211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</p:grpSp>
          </p:grpSp>
        </p:grpSp>
        <p:grpSp>
          <p:nvGrpSpPr>
            <p:cNvPr id="381" name="Group 380">
              <a:extLst>
                <a:ext uri="{FF2B5EF4-FFF2-40B4-BE49-F238E27FC236}">
                  <a16:creationId xmlns:a16="http://schemas.microsoft.com/office/drawing/2014/main" id="{807CF64B-80D5-4FE0-A42C-D0DE9982623B}"/>
                </a:ext>
              </a:extLst>
            </p:cNvPr>
            <p:cNvGrpSpPr/>
            <p:nvPr/>
          </p:nvGrpSpPr>
          <p:grpSpPr>
            <a:xfrm>
              <a:off x="8502654" y="5607292"/>
              <a:ext cx="263476" cy="225927"/>
              <a:chOff x="9230360" y="2173322"/>
              <a:chExt cx="263476" cy="225927"/>
            </a:xfrm>
          </p:grpSpPr>
          <p:sp>
            <p:nvSpPr>
              <p:cNvPr id="390" name="Freeform 125">
                <a:extLst>
                  <a:ext uri="{FF2B5EF4-FFF2-40B4-BE49-F238E27FC236}">
                    <a16:creationId xmlns:a16="http://schemas.microsoft.com/office/drawing/2014/main" id="{7CB0DF4C-C058-405B-B128-8AABD5C757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9818" y="2212780"/>
                <a:ext cx="183288" cy="186469"/>
              </a:xfrm>
              <a:custGeom>
                <a:avLst/>
                <a:gdLst>
                  <a:gd name="T0" fmla="*/ 288 w 288"/>
                  <a:gd name="T1" fmla="*/ 129 h 293"/>
                  <a:gd name="T2" fmla="*/ 145 w 288"/>
                  <a:gd name="T3" fmla="*/ 0 h 293"/>
                  <a:gd name="T4" fmla="*/ 145 w 288"/>
                  <a:gd name="T5" fmla="*/ 0 h 293"/>
                  <a:gd name="T6" fmla="*/ 145 w 288"/>
                  <a:gd name="T7" fmla="*/ 0 h 293"/>
                  <a:gd name="T8" fmla="*/ 145 w 288"/>
                  <a:gd name="T9" fmla="*/ 0 h 293"/>
                  <a:gd name="T10" fmla="*/ 0 w 288"/>
                  <a:gd name="T11" fmla="*/ 129 h 293"/>
                  <a:gd name="T12" fmla="*/ 0 w 288"/>
                  <a:gd name="T13" fmla="*/ 293 h 293"/>
                  <a:gd name="T14" fmla="*/ 107 w 288"/>
                  <a:gd name="T15" fmla="*/ 293 h 293"/>
                  <a:gd name="T16" fmla="*/ 107 w 288"/>
                  <a:gd name="T17" fmla="*/ 198 h 293"/>
                  <a:gd name="T18" fmla="*/ 180 w 288"/>
                  <a:gd name="T19" fmla="*/ 198 h 293"/>
                  <a:gd name="T20" fmla="*/ 180 w 288"/>
                  <a:gd name="T21" fmla="*/ 293 h 293"/>
                  <a:gd name="T22" fmla="*/ 288 w 288"/>
                  <a:gd name="T23" fmla="*/ 293 h 293"/>
                  <a:gd name="T24" fmla="*/ 288 w 288"/>
                  <a:gd name="T25" fmla="*/ 129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8" h="293">
                    <a:moveTo>
                      <a:pt x="288" y="129"/>
                    </a:move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0" y="129"/>
                    </a:lnTo>
                    <a:lnTo>
                      <a:pt x="0" y="293"/>
                    </a:lnTo>
                    <a:lnTo>
                      <a:pt x="107" y="293"/>
                    </a:lnTo>
                    <a:lnTo>
                      <a:pt x="107" y="198"/>
                    </a:lnTo>
                    <a:lnTo>
                      <a:pt x="180" y="198"/>
                    </a:lnTo>
                    <a:lnTo>
                      <a:pt x="180" y="293"/>
                    </a:lnTo>
                    <a:lnTo>
                      <a:pt x="288" y="293"/>
                    </a:lnTo>
                    <a:lnTo>
                      <a:pt x="288" y="129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391" name="Freeform 126">
                <a:extLst>
                  <a:ext uri="{FF2B5EF4-FFF2-40B4-BE49-F238E27FC236}">
                    <a16:creationId xmlns:a16="http://schemas.microsoft.com/office/drawing/2014/main" id="{3F05B40D-C4EC-414A-8BA5-D06D6FBCC2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0360" y="2173322"/>
                <a:ext cx="263476" cy="114554"/>
              </a:xfrm>
              <a:custGeom>
                <a:avLst/>
                <a:gdLst>
                  <a:gd name="T0" fmla="*/ 414 w 414"/>
                  <a:gd name="T1" fmla="*/ 180 h 180"/>
                  <a:gd name="T2" fmla="*/ 207 w 414"/>
                  <a:gd name="T3" fmla="*/ 0 h 180"/>
                  <a:gd name="T4" fmla="*/ 109 w 414"/>
                  <a:gd name="T5" fmla="*/ 84 h 180"/>
                  <a:gd name="T6" fmla="*/ 109 w 414"/>
                  <a:gd name="T7" fmla="*/ 30 h 180"/>
                  <a:gd name="T8" fmla="*/ 64 w 414"/>
                  <a:gd name="T9" fmla="*/ 30 h 180"/>
                  <a:gd name="T10" fmla="*/ 64 w 414"/>
                  <a:gd name="T11" fmla="*/ 123 h 180"/>
                  <a:gd name="T12" fmla="*/ 0 w 414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4" h="180">
                    <a:moveTo>
                      <a:pt x="414" y="180"/>
                    </a:moveTo>
                    <a:lnTo>
                      <a:pt x="207" y="0"/>
                    </a:lnTo>
                    <a:lnTo>
                      <a:pt x="109" y="84"/>
                    </a:lnTo>
                    <a:lnTo>
                      <a:pt x="109" y="30"/>
                    </a:lnTo>
                    <a:lnTo>
                      <a:pt x="64" y="30"/>
                    </a:lnTo>
                    <a:lnTo>
                      <a:pt x="64" y="123"/>
                    </a:lnTo>
                    <a:lnTo>
                      <a:pt x="0" y="180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</p:grpSp>
        <p:grpSp>
          <p:nvGrpSpPr>
            <p:cNvPr id="382" name="Group 381">
              <a:extLst>
                <a:ext uri="{FF2B5EF4-FFF2-40B4-BE49-F238E27FC236}">
                  <a16:creationId xmlns:a16="http://schemas.microsoft.com/office/drawing/2014/main" id="{E68A61AA-2430-42E3-BE67-A73E264944B3}"/>
                </a:ext>
              </a:extLst>
            </p:cNvPr>
            <p:cNvGrpSpPr/>
            <p:nvPr/>
          </p:nvGrpSpPr>
          <p:grpSpPr>
            <a:xfrm>
              <a:off x="8883312" y="5653886"/>
              <a:ext cx="224088" cy="182987"/>
              <a:chOff x="9250054" y="6147809"/>
              <a:chExt cx="224088" cy="182987"/>
            </a:xfrm>
          </p:grpSpPr>
          <p:sp>
            <p:nvSpPr>
              <p:cNvPr id="383" name="Freeform 114">
                <a:extLst>
                  <a:ext uri="{FF2B5EF4-FFF2-40B4-BE49-F238E27FC236}">
                    <a16:creationId xmlns:a16="http://schemas.microsoft.com/office/drawing/2014/main" id="{7842E62E-9B74-4DC6-A8EE-957FA9653C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5990" y="6147809"/>
                <a:ext cx="28152" cy="25337"/>
              </a:xfrm>
              <a:custGeom>
                <a:avLst/>
                <a:gdLst>
                  <a:gd name="T0" fmla="*/ 0 w 50"/>
                  <a:gd name="T1" fmla="*/ 0 h 45"/>
                  <a:gd name="T2" fmla="*/ 50 w 50"/>
                  <a:gd name="T3" fmla="*/ 0 h 45"/>
                  <a:gd name="T4" fmla="*/ 50 w 50"/>
                  <a:gd name="T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" h="45">
                    <a:moveTo>
                      <a:pt x="0" y="0"/>
                    </a:moveTo>
                    <a:lnTo>
                      <a:pt x="50" y="0"/>
                    </a:lnTo>
                    <a:lnTo>
                      <a:pt x="50" y="45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384" name="Freeform 115">
                <a:extLst>
                  <a:ext uri="{FF2B5EF4-FFF2-40B4-BE49-F238E27FC236}">
                    <a16:creationId xmlns:a16="http://schemas.microsoft.com/office/drawing/2014/main" id="{64E334FA-B875-41F2-91D7-992B51258D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0054" y="6147809"/>
                <a:ext cx="224088" cy="182987"/>
              </a:xfrm>
              <a:custGeom>
                <a:avLst/>
                <a:gdLst>
                  <a:gd name="T0" fmla="*/ 398 w 398"/>
                  <a:gd name="T1" fmla="*/ 262 h 325"/>
                  <a:gd name="T2" fmla="*/ 398 w 398"/>
                  <a:gd name="T3" fmla="*/ 325 h 325"/>
                  <a:gd name="T4" fmla="*/ 0 w 398"/>
                  <a:gd name="T5" fmla="*/ 325 h 325"/>
                  <a:gd name="T6" fmla="*/ 0 w 398"/>
                  <a:gd name="T7" fmla="*/ 0 h 325"/>
                  <a:gd name="T8" fmla="*/ 284 w 398"/>
                  <a:gd name="T9" fmla="*/ 0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8" h="325">
                    <a:moveTo>
                      <a:pt x="398" y="262"/>
                    </a:moveTo>
                    <a:lnTo>
                      <a:pt x="398" y="325"/>
                    </a:lnTo>
                    <a:lnTo>
                      <a:pt x="0" y="325"/>
                    </a:lnTo>
                    <a:lnTo>
                      <a:pt x="0" y="0"/>
                    </a:lnTo>
                    <a:lnTo>
                      <a:pt x="284" y="0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385" name="Line 116">
                <a:extLst>
                  <a:ext uri="{FF2B5EF4-FFF2-40B4-BE49-F238E27FC236}">
                    <a16:creationId xmlns:a16="http://schemas.microsoft.com/office/drawing/2014/main" id="{B7DBF0ED-7D8F-48B8-B219-32321C5F1A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251180" y="6239584"/>
                <a:ext cx="97405" cy="0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386" name="Line 117">
                <a:extLst>
                  <a:ext uri="{FF2B5EF4-FFF2-40B4-BE49-F238E27FC236}">
                    <a16:creationId xmlns:a16="http://schemas.microsoft.com/office/drawing/2014/main" id="{929B2E71-0577-45C7-94C0-BC0F039DBD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6211432"/>
                <a:ext cx="0" cy="56867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387" name="Line 118">
                <a:extLst>
                  <a:ext uri="{FF2B5EF4-FFF2-40B4-BE49-F238E27FC236}">
                    <a16:creationId xmlns:a16="http://schemas.microsoft.com/office/drawing/2014/main" id="{B590954F-117B-4BE0-BD22-D0E6EC8D3D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6147809"/>
                <a:ext cx="0" cy="34345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388" name="Line 119">
                <a:extLst>
                  <a:ext uri="{FF2B5EF4-FFF2-40B4-BE49-F238E27FC236}">
                    <a16:creationId xmlns:a16="http://schemas.microsoft.com/office/drawing/2014/main" id="{587D45D3-E989-4FA3-BA9A-2120A534D8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6300392"/>
                <a:ext cx="0" cy="30404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cxnSp>
            <p:nvCxnSpPr>
              <p:cNvPr id="389" name="Straight Connector 388">
                <a:extLst>
                  <a:ext uri="{FF2B5EF4-FFF2-40B4-BE49-F238E27FC236}">
                    <a16:creationId xmlns:a16="http://schemas.microsoft.com/office/drawing/2014/main" id="{70BA01AA-23B4-4AE4-96F2-F56B7A5E9066}"/>
                  </a:ext>
                </a:extLst>
              </p:cNvPr>
              <p:cNvCxnSpPr>
                <a:cxnSpLocks/>
                <a:stCxn id="383" idx="2"/>
                <a:endCxn id="384" idx="0"/>
              </p:cNvCxnSpPr>
              <p:nvPr/>
            </p:nvCxnSpPr>
            <p:spPr>
              <a:xfrm>
                <a:off x="9474142" y="6173146"/>
                <a:ext cx="0" cy="122179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cxn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DE0A827-722C-4212-9345-0D25BF77F9B3}"/>
              </a:ext>
            </a:extLst>
          </p:cNvPr>
          <p:cNvGrpSpPr/>
          <p:nvPr/>
        </p:nvGrpSpPr>
        <p:grpSpPr>
          <a:xfrm>
            <a:off x="10278195" y="2728589"/>
            <a:ext cx="757222" cy="310571"/>
            <a:chOff x="8008908" y="4444229"/>
            <a:chExt cx="757222" cy="310571"/>
          </a:xfrm>
        </p:grpSpPr>
        <p:grpSp>
          <p:nvGrpSpPr>
            <p:cNvPr id="470" name="Group 469">
              <a:extLst>
                <a:ext uri="{FF2B5EF4-FFF2-40B4-BE49-F238E27FC236}">
                  <a16:creationId xmlns:a16="http://schemas.microsoft.com/office/drawing/2014/main" id="{99CB7BA7-03D9-47D3-9C2D-7C0C4C2DF51F}"/>
                </a:ext>
              </a:extLst>
            </p:cNvPr>
            <p:cNvGrpSpPr/>
            <p:nvPr/>
          </p:nvGrpSpPr>
          <p:grpSpPr>
            <a:xfrm>
              <a:off x="8008908" y="4444229"/>
              <a:ext cx="419847" cy="310571"/>
              <a:chOff x="8609927" y="1562831"/>
              <a:chExt cx="419847" cy="310571"/>
            </a:xfrm>
          </p:grpSpPr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CCEDB90C-C277-4848-B557-6636804D1246}"/>
                  </a:ext>
                </a:extLst>
              </p:cNvPr>
              <p:cNvSpPr/>
              <p:nvPr/>
            </p:nvSpPr>
            <p:spPr>
              <a:xfrm>
                <a:off x="8609927" y="1585836"/>
                <a:ext cx="149535" cy="149534"/>
              </a:xfrm>
              <a:custGeom>
                <a:avLst/>
                <a:gdLst>
                  <a:gd name="connsiteX0" fmla="*/ 247650 w 495300"/>
                  <a:gd name="connsiteY0" fmla="*/ 495300 h 495300"/>
                  <a:gd name="connsiteX1" fmla="*/ 0 w 495300"/>
                  <a:gd name="connsiteY1" fmla="*/ 247650 h 495300"/>
                  <a:gd name="connsiteX2" fmla="*/ 247650 w 495300"/>
                  <a:gd name="connsiteY2" fmla="*/ 0 h 495300"/>
                  <a:gd name="connsiteX3" fmla="*/ 495300 w 495300"/>
                  <a:gd name="connsiteY3" fmla="*/ 247650 h 495300"/>
                  <a:gd name="connsiteX4" fmla="*/ 247650 w 495300"/>
                  <a:gd name="connsiteY4" fmla="*/ 495300 h 495300"/>
                  <a:gd name="connsiteX5" fmla="*/ 247650 w 495300"/>
                  <a:gd name="connsiteY5" fmla="*/ 38100 h 495300"/>
                  <a:gd name="connsiteX6" fmla="*/ 38100 w 495300"/>
                  <a:gd name="connsiteY6" fmla="*/ 247650 h 495300"/>
                  <a:gd name="connsiteX7" fmla="*/ 247650 w 495300"/>
                  <a:gd name="connsiteY7" fmla="*/ 457200 h 495300"/>
                  <a:gd name="connsiteX8" fmla="*/ 457200 w 495300"/>
                  <a:gd name="connsiteY8" fmla="*/ 247650 h 495300"/>
                  <a:gd name="connsiteX9" fmla="*/ 247650 w 495300"/>
                  <a:gd name="connsiteY9" fmla="*/ 38100 h 495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5300" h="495300">
                    <a:moveTo>
                      <a:pt x="247650" y="495300"/>
                    </a:moveTo>
                    <a:cubicBezTo>
                      <a:pt x="111062" y="495300"/>
                      <a:pt x="0" y="384239"/>
                      <a:pt x="0" y="247650"/>
                    </a:cubicBezTo>
                    <a:cubicBezTo>
                      <a:pt x="0" y="111062"/>
                      <a:pt x="111062" y="0"/>
                      <a:pt x="247650" y="0"/>
                    </a:cubicBezTo>
                    <a:cubicBezTo>
                      <a:pt x="384239" y="0"/>
                      <a:pt x="495300" y="111062"/>
                      <a:pt x="495300" y="247650"/>
                    </a:cubicBezTo>
                    <a:cubicBezTo>
                      <a:pt x="495300" y="384239"/>
                      <a:pt x="384239" y="495300"/>
                      <a:pt x="247650" y="495300"/>
                    </a:cubicBezTo>
                    <a:close/>
                    <a:moveTo>
                      <a:pt x="247650" y="38100"/>
                    </a:moveTo>
                    <a:cubicBezTo>
                      <a:pt x="132112" y="38100"/>
                      <a:pt x="38100" y="132112"/>
                      <a:pt x="38100" y="247650"/>
                    </a:cubicBezTo>
                    <a:cubicBezTo>
                      <a:pt x="38100" y="363188"/>
                      <a:pt x="132112" y="457200"/>
                      <a:pt x="247650" y="457200"/>
                    </a:cubicBezTo>
                    <a:cubicBezTo>
                      <a:pt x="363188" y="457200"/>
                      <a:pt x="457200" y="363188"/>
                      <a:pt x="457200" y="247650"/>
                    </a:cubicBezTo>
                    <a:cubicBezTo>
                      <a:pt x="457200" y="132112"/>
                      <a:pt x="363188" y="38100"/>
                      <a:pt x="247650" y="381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160C89D0-C247-414C-88A0-0D3E40BE7BFA}"/>
                  </a:ext>
                </a:extLst>
              </p:cNvPr>
              <p:cNvSpPr/>
              <p:nvPr/>
            </p:nvSpPr>
            <p:spPr>
              <a:xfrm>
                <a:off x="8678943" y="1700863"/>
                <a:ext cx="11503" cy="172539"/>
              </a:xfrm>
              <a:custGeom>
                <a:avLst/>
                <a:gdLst>
                  <a:gd name="connsiteX0" fmla="*/ 19050 w 38100"/>
                  <a:gd name="connsiteY0" fmla="*/ 571500 h 571500"/>
                  <a:gd name="connsiteX1" fmla="*/ 0 w 38100"/>
                  <a:gd name="connsiteY1" fmla="*/ 552450 h 571500"/>
                  <a:gd name="connsiteX2" fmla="*/ 0 w 38100"/>
                  <a:gd name="connsiteY2" fmla="*/ 19050 h 571500"/>
                  <a:gd name="connsiteX3" fmla="*/ 19050 w 38100"/>
                  <a:gd name="connsiteY3" fmla="*/ 0 h 571500"/>
                  <a:gd name="connsiteX4" fmla="*/ 38100 w 38100"/>
                  <a:gd name="connsiteY4" fmla="*/ 19050 h 571500"/>
                  <a:gd name="connsiteX5" fmla="*/ 38100 w 38100"/>
                  <a:gd name="connsiteY5" fmla="*/ 552450 h 571500"/>
                  <a:gd name="connsiteX6" fmla="*/ 19050 w 38100"/>
                  <a:gd name="connsiteY6" fmla="*/ 571500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100" h="571500">
                    <a:moveTo>
                      <a:pt x="19050" y="571500"/>
                    </a:moveTo>
                    <a:cubicBezTo>
                      <a:pt x="8477" y="571500"/>
                      <a:pt x="0" y="563023"/>
                      <a:pt x="0" y="552450"/>
                    </a:cubicBezTo>
                    <a:lnTo>
                      <a:pt x="0" y="19050"/>
                    </a:lnTo>
                    <a:cubicBezTo>
                      <a:pt x="0" y="8477"/>
                      <a:pt x="8477" y="0"/>
                      <a:pt x="19050" y="0"/>
                    </a:cubicBezTo>
                    <a:cubicBezTo>
                      <a:pt x="29623" y="0"/>
                      <a:pt x="38100" y="8477"/>
                      <a:pt x="38100" y="19050"/>
                    </a:cubicBezTo>
                    <a:lnTo>
                      <a:pt x="38100" y="552450"/>
                    </a:lnTo>
                    <a:cubicBezTo>
                      <a:pt x="38100" y="563023"/>
                      <a:pt x="29623" y="571500"/>
                      <a:pt x="19050" y="5715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8C55514-2994-44BA-8188-D643969A7542}"/>
                  </a:ext>
                </a:extLst>
              </p:cNvPr>
              <p:cNvSpPr/>
              <p:nvPr/>
            </p:nvSpPr>
            <p:spPr>
              <a:xfrm>
                <a:off x="8655952" y="1677843"/>
                <a:ext cx="57513" cy="34522"/>
              </a:xfrm>
              <a:custGeom>
                <a:avLst/>
                <a:gdLst>
                  <a:gd name="connsiteX0" fmla="*/ 95202 w 190499"/>
                  <a:gd name="connsiteY0" fmla="*/ 114348 h 114347"/>
                  <a:gd name="connsiteX1" fmla="*/ 81772 w 190499"/>
                  <a:gd name="connsiteY1" fmla="*/ 108728 h 114347"/>
                  <a:gd name="connsiteX2" fmla="*/ 5572 w 190499"/>
                  <a:gd name="connsiteY2" fmla="*/ 32528 h 114347"/>
                  <a:gd name="connsiteX3" fmla="*/ 5572 w 190499"/>
                  <a:gd name="connsiteY3" fmla="*/ 5572 h 114347"/>
                  <a:gd name="connsiteX4" fmla="*/ 32528 w 190499"/>
                  <a:gd name="connsiteY4" fmla="*/ 5572 h 114347"/>
                  <a:gd name="connsiteX5" fmla="*/ 95202 w 190499"/>
                  <a:gd name="connsiteY5" fmla="*/ 68342 h 114347"/>
                  <a:gd name="connsiteX6" fmla="*/ 157972 w 190499"/>
                  <a:gd name="connsiteY6" fmla="*/ 5572 h 114347"/>
                  <a:gd name="connsiteX7" fmla="*/ 184928 w 190499"/>
                  <a:gd name="connsiteY7" fmla="*/ 5572 h 114347"/>
                  <a:gd name="connsiteX8" fmla="*/ 184928 w 190499"/>
                  <a:gd name="connsiteY8" fmla="*/ 32528 h 114347"/>
                  <a:gd name="connsiteX9" fmla="*/ 108728 w 190499"/>
                  <a:gd name="connsiteY9" fmla="*/ 108728 h 114347"/>
                  <a:gd name="connsiteX10" fmla="*/ 95202 w 190499"/>
                  <a:gd name="connsiteY10" fmla="*/ 114348 h 114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0499" h="114347">
                    <a:moveTo>
                      <a:pt x="95202" y="114348"/>
                    </a:moveTo>
                    <a:cubicBezTo>
                      <a:pt x="90345" y="114348"/>
                      <a:pt x="85487" y="112443"/>
                      <a:pt x="81772" y="108728"/>
                    </a:cubicBezTo>
                    <a:lnTo>
                      <a:pt x="5572" y="32528"/>
                    </a:lnTo>
                    <a:cubicBezTo>
                      <a:pt x="-1857" y="25098"/>
                      <a:pt x="-1857" y="13002"/>
                      <a:pt x="5572" y="5572"/>
                    </a:cubicBezTo>
                    <a:cubicBezTo>
                      <a:pt x="13002" y="-1857"/>
                      <a:pt x="25098" y="-1857"/>
                      <a:pt x="32528" y="5572"/>
                    </a:cubicBezTo>
                    <a:lnTo>
                      <a:pt x="95202" y="68342"/>
                    </a:lnTo>
                    <a:lnTo>
                      <a:pt x="157972" y="5572"/>
                    </a:lnTo>
                    <a:cubicBezTo>
                      <a:pt x="165402" y="-1857"/>
                      <a:pt x="177498" y="-1857"/>
                      <a:pt x="184928" y="5572"/>
                    </a:cubicBezTo>
                    <a:cubicBezTo>
                      <a:pt x="192357" y="13002"/>
                      <a:pt x="192357" y="25098"/>
                      <a:pt x="184928" y="32528"/>
                    </a:cubicBezTo>
                    <a:lnTo>
                      <a:pt x="108728" y="108728"/>
                    </a:lnTo>
                    <a:cubicBezTo>
                      <a:pt x="104918" y="112443"/>
                      <a:pt x="100060" y="114348"/>
                      <a:pt x="95202" y="114348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284298A6-4816-4DCE-9C0D-A87960B7C19C}"/>
                  </a:ext>
                </a:extLst>
              </p:cNvPr>
              <p:cNvSpPr/>
              <p:nvPr/>
            </p:nvSpPr>
            <p:spPr>
              <a:xfrm>
                <a:off x="8661689" y="1861899"/>
                <a:ext cx="368085" cy="11503"/>
              </a:xfrm>
              <a:custGeom>
                <a:avLst/>
                <a:gdLst>
                  <a:gd name="connsiteX0" fmla="*/ 0 w 1219200"/>
                  <a:gd name="connsiteY0" fmla="*/ 0 h 38100"/>
                  <a:gd name="connsiteX1" fmla="*/ 1219200 w 1219200"/>
                  <a:gd name="connsiteY1" fmla="*/ 0 h 38100"/>
                  <a:gd name="connsiteX2" fmla="*/ 1219200 w 1219200"/>
                  <a:gd name="connsiteY2" fmla="*/ 38100 h 38100"/>
                  <a:gd name="connsiteX3" fmla="*/ 0 w 121920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9200" h="38100">
                    <a:moveTo>
                      <a:pt x="0" y="0"/>
                    </a:moveTo>
                    <a:lnTo>
                      <a:pt x="1219200" y="0"/>
                    </a:lnTo>
                    <a:lnTo>
                      <a:pt x="12192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7DAE5F6-E236-4378-9073-BD604F4135F7}"/>
                  </a:ext>
                </a:extLst>
              </p:cNvPr>
              <p:cNvSpPr/>
              <p:nvPr/>
            </p:nvSpPr>
            <p:spPr>
              <a:xfrm>
                <a:off x="8817003" y="1562831"/>
                <a:ext cx="57485" cy="34508"/>
              </a:xfrm>
              <a:custGeom>
                <a:avLst/>
                <a:gdLst>
                  <a:gd name="connsiteX0" fmla="*/ 95156 w 190405"/>
                  <a:gd name="connsiteY0" fmla="*/ 114300 h 114300"/>
                  <a:gd name="connsiteX1" fmla="*/ 76106 w 190405"/>
                  <a:gd name="connsiteY1" fmla="*/ 95536 h 114300"/>
                  <a:gd name="connsiteX2" fmla="*/ 76106 w 190405"/>
                  <a:gd name="connsiteY2" fmla="*/ 95536 h 114300"/>
                  <a:gd name="connsiteX3" fmla="*/ 76106 w 190405"/>
                  <a:gd name="connsiteY3" fmla="*/ 95536 h 114300"/>
                  <a:gd name="connsiteX4" fmla="*/ 76106 w 190405"/>
                  <a:gd name="connsiteY4" fmla="*/ 95536 h 114300"/>
                  <a:gd name="connsiteX5" fmla="*/ 76106 w 190405"/>
                  <a:gd name="connsiteY5" fmla="*/ 95441 h 114300"/>
                  <a:gd name="connsiteX6" fmla="*/ 76106 w 190405"/>
                  <a:gd name="connsiteY6" fmla="*/ 95345 h 114300"/>
                  <a:gd name="connsiteX7" fmla="*/ 76106 w 190405"/>
                  <a:gd name="connsiteY7" fmla="*/ 95345 h 114300"/>
                  <a:gd name="connsiteX8" fmla="*/ 76106 w 190405"/>
                  <a:gd name="connsiteY8" fmla="*/ 95250 h 114300"/>
                  <a:gd name="connsiteX9" fmla="*/ 18860 w 190405"/>
                  <a:gd name="connsiteY9" fmla="*/ 38100 h 114300"/>
                  <a:gd name="connsiteX10" fmla="*/ 1 w 190405"/>
                  <a:gd name="connsiteY10" fmla="*/ 18955 h 114300"/>
                  <a:gd name="connsiteX11" fmla="*/ 18956 w 190405"/>
                  <a:gd name="connsiteY11" fmla="*/ 0 h 114300"/>
                  <a:gd name="connsiteX12" fmla="*/ 95441 w 190405"/>
                  <a:gd name="connsiteY12" fmla="*/ 35243 h 114300"/>
                  <a:gd name="connsiteX13" fmla="*/ 171356 w 190405"/>
                  <a:gd name="connsiteY13" fmla="*/ 0 h 114300"/>
                  <a:gd name="connsiteX14" fmla="*/ 190406 w 190405"/>
                  <a:gd name="connsiteY14" fmla="*/ 19050 h 114300"/>
                  <a:gd name="connsiteX15" fmla="*/ 171356 w 190405"/>
                  <a:gd name="connsiteY15" fmla="*/ 38100 h 114300"/>
                  <a:gd name="connsiteX16" fmla="*/ 114206 w 190405"/>
                  <a:gd name="connsiteY16" fmla="*/ 95345 h 114300"/>
                  <a:gd name="connsiteX17" fmla="*/ 95156 w 190405"/>
                  <a:gd name="connsiteY17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0405" h="114300">
                    <a:moveTo>
                      <a:pt x="95156" y="114300"/>
                    </a:moveTo>
                    <a:cubicBezTo>
                      <a:pt x="84678" y="114300"/>
                      <a:pt x="76296" y="105918"/>
                      <a:pt x="76106" y="95536"/>
                    </a:cubicBezTo>
                    <a:cubicBezTo>
                      <a:pt x="76106" y="95536"/>
                      <a:pt x="76106" y="95536"/>
                      <a:pt x="76106" y="95536"/>
                    </a:cubicBezTo>
                    <a:lnTo>
                      <a:pt x="76106" y="95536"/>
                    </a:lnTo>
                    <a:lnTo>
                      <a:pt x="76106" y="95536"/>
                    </a:lnTo>
                    <a:cubicBezTo>
                      <a:pt x="76106" y="95536"/>
                      <a:pt x="76106" y="95441"/>
                      <a:pt x="76106" y="95441"/>
                    </a:cubicBezTo>
                    <a:cubicBezTo>
                      <a:pt x="76106" y="95441"/>
                      <a:pt x="76106" y="95441"/>
                      <a:pt x="76106" y="95345"/>
                    </a:cubicBezTo>
                    <a:lnTo>
                      <a:pt x="76106" y="95345"/>
                    </a:lnTo>
                    <a:cubicBezTo>
                      <a:pt x="76106" y="95345"/>
                      <a:pt x="76106" y="95345"/>
                      <a:pt x="76106" y="95250"/>
                    </a:cubicBezTo>
                    <a:cubicBezTo>
                      <a:pt x="76106" y="41434"/>
                      <a:pt x="28385" y="38195"/>
                      <a:pt x="18860" y="38100"/>
                    </a:cubicBezTo>
                    <a:cubicBezTo>
                      <a:pt x="8383" y="38005"/>
                      <a:pt x="-94" y="29432"/>
                      <a:pt x="1" y="18955"/>
                    </a:cubicBezTo>
                    <a:cubicBezTo>
                      <a:pt x="1" y="8477"/>
                      <a:pt x="8478" y="0"/>
                      <a:pt x="18956" y="0"/>
                    </a:cubicBezTo>
                    <a:cubicBezTo>
                      <a:pt x="40482" y="0"/>
                      <a:pt x="74391" y="8477"/>
                      <a:pt x="95441" y="35243"/>
                    </a:cubicBezTo>
                    <a:cubicBezTo>
                      <a:pt x="109824" y="15621"/>
                      <a:pt x="133637" y="0"/>
                      <a:pt x="171356" y="0"/>
                    </a:cubicBezTo>
                    <a:cubicBezTo>
                      <a:pt x="181928" y="0"/>
                      <a:pt x="190406" y="8573"/>
                      <a:pt x="190406" y="19050"/>
                    </a:cubicBezTo>
                    <a:cubicBezTo>
                      <a:pt x="190406" y="29528"/>
                      <a:pt x="181928" y="38100"/>
                      <a:pt x="171356" y="38100"/>
                    </a:cubicBezTo>
                    <a:cubicBezTo>
                      <a:pt x="117635" y="38100"/>
                      <a:pt x="114301" y="85725"/>
                      <a:pt x="114206" y="95345"/>
                    </a:cubicBezTo>
                    <a:cubicBezTo>
                      <a:pt x="114110" y="105823"/>
                      <a:pt x="105633" y="114300"/>
                      <a:pt x="95156" y="114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1CADD8CF-8353-4FF0-9E3C-A3624CB7A7F2}"/>
                  </a:ext>
                </a:extLst>
              </p:cNvPr>
              <p:cNvSpPr/>
              <p:nvPr/>
            </p:nvSpPr>
            <p:spPr>
              <a:xfrm>
                <a:off x="8863014" y="1585836"/>
                <a:ext cx="57485" cy="34508"/>
              </a:xfrm>
              <a:custGeom>
                <a:avLst/>
                <a:gdLst>
                  <a:gd name="connsiteX0" fmla="*/ 95156 w 190405"/>
                  <a:gd name="connsiteY0" fmla="*/ 114300 h 114300"/>
                  <a:gd name="connsiteX1" fmla="*/ 76106 w 190405"/>
                  <a:gd name="connsiteY1" fmla="*/ 95536 h 114300"/>
                  <a:gd name="connsiteX2" fmla="*/ 76106 w 190405"/>
                  <a:gd name="connsiteY2" fmla="*/ 95536 h 114300"/>
                  <a:gd name="connsiteX3" fmla="*/ 76106 w 190405"/>
                  <a:gd name="connsiteY3" fmla="*/ 95536 h 114300"/>
                  <a:gd name="connsiteX4" fmla="*/ 76106 w 190405"/>
                  <a:gd name="connsiteY4" fmla="*/ 95536 h 114300"/>
                  <a:gd name="connsiteX5" fmla="*/ 76106 w 190405"/>
                  <a:gd name="connsiteY5" fmla="*/ 95441 h 114300"/>
                  <a:gd name="connsiteX6" fmla="*/ 76106 w 190405"/>
                  <a:gd name="connsiteY6" fmla="*/ 95345 h 114300"/>
                  <a:gd name="connsiteX7" fmla="*/ 76106 w 190405"/>
                  <a:gd name="connsiteY7" fmla="*/ 95345 h 114300"/>
                  <a:gd name="connsiteX8" fmla="*/ 76106 w 190405"/>
                  <a:gd name="connsiteY8" fmla="*/ 95250 h 114300"/>
                  <a:gd name="connsiteX9" fmla="*/ 18860 w 190405"/>
                  <a:gd name="connsiteY9" fmla="*/ 38100 h 114300"/>
                  <a:gd name="connsiteX10" fmla="*/ 1 w 190405"/>
                  <a:gd name="connsiteY10" fmla="*/ 18955 h 114300"/>
                  <a:gd name="connsiteX11" fmla="*/ 18956 w 190405"/>
                  <a:gd name="connsiteY11" fmla="*/ 0 h 114300"/>
                  <a:gd name="connsiteX12" fmla="*/ 95441 w 190405"/>
                  <a:gd name="connsiteY12" fmla="*/ 35243 h 114300"/>
                  <a:gd name="connsiteX13" fmla="*/ 171356 w 190405"/>
                  <a:gd name="connsiteY13" fmla="*/ 0 h 114300"/>
                  <a:gd name="connsiteX14" fmla="*/ 190406 w 190405"/>
                  <a:gd name="connsiteY14" fmla="*/ 19050 h 114300"/>
                  <a:gd name="connsiteX15" fmla="*/ 171356 w 190405"/>
                  <a:gd name="connsiteY15" fmla="*/ 38100 h 114300"/>
                  <a:gd name="connsiteX16" fmla="*/ 114206 w 190405"/>
                  <a:gd name="connsiteY16" fmla="*/ 95345 h 114300"/>
                  <a:gd name="connsiteX17" fmla="*/ 95156 w 190405"/>
                  <a:gd name="connsiteY17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0405" h="114300">
                    <a:moveTo>
                      <a:pt x="95156" y="114300"/>
                    </a:moveTo>
                    <a:cubicBezTo>
                      <a:pt x="84678" y="114300"/>
                      <a:pt x="76296" y="105918"/>
                      <a:pt x="76106" y="95536"/>
                    </a:cubicBezTo>
                    <a:cubicBezTo>
                      <a:pt x="76106" y="95536"/>
                      <a:pt x="76106" y="95536"/>
                      <a:pt x="76106" y="95536"/>
                    </a:cubicBezTo>
                    <a:lnTo>
                      <a:pt x="76106" y="95536"/>
                    </a:lnTo>
                    <a:lnTo>
                      <a:pt x="76106" y="95536"/>
                    </a:lnTo>
                    <a:cubicBezTo>
                      <a:pt x="76106" y="95536"/>
                      <a:pt x="76106" y="95441"/>
                      <a:pt x="76106" y="95441"/>
                    </a:cubicBezTo>
                    <a:cubicBezTo>
                      <a:pt x="76106" y="95441"/>
                      <a:pt x="76106" y="95441"/>
                      <a:pt x="76106" y="95345"/>
                    </a:cubicBezTo>
                    <a:lnTo>
                      <a:pt x="76106" y="95345"/>
                    </a:lnTo>
                    <a:cubicBezTo>
                      <a:pt x="76106" y="95345"/>
                      <a:pt x="76106" y="95345"/>
                      <a:pt x="76106" y="95250"/>
                    </a:cubicBezTo>
                    <a:cubicBezTo>
                      <a:pt x="76106" y="41434"/>
                      <a:pt x="28385" y="38195"/>
                      <a:pt x="18860" y="38100"/>
                    </a:cubicBezTo>
                    <a:cubicBezTo>
                      <a:pt x="8383" y="38005"/>
                      <a:pt x="-94" y="29432"/>
                      <a:pt x="1" y="18955"/>
                    </a:cubicBezTo>
                    <a:cubicBezTo>
                      <a:pt x="1" y="8477"/>
                      <a:pt x="8478" y="0"/>
                      <a:pt x="18956" y="0"/>
                    </a:cubicBezTo>
                    <a:cubicBezTo>
                      <a:pt x="40482" y="0"/>
                      <a:pt x="74391" y="8477"/>
                      <a:pt x="95441" y="35243"/>
                    </a:cubicBezTo>
                    <a:cubicBezTo>
                      <a:pt x="109824" y="15621"/>
                      <a:pt x="133637" y="0"/>
                      <a:pt x="171356" y="0"/>
                    </a:cubicBezTo>
                    <a:cubicBezTo>
                      <a:pt x="181928" y="0"/>
                      <a:pt x="190406" y="8572"/>
                      <a:pt x="190406" y="19050"/>
                    </a:cubicBezTo>
                    <a:cubicBezTo>
                      <a:pt x="190406" y="29528"/>
                      <a:pt x="181928" y="38100"/>
                      <a:pt x="171356" y="38100"/>
                    </a:cubicBezTo>
                    <a:cubicBezTo>
                      <a:pt x="117635" y="38100"/>
                      <a:pt x="114301" y="85725"/>
                      <a:pt x="114206" y="95345"/>
                    </a:cubicBezTo>
                    <a:cubicBezTo>
                      <a:pt x="114110" y="105823"/>
                      <a:pt x="105633" y="114300"/>
                      <a:pt x="95156" y="114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5571A2F6-4C9D-4416-81FC-7A0AEC7DE20A}"/>
                  </a:ext>
                </a:extLst>
              </p:cNvPr>
              <p:cNvSpPr/>
              <p:nvPr/>
            </p:nvSpPr>
            <p:spPr>
              <a:xfrm>
                <a:off x="8793998" y="1608842"/>
                <a:ext cx="57485" cy="34508"/>
              </a:xfrm>
              <a:custGeom>
                <a:avLst/>
                <a:gdLst>
                  <a:gd name="connsiteX0" fmla="*/ 95156 w 190405"/>
                  <a:gd name="connsiteY0" fmla="*/ 114300 h 114300"/>
                  <a:gd name="connsiteX1" fmla="*/ 76106 w 190405"/>
                  <a:gd name="connsiteY1" fmla="*/ 95536 h 114300"/>
                  <a:gd name="connsiteX2" fmla="*/ 76106 w 190405"/>
                  <a:gd name="connsiteY2" fmla="*/ 95536 h 114300"/>
                  <a:gd name="connsiteX3" fmla="*/ 76106 w 190405"/>
                  <a:gd name="connsiteY3" fmla="*/ 95536 h 114300"/>
                  <a:gd name="connsiteX4" fmla="*/ 76106 w 190405"/>
                  <a:gd name="connsiteY4" fmla="*/ 95536 h 114300"/>
                  <a:gd name="connsiteX5" fmla="*/ 76106 w 190405"/>
                  <a:gd name="connsiteY5" fmla="*/ 95441 h 114300"/>
                  <a:gd name="connsiteX6" fmla="*/ 76106 w 190405"/>
                  <a:gd name="connsiteY6" fmla="*/ 95345 h 114300"/>
                  <a:gd name="connsiteX7" fmla="*/ 76106 w 190405"/>
                  <a:gd name="connsiteY7" fmla="*/ 95345 h 114300"/>
                  <a:gd name="connsiteX8" fmla="*/ 76106 w 190405"/>
                  <a:gd name="connsiteY8" fmla="*/ 95250 h 114300"/>
                  <a:gd name="connsiteX9" fmla="*/ 18860 w 190405"/>
                  <a:gd name="connsiteY9" fmla="*/ 38100 h 114300"/>
                  <a:gd name="connsiteX10" fmla="*/ 1 w 190405"/>
                  <a:gd name="connsiteY10" fmla="*/ 18955 h 114300"/>
                  <a:gd name="connsiteX11" fmla="*/ 18956 w 190405"/>
                  <a:gd name="connsiteY11" fmla="*/ 0 h 114300"/>
                  <a:gd name="connsiteX12" fmla="*/ 95441 w 190405"/>
                  <a:gd name="connsiteY12" fmla="*/ 35243 h 114300"/>
                  <a:gd name="connsiteX13" fmla="*/ 171356 w 190405"/>
                  <a:gd name="connsiteY13" fmla="*/ 0 h 114300"/>
                  <a:gd name="connsiteX14" fmla="*/ 190406 w 190405"/>
                  <a:gd name="connsiteY14" fmla="*/ 19050 h 114300"/>
                  <a:gd name="connsiteX15" fmla="*/ 171356 w 190405"/>
                  <a:gd name="connsiteY15" fmla="*/ 38100 h 114300"/>
                  <a:gd name="connsiteX16" fmla="*/ 114206 w 190405"/>
                  <a:gd name="connsiteY16" fmla="*/ 95345 h 114300"/>
                  <a:gd name="connsiteX17" fmla="*/ 95156 w 190405"/>
                  <a:gd name="connsiteY17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0405" h="114300">
                    <a:moveTo>
                      <a:pt x="95156" y="114300"/>
                    </a:moveTo>
                    <a:cubicBezTo>
                      <a:pt x="84678" y="114300"/>
                      <a:pt x="76296" y="105918"/>
                      <a:pt x="76106" y="95536"/>
                    </a:cubicBezTo>
                    <a:cubicBezTo>
                      <a:pt x="76106" y="95536"/>
                      <a:pt x="76106" y="95536"/>
                      <a:pt x="76106" y="95536"/>
                    </a:cubicBezTo>
                    <a:lnTo>
                      <a:pt x="76106" y="95536"/>
                    </a:lnTo>
                    <a:lnTo>
                      <a:pt x="76106" y="95536"/>
                    </a:lnTo>
                    <a:cubicBezTo>
                      <a:pt x="76106" y="95536"/>
                      <a:pt x="76106" y="95441"/>
                      <a:pt x="76106" y="95441"/>
                    </a:cubicBezTo>
                    <a:cubicBezTo>
                      <a:pt x="76106" y="95441"/>
                      <a:pt x="76106" y="95441"/>
                      <a:pt x="76106" y="95345"/>
                    </a:cubicBezTo>
                    <a:lnTo>
                      <a:pt x="76106" y="95345"/>
                    </a:lnTo>
                    <a:cubicBezTo>
                      <a:pt x="76106" y="95345"/>
                      <a:pt x="76106" y="95345"/>
                      <a:pt x="76106" y="95250"/>
                    </a:cubicBezTo>
                    <a:cubicBezTo>
                      <a:pt x="76106" y="41434"/>
                      <a:pt x="28385" y="38195"/>
                      <a:pt x="18860" y="38100"/>
                    </a:cubicBezTo>
                    <a:cubicBezTo>
                      <a:pt x="8383" y="38005"/>
                      <a:pt x="-94" y="29432"/>
                      <a:pt x="1" y="18955"/>
                    </a:cubicBezTo>
                    <a:cubicBezTo>
                      <a:pt x="1" y="8477"/>
                      <a:pt x="8478" y="0"/>
                      <a:pt x="18956" y="0"/>
                    </a:cubicBezTo>
                    <a:cubicBezTo>
                      <a:pt x="40482" y="0"/>
                      <a:pt x="74391" y="8477"/>
                      <a:pt x="95441" y="35243"/>
                    </a:cubicBezTo>
                    <a:cubicBezTo>
                      <a:pt x="109824" y="15621"/>
                      <a:pt x="133637" y="0"/>
                      <a:pt x="171356" y="0"/>
                    </a:cubicBezTo>
                    <a:cubicBezTo>
                      <a:pt x="181928" y="0"/>
                      <a:pt x="190406" y="8572"/>
                      <a:pt x="190406" y="19050"/>
                    </a:cubicBezTo>
                    <a:cubicBezTo>
                      <a:pt x="190406" y="29528"/>
                      <a:pt x="181928" y="38100"/>
                      <a:pt x="171356" y="38100"/>
                    </a:cubicBezTo>
                    <a:cubicBezTo>
                      <a:pt x="117635" y="38100"/>
                      <a:pt x="114301" y="85725"/>
                      <a:pt x="114206" y="95345"/>
                    </a:cubicBezTo>
                    <a:cubicBezTo>
                      <a:pt x="114110" y="105823"/>
                      <a:pt x="105633" y="114300"/>
                      <a:pt x="95156" y="114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grpSp>
            <p:nvGrpSpPr>
              <p:cNvPr id="489" name="Graphic 112">
                <a:extLst>
                  <a:ext uri="{FF2B5EF4-FFF2-40B4-BE49-F238E27FC236}">
                    <a16:creationId xmlns:a16="http://schemas.microsoft.com/office/drawing/2014/main" id="{62DBB7B1-8318-42D2-A63D-40C24EC95470}"/>
                  </a:ext>
                </a:extLst>
              </p:cNvPr>
              <p:cNvGrpSpPr/>
              <p:nvPr/>
            </p:nvGrpSpPr>
            <p:grpSpPr>
              <a:xfrm>
                <a:off x="8721129" y="1723948"/>
                <a:ext cx="249205" cy="146665"/>
                <a:chOff x="5769006" y="3448315"/>
                <a:chExt cx="825436" cy="485795"/>
              </a:xfrm>
              <a:solidFill>
                <a:schemeClr val="accent3"/>
              </a:solidFill>
            </p:grpSpPr>
            <p:sp>
              <p:nvSpPr>
                <p:cNvPr id="490" name="Freeform: Shape 489">
                  <a:extLst>
                    <a:ext uri="{FF2B5EF4-FFF2-40B4-BE49-F238E27FC236}">
                      <a16:creationId xmlns:a16="http://schemas.microsoft.com/office/drawing/2014/main" id="{0AE7FF20-00E6-48E5-9A8A-6D85570C60B5}"/>
                    </a:ext>
                  </a:extLst>
                </p:cNvPr>
                <p:cNvSpPr/>
                <p:nvPr/>
              </p:nvSpPr>
              <p:spPr>
                <a:xfrm>
                  <a:off x="5932836" y="3448335"/>
                  <a:ext cx="133540" cy="38100"/>
                </a:xfrm>
                <a:custGeom>
                  <a:avLst/>
                  <a:gdLst>
                    <a:gd name="connsiteX0" fmla="*/ 114491 w 133540"/>
                    <a:gd name="connsiteY0" fmla="*/ 38100 h 38100"/>
                    <a:gd name="connsiteX1" fmla="*/ 19050 w 133540"/>
                    <a:gd name="connsiteY1" fmla="*/ 38100 h 38100"/>
                    <a:gd name="connsiteX2" fmla="*/ 0 w 133540"/>
                    <a:gd name="connsiteY2" fmla="*/ 19050 h 38100"/>
                    <a:gd name="connsiteX3" fmla="*/ 19050 w 133540"/>
                    <a:gd name="connsiteY3" fmla="*/ 0 h 38100"/>
                    <a:gd name="connsiteX4" fmla="*/ 114491 w 133540"/>
                    <a:gd name="connsiteY4" fmla="*/ 0 h 38100"/>
                    <a:gd name="connsiteX5" fmla="*/ 133541 w 133540"/>
                    <a:gd name="connsiteY5" fmla="*/ 19050 h 38100"/>
                    <a:gd name="connsiteX6" fmla="*/ 114491 w 133540"/>
                    <a:gd name="connsiteY6" fmla="*/ 38100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3540" h="38100">
                      <a:moveTo>
                        <a:pt x="114491" y="38100"/>
                      </a:moveTo>
                      <a:lnTo>
                        <a:pt x="19050" y="38100"/>
                      </a:lnTo>
                      <a:cubicBezTo>
                        <a:pt x="8477" y="38100"/>
                        <a:pt x="0" y="29623"/>
                        <a:pt x="0" y="19050"/>
                      </a:cubicBezTo>
                      <a:cubicBezTo>
                        <a:pt x="0" y="8477"/>
                        <a:pt x="8477" y="0"/>
                        <a:pt x="19050" y="0"/>
                      </a:cubicBezTo>
                      <a:lnTo>
                        <a:pt x="114491" y="0"/>
                      </a:lnTo>
                      <a:cubicBezTo>
                        <a:pt x="125063" y="0"/>
                        <a:pt x="133541" y="8477"/>
                        <a:pt x="133541" y="19050"/>
                      </a:cubicBezTo>
                      <a:cubicBezTo>
                        <a:pt x="133541" y="29528"/>
                        <a:pt x="125063" y="38100"/>
                        <a:pt x="114491" y="381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grpSp>
              <p:nvGrpSpPr>
                <p:cNvPr id="491" name="Graphic 112">
                  <a:extLst>
                    <a:ext uri="{FF2B5EF4-FFF2-40B4-BE49-F238E27FC236}">
                      <a16:creationId xmlns:a16="http://schemas.microsoft.com/office/drawing/2014/main" id="{B09159E6-7F03-4F59-BCF3-CAAC53AAC47A}"/>
                    </a:ext>
                  </a:extLst>
                </p:cNvPr>
                <p:cNvGrpSpPr/>
                <p:nvPr/>
              </p:nvGrpSpPr>
              <p:grpSpPr>
                <a:xfrm>
                  <a:off x="5769006" y="3448315"/>
                  <a:ext cx="825436" cy="485795"/>
                  <a:chOff x="5769006" y="3448315"/>
                  <a:chExt cx="825436" cy="485795"/>
                </a:xfrm>
                <a:grpFill/>
              </p:grpSpPr>
              <p:sp>
                <p:nvSpPr>
                  <p:cNvPr id="492" name="Freeform: Shape 491">
                    <a:extLst>
                      <a:ext uri="{FF2B5EF4-FFF2-40B4-BE49-F238E27FC236}">
                        <a16:creationId xmlns:a16="http://schemas.microsoft.com/office/drawing/2014/main" id="{F842E9A8-25B5-4C29-95AA-4A0CF66D5F5B}"/>
                      </a:ext>
                    </a:extLst>
                  </p:cNvPr>
                  <p:cNvSpPr/>
                  <p:nvPr/>
                </p:nvSpPr>
                <p:spPr>
                  <a:xfrm>
                    <a:off x="5912148" y="3538061"/>
                    <a:ext cx="431762" cy="252888"/>
                  </a:xfrm>
                  <a:custGeom>
                    <a:avLst/>
                    <a:gdLst>
                      <a:gd name="connsiteX0" fmla="*/ 269576 w 431762"/>
                      <a:gd name="connsiteY0" fmla="*/ 252889 h 252888"/>
                      <a:gd name="connsiteX1" fmla="*/ 19069 w 431762"/>
                      <a:gd name="connsiteY1" fmla="*/ 252889 h 252888"/>
                      <a:gd name="connsiteX2" fmla="*/ 2876 w 431762"/>
                      <a:gd name="connsiteY2" fmla="*/ 243840 h 252888"/>
                      <a:gd name="connsiteX3" fmla="*/ 2019 w 431762"/>
                      <a:gd name="connsiteY3" fmla="*/ 225266 h 252888"/>
                      <a:gd name="connsiteX4" fmla="*/ 109366 w 431762"/>
                      <a:gd name="connsiteY4" fmla="*/ 10573 h 252888"/>
                      <a:gd name="connsiteX5" fmla="*/ 126416 w 431762"/>
                      <a:gd name="connsiteY5" fmla="*/ 0 h 252888"/>
                      <a:gd name="connsiteX6" fmla="*/ 412737 w 431762"/>
                      <a:gd name="connsiteY6" fmla="*/ 0 h 252888"/>
                      <a:gd name="connsiteX7" fmla="*/ 429501 w 431762"/>
                      <a:gd name="connsiteY7" fmla="*/ 10097 h 252888"/>
                      <a:gd name="connsiteX8" fmla="*/ 428549 w 431762"/>
                      <a:gd name="connsiteY8" fmla="*/ 29623 h 252888"/>
                      <a:gd name="connsiteX9" fmla="*/ 285388 w 431762"/>
                      <a:gd name="connsiteY9" fmla="*/ 244412 h 252888"/>
                      <a:gd name="connsiteX10" fmla="*/ 269576 w 431762"/>
                      <a:gd name="connsiteY10" fmla="*/ 252889 h 252888"/>
                      <a:gd name="connsiteX11" fmla="*/ 49835 w 431762"/>
                      <a:gd name="connsiteY11" fmla="*/ 214789 h 252888"/>
                      <a:gd name="connsiteX12" fmla="*/ 259385 w 431762"/>
                      <a:gd name="connsiteY12" fmla="*/ 214789 h 252888"/>
                      <a:gd name="connsiteX13" fmla="*/ 377114 w 431762"/>
                      <a:gd name="connsiteY13" fmla="*/ 38195 h 252888"/>
                      <a:gd name="connsiteX14" fmla="*/ 138227 w 431762"/>
                      <a:gd name="connsiteY14" fmla="*/ 38195 h 252888"/>
                      <a:gd name="connsiteX15" fmla="*/ 49835 w 431762"/>
                      <a:gd name="connsiteY15" fmla="*/ 214789 h 2528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431762" h="252888">
                        <a:moveTo>
                          <a:pt x="269576" y="252889"/>
                        </a:moveTo>
                        <a:lnTo>
                          <a:pt x="19069" y="252889"/>
                        </a:lnTo>
                        <a:cubicBezTo>
                          <a:pt x="12497" y="252889"/>
                          <a:pt x="6305" y="249460"/>
                          <a:pt x="2876" y="243840"/>
                        </a:cubicBezTo>
                        <a:cubicBezTo>
                          <a:pt x="-648" y="238220"/>
                          <a:pt x="-934" y="231172"/>
                          <a:pt x="2019" y="225266"/>
                        </a:cubicBezTo>
                        <a:lnTo>
                          <a:pt x="109366" y="10573"/>
                        </a:lnTo>
                        <a:cubicBezTo>
                          <a:pt x="112604" y="4096"/>
                          <a:pt x="119177" y="0"/>
                          <a:pt x="126416" y="0"/>
                        </a:cubicBezTo>
                        <a:lnTo>
                          <a:pt x="412737" y="0"/>
                        </a:lnTo>
                        <a:cubicBezTo>
                          <a:pt x="419786" y="0"/>
                          <a:pt x="426263" y="3905"/>
                          <a:pt x="429501" y="10097"/>
                        </a:cubicBezTo>
                        <a:cubicBezTo>
                          <a:pt x="432835" y="16288"/>
                          <a:pt x="432454" y="23813"/>
                          <a:pt x="428549" y="29623"/>
                        </a:cubicBezTo>
                        <a:lnTo>
                          <a:pt x="285388" y="244412"/>
                        </a:lnTo>
                        <a:cubicBezTo>
                          <a:pt x="281864" y="249746"/>
                          <a:pt x="275958" y="252889"/>
                          <a:pt x="269576" y="252889"/>
                        </a:cubicBezTo>
                        <a:close/>
                        <a:moveTo>
                          <a:pt x="49835" y="214789"/>
                        </a:moveTo>
                        <a:lnTo>
                          <a:pt x="259385" y="214789"/>
                        </a:lnTo>
                        <a:lnTo>
                          <a:pt x="377114" y="38195"/>
                        </a:lnTo>
                        <a:lnTo>
                          <a:pt x="138227" y="38195"/>
                        </a:lnTo>
                        <a:lnTo>
                          <a:pt x="49835" y="214789"/>
                        </a:ln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493" name="Freeform: Shape 492">
                    <a:extLst>
                      <a:ext uri="{FF2B5EF4-FFF2-40B4-BE49-F238E27FC236}">
                        <a16:creationId xmlns:a16="http://schemas.microsoft.com/office/drawing/2014/main" id="{6F8FC410-17A9-4111-B026-D2C93E79E588}"/>
                      </a:ext>
                    </a:extLst>
                  </p:cNvPr>
                  <p:cNvSpPr/>
                  <p:nvPr/>
                </p:nvSpPr>
                <p:spPr>
                  <a:xfrm>
                    <a:off x="5968630" y="3448315"/>
                    <a:ext cx="232070" cy="342634"/>
                  </a:xfrm>
                  <a:custGeom>
                    <a:avLst/>
                    <a:gdLst>
                      <a:gd name="connsiteX0" fmla="*/ 213095 w 232070"/>
                      <a:gd name="connsiteY0" fmla="*/ 342635 h 342634"/>
                      <a:gd name="connsiteX1" fmla="*/ 196998 w 232070"/>
                      <a:gd name="connsiteY1" fmla="*/ 333777 h 342634"/>
                      <a:gd name="connsiteX2" fmla="*/ 2973 w 232070"/>
                      <a:gd name="connsiteY2" fmla="*/ 29262 h 342634"/>
                      <a:gd name="connsiteX3" fmla="*/ 8784 w 232070"/>
                      <a:gd name="connsiteY3" fmla="*/ 2973 h 342634"/>
                      <a:gd name="connsiteX4" fmla="*/ 35073 w 232070"/>
                      <a:gd name="connsiteY4" fmla="*/ 8784 h 342634"/>
                      <a:gd name="connsiteX5" fmla="*/ 229097 w 232070"/>
                      <a:gd name="connsiteY5" fmla="*/ 313298 h 342634"/>
                      <a:gd name="connsiteX6" fmla="*/ 223287 w 232070"/>
                      <a:gd name="connsiteY6" fmla="*/ 339587 h 342634"/>
                      <a:gd name="connsiteX7" fmla="*/ 213095 w 232070"/>
                      <a:gd name="connsiteY7" fmla="*/ 342635 h 3426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32070" h="342634">
                        <a:moveTo>
                          <a:pt x="213095" y="342635"/>
                        </a:moveTo>
                        <a:cubicBezTo>
                          <a:pt x="206808" y="342635"/>
                          <a:pt x="200617" y="339492"/>
                          <a:pt x="196998" y="333777"/>
                        </a:cubicBezTo>
                        <a:lnTo>
                          <a:pt x="2973" y="29262"/>
                        </a:lnTo>
                        <a:cubicBezTo>
                          <a:pt x="-2646" y="20404"/>
                          <a:pt x="-75" y="8593"/>
                          <a:pt x="8784" y="2973"/>
                        </a:cubicBezTo>
                        <a:cubicBezTo>
                          <a:pt x="17642" y="-2646"/>
                          <a:pt x="29453" y="-75"/>
                          <a:pt x="35073" y="8784"/>
                        </a:cubicBezTo>
                        <a:lnTo>
                          <a:pt x="229097" y="313298"/>
                        </a:lnTo>
                        <a:cubicBezTo>
                          <a:pt x="234717" y="322156"/>
                          <a:pt x="232145" y="333967"/>
                          <a:pt x="223287" y="339587"/>
                        </a:cubicBezTo>
                        <a:cubicBezTo>
                          <a:pt x="220143" y="341682"/>
                          <a:pt x="216619" y="342635"/>
                          <a:pt x="213095" y="342635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494" name="Freeform: Shape 493">
                    <a:extLst>
                      <a:ext uri="{FF2B5EF4-FFF2-40B4-BE49-F238E27FC236}">
                        <a16:creationId xmlns:a16="http://schemas.microsoft.com/office/drawing/2014/main" id="{FAB06ED2-E8D5-4964-84BB-6FD9BB7E0017}"/>
                      </a:ext>
                    </a:extLst>
                  </p:cNvPr>
                  <p:cNvSpPr/>
                  <p:nvPr/>
                </p:nvSpPr>
                <p:spPr>
                  <a:xfrm>
                    <a:off x="6198489" y="3466528"/>
                    <a:ext cx="252882" cy="324421"/>
                  </a:xfrm>
                  <a:custGeom>
                    <a:avLst/>
                    <a:gdLst>
                      <a:gd name="connsiteX0" fmla="*/ 233744 w 252882"/>
                      <a:gd name="connsiteY0" fmla="*/ 324422 h 324421"/>
                      <a:gd name="connsiteX1" fmla="*/ 216694 w 252882"/>
                      <a:gd name="connsiteY1" fmla="*/ 313849 h 324421"/>
                      <a:gd name="connsiteX2" fmla="*/ 78867 w 252882"/>
                      <a:gd name="connsiteY2" fmla="*/ 38100 h 324421"/>
                      <a:gd name="connsiteX3" fmla="*/ 19050 w 252882"/>
                      <a:gd name="connsiteY3" fmla="*/ 38100 h 324421"/>
                      <a:gd name="connsiteX4" fmla="*/ 0 w 252882"/>
                      <a:gd name="connsiteY4" fmla="*/ 19050 h 324421"/>
                      <a:gd name="connsiteX5" fmla="*/ 19050 w 252882"/>
                      <a:gd name="connsiteY5" fmla="*/ 0 h 324421"/>
                      <a:gd name="connsiteX6" fmla="*/ 90678 w 252882"/>
                      <a:gd name="connsiteY6" fmla="*/ 0 h 324421"/>
                      <a:gd name="connsiteX7" fmla="*/ 107728 w 252882"/>
                      <a:gd name="connsiteY7" fmla="*/ 10573 h 324421"/>
                      <a:gd name="connsiteX8" fmla="*/ 250888 w 252882"/>
                      <a:gd name="connsiteY8" fmla="*/ 296894 h 324421"/>
                      <a:gd name="connsiteX9" fmla="*/ 242411 w 252882"/>
                      <a:gd name="connsiteY9" fmla="*/ 322421 h 324421"/>
                      <a:gd name="connsiteX10" fmla="*/ 233744 w 252882"/>
                      <a:gd name="connsiteY10" fmla="*/ 324422 h 324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52882" h="324421">
                        <a:moveTo>
                          <a:pt x="233744" y="324422"/>
                        </a:moveTo>
                        <a:cubicBezTo>
                          <a:pt x="226790" y="324422"/>
                          <a:pt x="220027" y="320612"/>
                          <a:pt x="216694" y="313849"/>
                        </a:cubicBezTo>
                        <a:lnTo>
                          <a:pt x="78867" y="38100"/>
                        </a:lnTo>
                        <a:lnTo>
                          <a:pt x="19050" y="38100"/>
                        </a:lnTo>
                        <a:cubicBezTo>
                          <a:pt x="8477" y="38100"/>
                          <a:pt x="0" y="29623"/>
                          <a:pt x="0" y="19050"/>
                        </a:cubicBezTo>
                        <a:cubicBezTo>
                          <a:pt x="0" y="8477"/>
                          <a:pt x="8477" y="0"/>
                          <a:pt x="19050" y="0"/>
                        </a:cubicBezTo>
                        <a:lnTo>
                          <a:pt x="90678" y="0"/>
                        </a:lnTo>
                        <a:cubicBezTo>
                          <a:pt x="97917" y="0"/>
                          <a:pt x="104489" y="4096"/>
                          <a:pt x="107728" y="10573"/>
                        </a:cubicBezTo>
                        <a:lnTo>
                          <a:pt x="250888" y="296894"/>
                        </a:lnTo>
                        <a:cubicBezTo>
                          <a:pt x="255556" y="306324"/>
                          <a:pt x="251746" y="317754"/>
                          <a:pt x="242411" y="322421"/>
                        </a:cubicBezTo>
                        <a:cubicBezTo>
                          <a:pt x="239554" y="323755"/>
                          <a:pt x="236696" y="324422"/>
                          <a:pt x="233744" y="324422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495" name="Freeform: Shape 494">
                    <a:extLst>
                      <a:ext uri="{FF2B5EF4-FFF2-40B4-BE49-F238E27FC236}">
                        <a16:creationId xmlns:a16="http://schemas.microsoft.com/office/drawing/2014/main" id="{B7DA2500-DC0F-4055-AFF2-1AA8E08E556F}"/>
                      </a:ext>
                    </a:extLst>
                  </p:cNvPr>
                  <p:cNvSpPr/>
                  <p:nvPr/>
                </p:nvSpPr>
                <p:spPr>
                  <a:xfrm>
                    <a:off x="6377368" y="3717035"/>
                    <a:ext cx="109727" cy="109728"/>
                  </a:xfrm>
                  <a:custGeom>
                    <a:avLst/>
                    <a:gdLst>
                      <a:gd name="connsiteX0" fmla="*/ 54864 w 109727"/>
                      <a:gd name="connsiteY0" fmla="*/ 109728 h 109728"/>
                      <a:gd name="connsiteX1" fmla="*/ 0 w 109727"/>
                      <a:gd name="connsiteY1" fmla="*/ 54864 h 109728"/>
                      <a:gd name="connsiteX2" fmla="*/ 54864 w 109727"/>
                      <a:gd name="connsiteY2" fmla="*/ 0 h 109728"/>
                      <a:gd name="connsiteX3" fmla="*/ 109728 w 109727"/>
                      <a:gd name="connsiteY3" fmla="*/ 54864 h 109728"/>
                      <a:gd name="connsiteX4" fmla="*/ 54864 w 109727"/>
                      <a:gd name="connsiteY4" fmla="*/ 109728 h 109728"/>
                      <a:gd name="connsiteX5" fmla="*/ 54864 w 109727"/>
                      <a:gd name="connsiteY5" fmla="*/ 38100 h 109728"/>
                      <a:gd name="connsiteX6" fmla="*/ 38100 w 109727"/>
                      <a:gd name="connsiteY6" fmla="*/ 54864 h 109728"/>
                      <a:gd name="connsiteX7" fmla="*/ 54864 w 109727"/>
                      <a:gd name="connsiteY7" fmla="*/ 71628 h 109728"/>
                      <a:gd name="connsiteX8" fmla="*/ 71628 w 109727"/>
                      <a:gd name="connsiteY8" fmla="*/ 54864 h 109728"/>
                      <a:gd name="connsiteX9" fmla="*/ 54864 w 109727"/>
                      <a:gd name="connsiteY9" fmla="*/ 38100 h 1097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9727" h="109728">
                        <a:moveTo>
                          <a:pt x="54864" y="109728"/>
                        </a:moveTo>
                        <a:cubicBezTo>
                          <a:pt x="24670" y="109728"/>
                          <a:pt x="0" y="85154"/>
                          <a:pt x="0" y="54864"/>
                        </a:cubicBezTo>
                        <a:cubicBezTo>
                          <a:pt x="0" y="24575"/>
                          <a:pt x="24575" y="0"/>
                          <a:pt x="54864" y="0"/>
                        </a:cubicBezTo>
                        <a:cubicBezTo>
                          <a:pt x="85154" y="0"/>
                          <a:pt x="109728" y="24575"/>
                          <a:pt x="109728" y="54864"/>
                        </a:cubicBezTo>
                        <a:cubicBezTo>
                          <a:pt x="109728" y="85154"/>
                          <a:pt x="85154" y="109728"/>
                          <a:pt x="54864" y="109728"/>
                        </a:cubicBezTo>
                        <a:close/>
                        <a:moveTo>
                          <a:pt x="54864" y="38100"/>
                        </a:moveTo>
                        <a:cubicBezTo>
                          <a:pt x="45625" y="38100"/>
                          <a:pt x="38100" y="45625"/>
                          <a:pt x="38100" y="54864"/>
                        </a:cubicBezTo>
                        <a:cubicBezTo>
                          <a:pt x="38100" y="64103"/>
                          <a:pt x="45625" y="71628"/>
                          <a:pt x="54864" y="71628"/>
                        </a:cubicBezTo>
                        <a:cubicBezTo>
                          <a:pt x="64103" y="71628"/>
                          <a:pt x="71628" y="64103"/>
                          <a:pt x="71628" y="54864"/>
                        </a:cubicBezTo>
                        <a:cubicBezTo>
                          <a:pt x="71628" y="45625"/>
                          <a:pt x="64103" y="38100"/>
                          <a:pt x="54864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496" name="Freeform: Shape 495">
                    <a:extLst>
                      <a:ext uri="{FF2B5EF4-FFF2-40B4-BE49-F238E27FC236}">
                        <a16:creationId xmlns:a16="http://schemas.microsoft.com/office/drawing/2014/main" id="{9A835121-6305-445C-8B0A-F712A3BBEFAD}"/>
                      </a:ext>
                    </a:extLst>
                  </p:cNvPr>
                  <p:cNvSpPr/>
                  <p:nvPr/>
                </p:nvSpPr>
                <p:spPr>
                  <a:xfrm>
                    <a:off x="5876353" y="3717035"/>
                    <a:ext cx="109728" cy="109728"/>
                  </a:xfrm>
                  <a:custGeom>
                    <a:avLst/>
                    <a:gdLst>
                      <a:gd name="connsiteX0" fmla="*/ 54864 w 109728"/>
                      <a:gd name="connsiteY0" fmla="*/ 109728 h 109728"/>
                      <a:gd name="connsiteX1" fmla="*/ 0 w 109728"/>
                      <a:gd name="connsiteY1" fmla="*/ 54864 h 109728"/>
                      <a:gd name="connsiteX2" fmla="*/ 54864 w 109728"/>
                      <a:gd name="connsiteY2" fmla="*/ 0 h 109728"/>
                      <a:gd name="connsiteX3" fmla="*/ 109728 w 109728"/>
                      <a:gd name="connsiteY3" fmla="*/ 54864 h 109728"/>
                      <a:gd name="connsiteX4" fmla="*/ 54864 w 109728"/>
                      <a:gd name="connsiteY4" fmla="*/ 109728 h 109728"/>
                      <a:gd name="connsiteX5" fmla="*/ 54864 w 109728"/>
                      <a:gd name="connsiteY5" fmla="*/ 38100 h 109728"/>
                      <a:gd name="connsiteX6" fmla="*/ 38100 w 109728"/>
                      <a:gd name="connsiteY6" fmla="*/ 54864 h 109728"/>
                      <a:gd name="connsiteX7" fmla="*/ 54864 w 109728"/>
                      <a:gd name="connsiteY7" fmla="*/ 71628 h 109728"/>
                      <a:gd name="connsiteX8" fmla="*/ 71628 w 109728"/>
                      <a:gd name="connsiteY8" fmla="*/ 54864 h 109728"/>
                      <a:gd name="connsiteX9" fmla="*/ 54864 w 109728"/>
                      <a:gd name="connsiteY9" fmla="*/ 38100 h 1097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9728" h="109728">
                        <a:moveTo>
                          <a:pt x="54864" y="109728"/>
                        </a:moveTo>
                        <a:cubicBezTo>
                          <a:pt x="24575" y="109728"/>
                          <a:pt x="0" y="85154"/>
                          <a:pt x="0" y="54864"/>
                        </a:cubicBezTo>
                        <a:cubicBezTo>
                          <a:pt x="0" y="24575"/>
                          <a:pt x="24575" y="0"/>
                          <a:pt x="54864" y="0"/>
                        </a:cubicBezTo>
                        <a:cubicBezTo>
                          <a:pt x="85154" y="0"/>
                          <a:pt x="109728" y="24575"/>
                          <a:pt x="109728" y="54864"/>
                        </a:cubicBezTo>
                        <a:cubicBezTo>
                          <a:pt x="109728" y="85154"/>
                          <a:pt x="85058" y="109728"/>
                          <a:pt x="54864" y="109728"/>
                        </a:cubicBezTo>
                        <a:close/>
                        <a:moveTo>
                          <a:pt x="54864" y="38100"/>
                        </a:moveTo>
                        <a:cubicBezTo>
                          <a:pt x="45625" y="38100"/>
                          <a:pt x="38100" y="45625"/>
                          <a:pt x="38100" y="54864"/>
                        </a:cubicBezTo>
                        <a:cubicBezTo>
                          <a:pt x="38100" y="64103"/>
                          <a:pt x="45625" y="71628"/>
                          <a:pt x="54864" y="71628"/>
                        </a:cubicBezTo>
                        <a:cubicBezTo>
                          <a:pt x="64103" y="71628"/>
                          <a:pt x="71628" y="64103"/>
                          <a:pt x="71628" y="54864"/>
                        </a:cubicBezTo>
                        <a:cubicBezTo>
                          <a:pt x="71533" y="45625"/>
                          <a:pt x="64008" y="38100"/>
                          <a:pt x="54864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497" name="Freeform: Shape 496">
                    <a:extLst>
                      <a:ext uri="{FF2B5EF4-FFF2-40B4-BE49-F238E27FC236}">
                        <a16:creationId xmlns:a16="http://schemas.microsoft.com/office/drawing/2014/main" id="{585939CF-A76A-40BB-84F2-65A0AF298712}"/>
                      </a:ext>
                    </a:extLst>
                  </p:cNvPr>
                  <p:cNvSpPr/>
                  <p:nvPr/>
                </p:nvSpPr>
                <p:spPr>
                  <a:xfrm>
                    <a:off x="6270021" y="3609689"/>
                    <a:ext cx="324421" cy="324421"/>
                  </a:xfrm>
                  <a:custGeom>
                    <a:avLst/>
                    <a:gdLst>
                      <a:gd name="connsiteX0" fmla="*/ 162211 w 324421"/>
                      <a:gd name="connsiteY0" fmla="*/ 324421 h 324421"/>
                      <a:gd name="connsiteX1" fmla="*/ 0 w 324421"/>
                      <a:gd name="connsiteY1" fmla="*/ 162211 h 324421"/>
                      <a:gd name="connsiteX2" fmla="*/ 162211 w 324421"/>
                      <a:gd name="connsiteY2" fmla="*/ 0 h 324421"/>
                      <a:gd name="connsiteX3" fmla="*/ 324422 w 324421"/>
                      <a:gd name="connsiteY3" fmla="*/ 162211 h 324421"/>
                      <a:gd name="connsiteX4" fmla="*/ 162211 w 324421"/>
                      <a:gd name="connsiteY4" fmla="*/ 324421 h 324421"/>
                      <a:gd name="connsiteX5" fmla="*/ 162211 w 324421"/>
                      <a:gd name="connsiteY5" fmla="*/ 38100 h 324421"/>
                      <a:gd name="connsiteX6" fmla="*/ 38100 w 324421"/>
                      <a:gd name="connsiteY6" fmla="*/ 162211 h 324421"/>
                      <a:gd name="connsiteX7" fmla="*/ 162211 w 324421"/>
                      <a:gd name="connsiteY7" fmla="*/ 286321 h 324421"/>
                      <a:gd name="connsiteX8" fmla="*/ 286322 w 324421"/>
                      <a:gd name="connsiteY8" fmla="*/ 162211 h 324421"/>
                      <a:gd name="connsiteX9" fmla="*/ 162211 w 324421"/>
                      <a:gd name="connsiteY9" fmla="*/ 38100 h 324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24421" h="324421">
                        <a:moveTo>
                          <a:pt x="162211" y="324421"/>
                        </a:moveTo>
                        <a:cubicBezTo>
                          <a:pt x="72771" y="324421"/>
                          <a:pt x="0" y="251650"/>
                          <a:pt x="0" y="162211"/>
                        </a:cubicBezTo>
                        <a:cubicBezTo>
                          <a:pt x="0" y="72771"/>
                          <a:pt x="72771" y="0"/>
                          <a:pt x="162211" y="0"/>
                        </a:cubicBezTo>
                        <a:cubicBezTo>
                          <a:pt x="251651" y="0"/>
                          <a:pt x="324422" y="72771"/>
                          <a:pt x="324422" y="162211"/>
                        </a:cubicBezTo>
                        <a:cubicBezTo>
                          <a:pt x="324422" y="251650"/>
                          <a:pt x="251651" y="324421"/>
                          <a:pt x="162211" y="324421"/>
                        </a:cubicBezTo>
                        <a:close/>
                        <a:moveTo>
                          <a:pt x="162211" y="38100"/>
                        </a:moveTo>
                        <a:cubicBezTo>
                          <a:pt x="93821" y="38100"/>
                          <a:pt x="38100" y="93821"/>
                          <a:pt x="38100" y="162211"/>
                        </a:cubicBezTo>
                        <a:cubicBezTo>
                          <a:pt x="38100" y="230696"/>
                          <a:pt x="93821" y="286321"/>
                          <a:pt x="162211" y="286321"/>
                        </a:cubicBezTo>
                        <a:cubicBezTo>
                          <a:pt x="230600" y="286321"/>
                          <a:pt x="286322" y="230600"/>
                          <a:pt x="286322" y="162211"/>
                        </a:cubicBezTo>
                        <a:cubicBezTo>
                          <a:pt x="286322" y="93726"/>
                          <a:pt x="230696" y="38100"/>
                          <a:pt x="162211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498" name="Freeform: Shape 497">
                    <a:extLst>
                      <a:ext uri="{FF2B5EF4-FFF2-40B4-BE49-F238E27FC236}">
                        <a16:creationId xmlns:a16="http://schemas.microsoft.com/office/drawing/2014/main" id="{62EC12AC-622F-453B-86EE-9A81097A8A70}"/>
                      </a:ext>
                    </a:extLst>
                  </p:cNvPr>
                  <p:cNvSpPr/>
                  <p:nvPr/>
                </p:nvSpPr>
                <p:spPr>
                  <a:xfrm>
                    <a:off x="5769006" y="3609689"/>
                    <a:ext cx="324421" cy="324421"/>
                  </a:xfrm>
                  <a:custGeom>
                    <a:avLst/>
                    <a:gdLst>
                      <a:gd name="connsiteX0" fmla="*/ 162211 w 324421"/>
                      <a:gd name="connsiteY0" fmla="*/ 324421 h 324421"/>
                      <a:gd name="connsiteX1" fmla="*/ 0 w 324421"/>
                      <a:gd name="connsiteY1" fmla="*/ 162211 h 324421"/>
                      <a:gd name="connsiteX2" fmla="*/ 162211 w 324421"/>
                      <a:gd name="connsiteY2" fmla="*/ 0 h 324421"/>
                      <a:gd name="connsiteX3" fmla="*/ 324422 w 324421"/>
                      <a:gd name="connsiteY3" fmla="*/ 162211 h 324421"/>
                      <a:gd name="connsiteX4" fmla="*/ 162211 w 324421"/>
                      <a:gd name="connsiteY4" fmla="*/ 324421 h 324421"/>
                      <a:gd name="connsiteX5" fmla="*/ 162211 w 324421"/>
                      <a:gd name="connsiteY5" fmla="*/ 38100 h 324421"/>
                      <a:gd name="connsiteX6" fmla="*/ 38100 w 324421"/>
                      <a:gd name="connsiteY6" fmla="*/ 162211 h 324421"/>
                      <a:gd name="connsiteX7" fmla="*/ 162211 w 324421"/>
                      <a:gd name="connsiteY7" fmla="*/ 286321 h 324421"/>
                      <a:gd name="connsiteX8" fmla="*/ 286322 w 324421"/>
                      <a:gd name="connsiteY8" fmla="*/ 162211 h 324421"/>
                      <a:gd name="connsiteX9" fmla="*/ 162211 w 324421"/>
                      <a:gd name="connsiteY9" fmla="*/ 38100 h 324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24421" h="324421">
                        <a:moveTo>
                          <a:pt x="162211" y="324421"/>
                        </a:moveTo>
                        <a:cubicBezTo>
                          <a:pt x="72771" y="324421"/>
                          <a:pt x="0" y="251650"/>
                          <a:pt x="0" y="162211"/>
                        </a:cubicBezTo>
                        <a:cubicBezTo>
                          <a:pt x="0" y="72771"/>
                          <a:pt x="72676" y="0"/>
                          <a:pt x="162211" y="0"/>
                        </a:cubicBezTo>
                        <a:cubicBezTo>
                          <a:pt x="251650" y="0"/>
                          <a:pt x="324422" y="72771"/>
                          <a:pt x="324422" y="162211"/>
                        </a:cubicBezTo>
                        <a:cubicBezTo>
                          <a:pt x="324422" y="251650"/>
                          <a:pt x="251650" y="324421"/>
                          <a:pt x="162211" y="324421"/>
                        </a:cubicBezTo>
                        <a:close/>
                        <a:moveTo>
                          <a:pt x="162211" y="38100"/>
                        </a:moveTo>
                        <a:cubicBezTo>
                          <a:pt x="93726" y="38100"/>
                          <a:pt x="38100" y="93821"/>
                          <a:pt x="38100" y="162211"/>
                        </a:cubicBezTo>
                        <a:cubicBezTo>
                          <a:pt x="38100" y="230696"/>
                          <a:pt x="93821" y="286321"/>
                          <a:pt x="162211" y="286321"/>
                        </a:cubicBezTo>
                        <a:cubicBezTo>
                          <a:pt x="230696" y="286321"/>
                          <a:pt x="286322" y="230600"/>
                          <a:pt x="286322" y="162211"/>
                        </a:cubicBezTo>
                        <a:cubicBezTo>
                          <a:pt x="286322" y="93726"/>
                          <a:pt x="230600" y="38100"/>
                          <a:pt x="162211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</p:grpSp>
          </p:grpSp>
        </p:grpSp>
        <p:grpSp>
          <p:nvGrpSpPr>
            <p:cNvPr id="471" name="Group 470">
              <a:extLst>
                <a:ext uri="{FF2B5EF4-FFF2-40B4-BE49-F238E27FC236}">
                  <a16:creationId xmlns:a16="http://schemas.microsoft.com/office/drawing/2014/main" id="{6AE8696C-71F2-473C-8D42-8A06508E7881}"/>
                </a:ext>
              </a:extLst>
            </p:cNvPr>
            <p:cNvGrpSpPr/>
            <p:nvPr/>
          </p:nvGrpSpPr>
          <p:grpSpPr>
            <a:xfrm>
              <a:off x="8502654" y="4517370"/>
              <a:ext cx="263476" cy="225927"/>
              <a:chOff x="9230360" y="2173322"/>
              <a:chExt cx="263476" cy="225927"/>
            </a:xfrm>
          </p:grpSpPr>
          <p:sp>
            <p:nvSpPr>
              <p:cNvPr id="480" name="Freeform 125">
                <a:extLst>
                  <a:ext uri="{FF2B5EF4-FFF2-40B4-BE49-F238E27FC236}">
                    <a16:creationId xmlns:a16="http://schemas.microsoft.com/office/drawing/2014/main" id="{47259B71-055B-45F8-A0FC-3C4AB35B66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9818" y="2212780"/>
                <a:ext cx="183288" cy="186469"/>
              </a:xfrm>
              <a:custGeom>
                <a:avLst/>
                <a:gdLst>
                  <a:gd name="T0" fmla="*/ 288 w 288"/>
                  <a:gd name="T1" fmla="*/ 129 h 293"/>
                  <a:gd name="T2" fmla="*/ 145 w 288"/>
                  <a:gd name="T3" fmla="*/ 0 h 293"/>
                  <a:gd name="T4" fmla="*/ 145 w 288"/>
                  <a:gd name="T5" fmla="*/ 0 h 293"/>
                  <a:gd name="T6" fmla="*/ 145 w 288"/>
                  <a:gd name="T7" fmla="*/ 0 h 293"/>
                  <a:gd name="T8" fmla="*/ 145 w 288"/>
                  <a:gd name="T9" fmla="*/ 0 h 293"/>
                  <a:gd name="T10" fmla="*/ 0 w 288"/>
                  <a:gd name="T11" fmla="*/ 129 h 293"/>
                  <a:gd name="T12" fmla="*/ 0 w 288"/>
                  <a:gd name="T13" fmla="*/ 293 h 293"/>
                  <a:gd name="T14" fmla="*/ 107 w 288"/>
                  <a:gd name="T15" fmla="*/ 293 h 293"/>
                  <a:gd name="T16" fmla="*/ 107 w 288"/>
                  <a:gd name="T17" fmla="*/ 198 h 293"/>
                  <a:gd name="T18" fmla="*/ 180 w 288"/>
                  <a:gd name="T19" fmla="*/ 198 h 293"/>
                  <a:gd name="T20" fmla="*/ 180 w 288"/>
                  <a:gd name="T21" fmla="*/ 293 h 293"/>
                  <a:gd name="T22" fmla="*/ 288 w 288"/>
                  <a:gd name="T23" fmla="*/ 293 h 293"/>
                  <a:gd name="T24" fmla="*/ 288 w 288"/>
                  <a:gd name="T25" fmla="*/ 129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8" h="293">
                    <a:moveTo>
                      <a:pt x="288" y="129"/>
                    </a:move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0" y="129"/>
                    </a:lnTo>
                    <a:lnTo>
                      <a:pt x="0" y="293"/>
                    </a:lnTo>
                    <a:lnTo>
                      <a:pt x="107" y="293"/>
                    </a:lnTo>
                    <a:lnTo>
                      <a:pt x="107" y="198"/>
                    </a:lnTo>
                    <a:lnTo>
                      <a:pt x="180" y="198"/>
                    </a:lnTo>
                    <a:lnTo>
                      <a:pt x="180" y="293"/>
                    </a:lnTo>
                    <a:lnTo>
                      <a:pt x="288" y="293"/>
                    </a:lnTo>
                    <a:lnTo>
                      <a:pt x="288" y="129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481" name="Freeform 126">
                <a:extLst>
                  <a:ext uri="{FF2B5EF4-FFF2-40B4-BE49-F238E27FC236}">
                    <a16:creationId xmlns:a16="http://schemas.microsoft.com/office/drawing/2014/main" id="{05865E54-0342-4AA1-8A8B-18A4EBEB03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0360" y="2173322"/>
                <a:ext cx="263476" cy="114554"/>
              </a:xfrm>
              <a:custGeom>
                <a:avLst/>
                <a:gdLst>
                  <a:gd name="T0" fmla="*/ 414 w 414"/>
                  <a:gd name="T1" fmla="*/ 180 h 180"/>
                  <a:gd name="T2" fmla="*/ 207 w 414"/>
                  <a:gd name="T3" fmla="*/ 0 h 180"/>
                  <a:gd name="T4" fmla="*/ 109 w 414"/>
                  <a:gd name="T5" fmla="*/ 84 h 180"/>
                  <a:gd name="T6" fmla="*/ 109 w 414"/>
                  <a:gd name="T7" fmla="*/ 30 h 180"/>
                  <a:gd name="T8" fmla="*/ 64 w 414"/>
                  <a:gd name="T9" fmla="*/ 30 h 180"/>
                  <a:gd name="T10" fmla="*/ 64 w 414"/>
                  <a:gd name="T11" fmla="*/ 123 h 180"/>
                  <a:gd name="T12" fmla="*/ 0 w 414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4" h="180">
                    <a:moveTo>
                      <a:pt x="414" y="180"/>
                    </a:moveTo>
                    <a:lnTo>
                      <a:pt x="207" y="0"/>
                    </a:lnTo>
                    <a:lnTo>
                      <a:pt x="109" y="84"/>
                    </a:lnTo>
                    <a:lnTo>
                      <a:pt x="109" y="30"/>
                    </a:lnTo>
                    <a:lnTo>
                      <a:pt x="64" y="30"/>
                    </a:lnTo>
                    <a:lnTo>
                      <a:pt x="64" y="123"/>
                    </a:lnTo>
                    <a:lnTo>
                      <a:pt x="0" y="180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7F3BD4A-2912-4ABB-A8DA-57EC08B23ACC}"/>
              </a:ext>
            </a:extLst>
          </p:cNvPr>
          <p:cNvGrpSpPr/>
          <p:nvPr/>
        </p:nvGrpSpPr>
        <p:grpSpPr>
          <a:xfrm>
            <a:off x="10278195" y="3607213"/>
            <a:ext cx="757222" cy="310571"/>
            <a:chOff x="8008908" y="4977629"/>
            <a:chExt cx="757222" cy="310571"/>
          </a:xfrm>
        </p:grpSpPr>
        <p:grpSp>
          <p:nvGrpSpPr>
            <p:cNvPr id="500" name="Group 499">
              <a:extLst>
                <a:ext uri="{FF2B5EF4-FFF2-40B4-BE49-F238E27FC236}">
                  <a16:creationId xmlns:a16="http://schemas.microsoft.com/office/drawing/2014/main" id="{1CE3C061-F8C4-424C-9F9A-E3F1D3867AFC}"/>
                </a:ext>
              </a:extLst>
            </p:cNvPr>
            <p:cNvGrpSpPr/>
            <p:nvPr/>
          </p:nvGrpSpPr>
          <p:grpSpPr>
            <a:xfrm>
              <a:off x="8008908" y="4977629"/>
              <a:ext cx="419847" cy="310571"/>
              <a:chOff x="8609927" y="1562831"/>
              <a:chExt cx="419847" cy="310571"/>
            </a:xfrm>
          </p:grpSpPr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E027E4D1-EA87-49B7-A7F9-6562481D824D}"/>
                  </a:ext>
                </a:extLst>
              </p:cNvPr>
              <p:cNvSpPr/>
              <p:nvPr/>
            </p:nvSpPr>
            <p:spPr>
              <a:xfrm>
                <a:off x="8609927" y="1585836"/>
                <a:ext cx="149535" cy="149534"/>
              </a:xfrm>
              <a:custGeom>
                <a:avLst/>
                <a:gdLst>
                  <a:gd name="connsiteX0" fmla="*/ 247650 w 495300"/>
                  <a:gd name="connsiteY0" fmla="*/ 495300 h 495300"/>
                  <a:gd name="connsiteX1" fmla="*/ 0 w 495300"/>
                  <a:gd name="connsiteY1" fmla="*/ 247650 h 495300"/>
                  <a:gd name="connsiteX2" fmla="*/ 247650 w 495300"/>
                  <a:gd name="connsiteY2" fmla="*/ 0 h 495300"/>
                  <a:gd name="connsiteX3" fmla="*/ 495300 w 495300"/>
                  <a:gd name="connsiteY3" fmla="*/ 247650 h 495300"/>
                  <a:gd name="connsiteX4" fmla="*/ 247650 w 495300"/>
                  <a:gd name="connsiteY4" fmla="*/ 495300 h 495300"/>
                  <a:gd name="connsiteX5" fmla="*/ 247650 w 495300"/>
                  <a:gd name="connsiteY5" fmla="*/ 38100 h 495300"/>
                  <a:gd name="connsiteX6" fmla="*/ 38100 w 495300"/>
                  <a:gd name="connsiteY6" fmla="*/ 247650 h 495300"/>
                  <a:gd name="connsiteX7" fmla="*/ 247650 w 495300"/>
                  <a:gd name="connsiteY7" fmla="*/ 457200 h 495300"/>
                  <a:gd name="connsiteX8" fmla="*/ 457200 w 495300"/>
                  <a:gd name="connsiteY8" fmla="*/ 247650 h 495300"/>
                  <a:gd name="connsiteX9" fmla="*/ 247650 w 495300"/>
                  <a:gd name="connsiteY9" fmla="*/ 38100 h 495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5300" h="495300">
                    <a:moveTo>
                      <a:pt x="247650" y="495300"/>
                    </a:moveTo>
                    <a:cubicBezTo>
                      <a:pt x="111062" y="495300"/>
                      <a:pt x="0" y="384239"/>
                      <a:pt x="0" y="247650"/>
                    </a:cubicBezTo>
                    <a:cubicBezTo>
                      <a:pt x="0" y="111062"/>
                      <a:pt x="111062" y="0"/>
                      <a:pt x="247650" y="0"/>
                    </a:cubicBezTo>
                    <a:cubicBezTo>
                      <a:pt x="384239" y="0"/>
                      <a:pt x="495300" y="111062"/>
                      <a:pt x="495300" y="247650"/>
                    </a:cubicBezTo>
                    <a:cubicBezTo>
                      <a:pt x="495300" y="384239"/>
                      <a:pt x="384239" y="495300"/>
                      <a:pt x="247650" y="495300"/>
                    </a:cubicBezTo>
                    <a:close/>
                    <a:moveTo>
                      <a:pt x="247650" y="38100"/>
                    </a:moveTo>
                    <a:cubicBezTo>
                      <a:pt x="132112" y="38100"/>
                      <a:pt x="38100" y="132112"/>
                      <a:pt x="38100" y="247650"/>
                    </a:cubicBezTo>
                    <a:cubicBezTo>
                      <a:pt x="38100" y="363188"/>
                      <a:pt x="132112" y="457200"/>
                      <a:pt x="247650" y="457200"/>
                    </a:cubicBezTo>
                    <a:cubicBezTo>
                      <a:pt x="363188" y="457200"/>
                      <a:pt x="457200" y="363188"/>
                      <a:pt x="457200" y="247650"/>
                    </a:cubicBezTo>
                    <a:cubicBezTo>
                      <a:pt x="457200" y="132112"/>
                      <a:pt x="363188" y="38100"/>
                      <a:pt x="247650" y="381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2F61555F-E5C9-43F2-9DA9-C768F11ADE26}"/>
                  </a:ext>
                </a:extLst>
              </p:cNvPr>
              <p:cNvSpPr/>
              <p:nvPr/>
            </p:nvSpPr>
            <p:spPr>
              <a:xfrm>
                <a:off x="8678943" y="1700863"/>
                <a:ext cx="11503" cy="172539"/>
              </a:xfrm>
              <a:custGeom>
                <a:avLst/>
                <a:gdLst>
                  <a:gd name="connsiteX0" fmla="*/ 19050 w 38100"/>
                  <a:gd name="connsiteY0" fmla="*/ 571500 h 571500"/>
                  <a:gd name="connsiteX1" fmla="*/ 0 w 38100"/>
                  <a:gd name="connsiteY1" fmla="*/ 552450 h 571500"/>
                  <a:gd name="connsiteX2" fmla="*/ 0 w 38100"/>
                  <a:gd name="connsiteY2" fmla="*/ 19050 h 571500"/>
                  <a:gd name="connsiteX3" fmla="*/ 19050 w 38100"/>
                  <a:gd name="connsiteY3" fmla="*/ 0 h 571500"/>
                  <a:gd name="connsiteX4" fmla="*/ 38100 w 38100"/>
                  <a:gd name="connsiteY4" fmla="*/ 19050 h 571500"/>
                  <a:gd name="connsiteX5" fmla="*/ 38100 w 38100"/>
                  <a:gd name="connsiteY5" fmla="*/ 552450 h 571500"/>
                  <a:gd name="connsiteX6" fmla="*/ 19050 w 38100"/>
                  <a:gd name="connsiteY6" fmla="*/ 571500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100" h="571500">
                    <a:moveTo>
                      <a:pt x="19050" y="571500"/>
                    </a:moveTo>
                    <a:cubicBezTo>
                      <a:pt x="8477" y="571500"/>
                      <a:pt x="0" y="563023"/>
                      <a:pt x="0" y="552450"/>
                    </a:cubicBezTo>
                    <a:lnTo>
                      <a:pt x="0" y="19050"/>
                    </a:lnTo>
                    <a:cubicBezTo>
                      <a:pt x="0" y="8477"/>
                      <a:pt x="8477" y="0"/>
                      <a:pt x="19050" y="0"/>
                    </a:cubicBezTo>
                    <a:cubicBezTo>
                      <a:pt x="29623" y="0"/>
                      <a:pt x="38100" y="8477"/>
                      <a:pt x="38100" y="19050"/>
                    </a:cubicBezTo>
                    <a:lnTo>
                      <a:pt x="38100" y="552450"/>
                    </a:lnTo>
                    <a:cubicBezTo>
                      <a:pt x="38100" y="563023"/>
                      <a:pt x="29623" y="571500"/>
                      <a:pt x="19050" y="5715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843179D9-3ABD-427A-A84E-185788AF94A1}"/>
                  </a:ext>
                </a:extLst>
              </p:cNvPr>
              <p:cNvSpPr/>
              <p:nvPr/>
            </p:nvSpPr>
            <p:spPr>
              <a:xfrm>
                <a:off x="8655952" y="1677843"/>
                <a:ext cx="57513" cy="34522"/>
              </a:xfrm>
              <a:custGeom>
                <a:avLst/>
                <a:gdLst>
                  <a:gd name="connsiteX0" fmla="*/ 95202 w 190499"/>
                  <a:gd name="connsiteY0" fmla="*/ 114348 h 114347"/>
                  <a:gd name="connsiteX1" fmla="*/ 81772 w 190499"/>
                  <a:gd name="connsiteY1" fmla="*/ 108728 h 114347"/>
                  <a:gd name="connsiteX2" fmla="*/ 5572 w 190499"/>
                  <a:gd name="connsiteY2" fmla="*/ 32528 h 114347"/>
                  <a:gd name="connsiteX3" fmla="*/ 5572 w 190499"/>
                  <a:gd name="connsiteY3" fmla="*/ 5572 h 114347"/>
                  <a:gd name="connsiteX4" fmla="*/ 32528 w 190499"/>
                  <a:gd name="connsiteY4" fmla="*/ 5572 h 114347"/>
                  <a:gd name="connsiteX5" fmla="*/ 95202 w 190499"/>
                  <a:gd name="connsiteY5" fmla="*/ 68342 h 114347"/>
                  <a:gd name="connsiteX6" fmla="*/ 157972 w 190499"/>
                  <a:gd name="connsiteY6" fmla="*/ 5572 h 114347"/>
                  <a:gd name="connsiteX7" fmla="*/ 184928 w 190499"/>
                  <a:gd name="connsiteY7" fmla="*/ 5572 h 114347"/>
                  <a:gd name="connsiteX8" fmla="*/ 184928 w 190499"/>
                  <a:gd name="connsiteY8" fmla="*/ 32528 h 114347"/>
                  <a:gd name="connsiteX9" fmla="*/ 108728 w 190499"/>
                  <a:gd name="connsiteY9" fmla="*/ 108728 h 114347"/>
                  <a:gd name="connsiteX10" fmla="*/ 95202 w 190499"/>
                  <a:gd name="connsiteY10" fmla="*/ 114348 h 114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0499" h="114347">
                    <a:moveTo>
                      <a:pt x="95202" y="114348"/>
                    </a:moveTo>
                    <a:cubicBezTo>
                      <a:pt x="90345" y="114348"/>
                      <a:pt x="85487" y="112443"/>
                      <a:pt x="81772" y="108728"/>
                    </a:cubicBezTo>
                    <a:lnTo>
                      <a:pt x="5572" y="32528"/>
                    </a:lnTo>
                    <a:cubicBezTo>
                      <a:pt x="-1857" y="25098"/>
                      <a:pt x="-1857" y="13002"/>
                      <a:pt x="5572" y="5572"/>
                    </a:cubicBezTo>
                    <a:cubicBezTo>
                      <a:pt x="13002" y="-1857"/>
                      <a:pt x="25098" y="-1857"/>
                      <a:pt x="32528" y="5572"/>
                    </a:cubicBezTo>
                    <a:lnTo>
                      <a:pt x="95202" y="68342"/>
                    </a:lnTo>
                    <a:lnTo>
                      <a:pt x="157972" y="5572"/>
                    </a:lnTo>
                    <a:cubicBezTo>
                      <a:pt x="165402" y="-1857"/>
                      <a:pt x="177498" y="-1857"/>
                      <a:pt x="184928" y="5572"/>
                    </a:cubicBezTo>
                    <a:cubicBezTo>
                      <a:pt x="192357" y="13002"/>
                      <a:pt x="192357" y="25098"/>
                      <a:pt x="184928" y="32528"/>
                    </a:cubicBezTo>
                    <a:lnTo>
                      <a:pt x="108728" y="108728"/>
                    </a:lnTo>
                    <a:cubicBezTo>
                      <a:pt x="104918" y="112443"/>
                      <a:pt x="100060" y="114348"/>
                      <a:pt x="95202" y="114348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E47ABF60-9907-4243-AA1F-29495D6AB740}"/>
                  </a:ext>
                </a:extLst>
              </p:cNvPr>
              <p:cNvSpPr/>
              <p:nvPr/>
            </p:nvSpPr>
            <p:spPr>
              <a:xfrm>
                <a:off x="8661689" y="1861899"/>
                <a:ext cx="368085" cy="11503"/>
              </a:xfrm>
              <a:custGeom>
                <a:avLst/>
                <a:gdLst>
                  <a:gd name="connsiteX0" fmla="*/ 0 w 1219200"/>
                  <a:gd name="connsiteY0" fmla="*/ 0 h 38100"/>
                  <a:gd name="connsiteX1" fmla="*/ 1219200 w 1219200"/>
                  <a:gd name="connsiteY1" fmla="*/ 0 h 38100"/>
                  <a:gd name="connsiteX2" fmla="*/ 1219200 w 1219200"/>
                  <a:gd name="connsiteY2" fmla="*/ 38100 h 38100"/>
                  <a:gd name="connsiteX3" fmla="*/ 0 w 121920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9200" h="38100">
                    <a:moveTo>
                      <a:pt x="0" y="0"/>
                    </a:moveTo>
                    <a:lnTo>
                      <a:pt x="1219200" y="0"/>
                    </a:lnTo>
                    <a:lnTo>
                      <a:pt x="12192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B6341380-35B9-4DEB-8608-7B54707301EA}"/>
                  </a:ext>
                </a:extLst>
              </p:cNvPr>
              <p:cNvSpPr/>
              <p:nvPr/>
            </p:nvSpPr>
            <p:spPr>
              <a:xfrm>
                <a:off x="8817003" y="1562831"/>
                <a:ext cx="57485" cy="34508"/>
              </a:xfrm>
              <a:custGeom>
                <a:avLst/>
                <a:gdLst>
                  <a:gd name="connsiteX0" fmla="*/ 95156 w 190405"/>
                  <a:gd name="connsiteY0" fmla="*/ 114300 h 114300"/>
                  <a:gd name="connsiteX1" fmla="*/ 76106 w 190405"/>
                  <a:gd name="connsiteY1" fmla="*/ 95536 h 114300"/>
                  <a:gd name="connsiteX2" fmla="*/ 76106 w 190405"/>
                  <a:gd name="connsiteY2" fmla="*/ 95536 h 114300"/>
                  <a:gd name="connsiteX3" fmla="*/ 76106 w 190405"/>
                  <a:gd name="connsiteY3" fmla="*/ 95536 h 114300"/>
                  <a:gd name="connsiteX4" fmla="*/ 76106 w 190405"/>
                  <a:gd name="connsiteY4" fmla="*/ 95536 h 114300"/>
                  <a:gd name="connsiteX5" fmla="*/ 76106 w 190405"/>
                  <a:gd name="connsiteY5" fmla="*/ 95441 h 114300"/>
                  <a:gd name="connsiteX6" fmla="*/ 76106 w 190405"/>
                  <a:gd name="connsiteY6" fmla="*/ 95345 h 114300"/>
                  <a:gd name="connsiteX7" fmla="*/ 76106 w 190405"/>
                  <a:gd name="connsiteY7" fmla="*/ 95345 h 114300"/>
                  <a:gd name="connsiteX8" fmla="*/ 76106 w 190405"/>
                  <a:gd name="connsiteY8" fmla="*/ 95250 h 114300"/>
                  <a:gd name="connsiteX9" fmla="*/ 18860 w 190405"/>
                  <a:gd name="connsiteY9" fmla="*/ 38100 h 114300"/>
                  <a:gd name="connsiteX10" fmla="*/ 1 w 190405"/>
                  <a:gd name="connsiteY10" fmla="*/ 18955 h 114300"/>
                  <a:gd name="connsiteX11" fmla="*/ 18956 w 190405"/>
                  <a:gd name="connsiteY11" fmla="*/ 0 h 114300"/>
                  <a:gd name="connsiteX12" fmla="*/ 95441 w 190405"/>
                  <a:gd name="connsiteY12" fmla="*/ 35243 h 114300"/>
                  <a:gd name="connsiteX13" fmla="*/ 171356 w 190405"/>
                  <a:gd name="connsiteY13" fmla="*/ 0 h 114300"/>
                  <a:gd name="connsiteX14" fmla="*/ 190406 w 190405"/>
                  <a:gd name="connsiteY14" fmla="*/ 19050 h 114300"/>
                  <a:gd name="connsiteX15" fmla="*/ 171356 w 190405"/>
                  <a:gd name="connsiteY15" fmla="*/ 38100 h 114300"/>
                  <a:gd name="connsiteX16" fmla="*/ 114206 w 190405"/>
                  <a:gd name="connsiteY16" fmla="*/ 95345 h 114300"/>
                  <a:gd name="connsiteX17" fmla="*/ 95156 w 190405"/>
                  <a:gd name="connsiteY17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0405" h="114300">
                    <a:moveTo>
                      <a:pt x="95156" y="114300"/>
                    </a:moveTo>
                    <a:cubicBezTo>
                      <a:pt x="84678" y="114300"/>
                      <a:pt x="76296" y="105918"/>
                      <a:pt x="76106" y="95536"/>
                    </a:cubicBezTo>
                    <a:cubicBezTo>
                      <a:pt x="76106" y="95536"/>
                      <a:pt x="76106" y="95536"/>
                      <a:pt x="76106" y="95536"/>
                    </a:cubicBezTo>
                    <a:lnTo>
                      <a:pt x="76106" y="95536"/>
                    </a:lnTo>
                    <a:lnTo>
                      <a:pt x="76106" y="95536"/>
                    </a:lnTo>
                    <a:cubicBezTo>
                      <a:pt x="76106" y="95536"/>
                      <a:pt x="76106" y="95441"/>
                      <a:pt x="76106" y="95441"/>
                    </a:cubicBezTo>
                    <a:cubicBezTo>
                      <a:pt x="76106" y="95441"/>
                      <a:pt x="76106" y="95441"/>
                      <a:pt x="76106" y="95345"/>
                    </a:cubicBezTo>
                    <a:lnTo>
                      <a:pt x="76106" y="95345"/>
                    </a:lnTo>
                    <a:cubicBezTo>
                      <a:pt x="76106" y="95345"/>
                      <a:pt x="76106" y="95345"/>
                      <a:pt x="76106" y="95250"/>
                    </a:cubicBezTo>
                    <a:cubicBezTo>
                      <a:pt x="76106" y="41434"/>
                      <a:pt x="28385" y="38195"/>
                      <a:pt x="18860" y="38100"/>
                    </a:cubicBezTo>
                    <a:cubicBezTo>
                      <a:pt x="8383" y="38005"/>
                      <a:pt x="-94" y="29432"/>
                      <a:pt x="1" y="18955"/>
                    </a:cubicBezTo>
                    <a:cubicBezTo>
                      <a:pt x="1" y="8477"/>
                      <a:pt x="8478" y="0"/>
                      <a:pt x="18956" y="0"/>
                    </a:cubicBezTo>
                    <a:cubicBezTo>
                      <a:pt x="40482" y="0"/>
                      <a:pt x="74391" y="8477"/>
                      <a:pt x="95441" y="35243"/>
                    </a:cubicBezTo>
                    <a:cubicBezTo>
                      <a:pt x="109824" y="15621"/>
                      <a:pt x="133637" y="0"/>
                      <a:pt x="171356" y="0"/>
                    </a:cubicBezTo>
                    <a:cubicBezTo>
                      <a:pt x="181928" y="0"/>
                      <a:pt x="190406" y="8573"/>
                      <a:pt x="190406" y="19050"/>
                    </a:cubicBezTo>
                    <a:cubicBezTo>
                      <a:pt x="190406" y="29528"/>
                      <a:pt x="181928" y="38100"/>
                      <a:pt x="171356" y="38100"/>
                    </a:cubicBezTo>
                    <a:cubicBezTo>
                      <a:pt x="117635" y="38100"/>
                      <a:pt x="114301" y="85725"/>
                      <a:pt x="114206" y="95345"/>
                    </a:cubicBezTo>
                    <a:cubicBezTo>
                      <a:pt x="114110" y="105823"/>
                      <a:pt x="105633" y="114300"/>
                      <a:pt x="95156" y="114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5EDD1E16-5372-4E4D-A966-3C41A5D7942B}"/>
                  </a:ext>
                </a:extLst>
              </p:cNvPr>
              <p:cNvSpPr/>
              <p:nvPr/>
            </p:nvSpPr>
            <p:spPr>
              <a:xfrm>
                <a:off x="8863014" y="1585836"/>
                <a:ext cx="57485" cy="34508"/>
              </a:xfrm>
              <a:custGeom>
                <a:avLst/>
                <a:gdLst>
                  <a:gd name="connsiteX0" fmla="*/ 95156 w 190405"/>
                  <a:gd name="connsiteY0" fmla="*/ 114300 h 114300"/>
                  <a:gd name="connsiteX1" fmla="*/ 76106 w 190405"/>
                  <a:gd name="connsiteY1" fmla="*/ 95536 h 114300"/>
                  <a:gd name="connsiteX2" fmla="*/ 76106 w 190405"/>
                  <a:gd name="connsiteY2" fmla="*/ 95536 h 114300"/>
                  <a:gd name="connsiteX3" fmla="*/ 76106 w 190405"/>
                  <a:gd name="connsiteY3" fmla="*/ 95536 h 114300"/>
                  <a:gd name="connsiteX4" fmla="*/ 76106 w 190405"/>
                  <a:gd name="connsiteY4" fmla="*/ 95536 h 114300"/>
                  <a:gd name="connsiteX5" fmla="*/ 76106 w 190405"/>
                  <a:gd name="connsiteY5" fmla="*/ 95441 h 114300"/>
                  <a:gd name="connsiteX6" fmla="*/ 76106 w 190405"/>
                  <a:gd name="connsiteY6" fmla="*/ 95345 h 114300"/>
                  <a:gd name="connsiteX7" fmla="*/ 76106 w 190405"/>
                  <a:gd name="connsiteY7" fmla="*/ 95345 h 114300"/>
                  <a:gd name="connsiteX8" fmla="*/ 76106 w 190405"/>
                  <a:gd name="connsiteY8" fmla="*/ 95250 h 114300"/>
                  <a:gd name="connsiteX9" fmla="*/ 18860 w 190405"/>
                  <a:gd name="connsiteY9" fmla="*/ 38100 h 114300"/>
                  <a:gd name="connsiteX10" fmla="*/ 1 w 190405"/>
                  <a:gd name="connsiteY10" fmla="*/ 18955 h 114300"/>
                  <a:gd name="connsiteX11" fmla="*/ 18956 w 190405"/>
                  <a:gd name="connsiteY11" fmla="*/ 0 h 114300"/>
                  <a:gd name="connsiteX12" fmla="*/ 95441 w 190405"/>
                  <a:gd name="connsiteY12" fmla="*/ 35243 h 114300"/>
                  <a:gd name="connsiteX13" fmla="*/ 171356 w 190405"/>
                  <a:gd name="connsiteY13" fmla="*/ 0 h 114300"/>
                  <a:gd name="connsiteX14" fmla="*/ 190406 w 190405"/>
                  <a:gd name="connsiteY14" fmla="*/ 19050 h 114300"/>
                  <a:gd name="connsiteX15" fmla="*/ 171356 w 190405"/>
                  <a:gd name="connsiteY15" fmla="*/ 38100 h 114300"/>
                  <a:gd name="connsiteX16" fmla="*/ 114206 w 190405"/>
                  <a:gd name="connsiteY16" fmla="*/ 95345 h 114300"/>
                  <a:gd name="connsiteX17" fmla="*/ 95156 w 190405"/>
                  <a:gd name="connsiteY17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0405" h="114300">
                    <a:moveTo>
                      <a:pt x="95156" y="114300"/>
                    </a:moveTo>
                    <a:cubicBezTo>
                      <a:pt x="84678" y="114300"/>
                      <a:pt x="76296" y="105918"/>
                      <a:pt x="76106" y="95536"/>
                    </a:cubicBezTo>
                    <a:cubicBezTo>
                      <a:pt x="76106" y="95536"/>
                      <a:pt x="76106" y="95536"/>
                      <a:pt x="76106" y="95536"/>
                    </a:cubicBezTo>
                    <a:lnTo>
                      <a:pt x="76106" y="95536"/>
                    </a:lnTo>
                    <a:lnTo>
                      <a:pt x="76106" y="95536"/>
                    </a:lnTo>
                    <a:cubicBezTo>
                      <a:pt x="76106" y="95536"/>
                      <a:pt x="76106" y="95441"/>
                      <a:pt x="76106" y="95441"/>
                    </a:cubicBezTo>
                    <a:cubicBezTo>
                      <a:pt x="76106" y="95441"/>
                      <a:pt x="76106" y="95441"/>
                      <a:pt x="76106" y="95345"/>
                    </a:cubicBezTo>
                    <a:lnTo>
                      <a:pt x="76106" y="95345"/>
                    </a:lnTo>
                    <a:cubicBezTo>
                      <a:pt x="76106" y="95345"/>
                      <a:pt x="76106" y="95345"/>
                      <a:pt x="76106" y="95250"/>
                    </a:cubicBezTo>
                    <a:cubicBezTo>
                      <a:pt x="76106" y="41434"/>
                      <a:pt x="28385" y="38195"/>
                      <a:pt x="18860" y="38100"/>
                    </a:cubicBezTo>
                    <a:cubicBezTo>
                      <a:pt x="8383" y="38005"/>
                      <a:pt x="-94" y="29432"/>
                      <a:pt x="1" y="18955"/>
                    </a:cubicBezTo>
                    <a:cubicBezTo>
                      <a:pt x="1" y="8477"/>
                      <a:pt x="8478" y="0"/>
                      <a:pt x="18956" y="0"/>
                    </a:cubicBezTo>
                    <a:cubicBezTo>
                      <a:pt x="40482" y="0"/>
                      <a:pt x="74391" y="8477"/>
                      <a:pt x="95441" y="35243"/>
                    </a:cubicBezTo>
                    <a:cubicBezTo>
                      <a:pt x="109824" y="15621"/>
                      <a:pt x="133637" y="0"/>
                      <a:pt x="171356" y="0"/>
                    </a:cubicBezTo>
                    <a:cubicBezTo>
                      <a:pt x="181928" y="0"/>
                      <a:pt x="190406" y="8572"/>
                      <a:pt x="190406" y="19050"/>
                    </a:cubicBezTo>
                    <a:cubicBezTo>
                      <a:pt x="190406" y="29528"/>
                      <a:pt x="181928" y="38100"/>
                      <a:pt x="171356" y="38100"/>
                    </a:cubicBezTo>
                    <a:cubicBezTo>
                      <a:pt x="117635" y="38100"/>
                      <a:pt x="114301" y="85725"/>
                      <a:pt x="114206" y="95345"/>
                    </a:cubicBezTo>
                    <a:cubicBezTo>
                      <a:pt x="114110" y="105823"/>
                      <a:pt x="105633" y="114300"/>
                      <a:pt x="95156" y="114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A80A85DF-711F-4683-9697-538FBA06FF66}"/>
                  </a:ext>
                </a:extLst>
              </p:cNvPr>
              <p:cNvSpPr/>
              <p:nvPr/>
            </p:nvSpPr>
            <p:spPr>
              <a:xfrm>
                <a:off x="8793998" y="1608842"/>
                <a:ext cx="57485" cy="34508"/>
              </a:xfrm>
              <a:custGeom>
                <a:avLst/>
                <a:gdLst>
                  <a:gd name="connsiteX0" fmla="*/ 95156 w 190405"/>
                  <a:gd name="connsiteY0" fmla="*/ 114300 h 114300"/>
                  <a:gd name="connsiteX1" fmla="*/ 76106 w 190405"/>
                  <a:gd name="connsiteY1" fmla="*/ 95536 h 114300"/>
                  <a:gd name="connsiteX2" fmla="*/ 76106 w 190405"/>
                  <a:gd name="connsiteY2" fmla="*/ 95536 h 114300"/>
                  <a:gd name="connsiteX3" fmla="*/ 76106 w 190405"/>
                  <a:gd name="connsiteY3" fmla="*/ 95536 h 114300"/>
                  <a:gd name="connsiteX4" fmla="*/ 76106 w 190405"/>
                  <a:gd name="connsiteY4" fmla="*/ 95536 h 114300"/>
                  <a:gd name="connsiteX5" fmla="*/ 76106 w 190405"/>
                  <a:gd name="connsiteY5" fmla="*/ 95441 h 114300"/>
                  <a:gd name="connsiteX6" fmla="*/ 76106 w 190405"/>
                  <a:gd name="connsiteY6" fmla="*/ 95345 h 114300"/>
                  <a:gd name="connsiteX7" fmla="*/ 76106 w 190405"/>
                  <a:gd name="connsiteY7" fmla="*/ 95345 h 114300"/>
                  <a:gd name="connsiteX8" fmla="*/ 76106 w 190405"/>
                  <a:gd name="connsiteY8" fmla="*/ 95250 h 114300"/>
                  <a:gd name="connsiteX9" fmla="*/ 18860 w 190405"/>
                  <a:gd name="connsiteY9" fmla="*/ 38100 h 114300"/>
                  <a:gd name="connsiteX10" fmla="*/ 1 w 190405"/>
                  <a:gd name="connsiteY10" fmla="*/ 18955 h 114300"/>
                  <a:gd name="connsiteX11" fmla="*/ 18956 w 190405"/>
                  <a:gd name="connsiteY11" fmla="*/ 0 h 114300"/>
                  <a:gd name="connsiteX12" fmla="*/ 95441 w 190405"/>
                  <a:gd name="connsiteY12" fmla="*/ 35243 h 114300"/>
                  <a:gd name="connsiteX13" fmla="*/ 171356 w 190405"/>
                  <a:gd name="connsiteY13" fmla="*/ 0 h 114300"/>
                  <a:gd name="connsiteX14" fmla="*/ 190406 w 190405"/>
                  <a:gd name="connsiteY14" fmla="*/ 19050 h 114300"/>
                  <a:gd name="connsiteX15" fmla="*/ 171356 w 190405"/>
                  <a:gd name="connsiteY15" fmla="*/ 38100 h 114300"/>
                  <a:gd name="connsiteX16" fmla="*/ 114206 w 190405"/>
                  <a:gd name="connsiteY16" fmla="*/ 95345 h 114300"/>
                  <a:gd name="connsiteX17" fmla="*/ 95156 w 190405"/>
                  <a:gd name="connsiteY17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0405" h="114300">
                    <a:moveTo>
                      <a:pt x="95156" y="114300"/>
                    </a:moveTo>
                    <a:cubicBezTo>
                      <a:pt x="84678" y="114300"/>
                      <a:pt x="76296" y="105918"/>
                      <a:pt x="76106" y="95536"/>
                    </a:cubicBezTo>
                    <a:cubicBezTo>
                      <a:pt x="76106" y="95536"/>
                      <a:pt x="76106" y="95536"/>
                      <a:pt x="76106" y="95536"/>
                    </a:cubicBezTo>
                    <a:lnTo>
                      <a:pt x="76106" y="95536"/>
                    </a:lnTo>
                    <a:lnTo>
                      <a:pt x="76106" y="95536"/>
                    </a:lnTo>
                    <a:cubicBezTo>
                      <a:pt x="76106" y="95536"/>
                      <a:pt x="76106" y="95441"/>
                      <a:pt x="76106" y="95441"/>
                    </a:cubicBezTo>
                    <a:cubicBezTo>
                      <a:pt x="76106" y="95441"/>
                      <a:pt x="76106" y="95441"/>
                      <a:pt x="76106" y="95345"/>
                    </a:cubicBezTo>
                    <a:lnTo>
                      <a:pt x="76106" y="95345"/>
                    </a:lnTo>
                    <a:cubicBezTo>
                      <a:pt x="76106" y="95345"/>
                      <a:pt x="76106" y="95345"/>
                      <a:pt x="76106" y="95250"/>
                    </a:cubicBezTo>
                    <a:cubicBezTo>
                      <a:pt x="76106" y="41434"/>
                      <a:pt x="28385" y="38195"/>
                      <a:pt x="18860" y="38100"/>
                    </a:cubicBezTo>
                    <a:cubicBezTo>
                      <a:pt x="8383" y="38005"/>
                      <a:pt x="-94" y="29432"/>
                      <a:pt x="1" y="18955"/>
                    </a:cubicBezTo>
                    <a:cubicBezTo>
                      <a:pt x="1" y="8477"/>
                      <a:pt x="8478" y="0"/>
                      <a:pt x="18956" y="0"/>
                    </a:cubicBezTo>
                    <a:cubicBezTo>
                      <a:pt x="40482" y="0"/>
                      <a:pt x="74391" y="8477"/>
                      <a:pt x="95441" y="35243"/>
                    </a:cubicBezTo>
                    <a:cubicBezTo>
                      <a:pt x="109824" y="15621"/>
                      <a:pt x="133637" y="0"/>
                      <a:pt x="171356" y="0"/>
                    </a:cubicBezTo>
                    <a:cubicBezTo>
                      <a:pt x="181928" y="0"/>
                      <a:pt x="190406" y="8572"/>
                      <a:pt x="190406" y="19050"/>
                    </a:cubicBezTo>
                    <a:cubicBezTo>
                      <a:pt x="190406" y="29528"/>
                      <a:pt x="181928" y="38100"/>
                      <a:pt x="171356" y="38100"/>
                    </a:cubicBezTo>
                    <a:cubicBezTo>
                      <a:pt x="117635" y="38100"/>
                      <a:pt x="114301" y="85725"/>
                      <a:pt x="114206" y="95345"/>
                    </a:cubicBezTo>
                    <a:cubicBezTo>
                      <a:pt x="114110" y="105823"/>
                      <a:pt x="105633" y="114300"/>
                      <a:pt x="95156" y="114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grpSp>
            <p:nvGrpSpPr>
              <p:cNvPr id="519" name="Graphic 112">
                <a:extLst>
                  <a:ext uri="{FF2B5EF4-FFF2-40B4-BE49-F238E27FC236}">
                    <a16:creationId xmlns:a16="http://schemas.microsoft.com/office/drawing/2014/main" id="{28F2D04C-B308-47D2-9F22-4AC469CF6034}"/>
                  </a:ext>
                </a:extLst>
              </p:cNvPr>
              <p:cNvGrpSpPr/>
              <p:nvPr/>
            </p:nvGrpSpPr>
            <p:grpSpPr>
              <a:xfrm>
                <a:off x="8721129" y="1723948"/>
                <a:ext cx="249205" cy="146665"/>
                <a:chOff x="5769006" y="3448315"/>
                <a:chExt cx="825436" cy="485795"/>
              </a:xfrm>
              <a:solidFill>
                <a:schemeClr val="accent3"/>
              </a:solidFill>
            </p:grpSpPr>
            <p:sp>
              <p:nvSpPr>
                <p:cNvPr id="520" name="Freeform: Shape 519">
                  <a:extLst>
                    <a:ext uri="{FF2B5EF4-FFF2-40B4-BE49-F238E27FC236}">
                      <a16:creationId xmlns:a16="http://schemas.microsoft.com/office/drawing/2014/main" id="{F2848441-EF58-432C-B039-1410AC139488}"/>
                    </a:ext>
                  </a:extLst>
                </p:cNvPr>
                <p:cNvSpPr/>
                <p:nvPr/>
              </p:nvSpPr>
              <p:spPr>
                <a:xfrm>
                  <a:off x="5932836" y="3448335"/>
                  <a:ext cx="133540" cy="38100"/>
                </a:xfrm>
                <a:custGeom>
                  <a:avLst/>
                  <a:gdLst>
                    <a:gd name="connsiteX0" fmla="*/ 114491 w 133540"/>
                    <a:gd name="connsiteY0" fmla="*/ 38100 h 38100"/>
                    <a:gd name="connsiteX1" fmla="*/ 19050 w 133540"/>
                    <a:gd name="connsiteY1" fmla="*/ 38100 h 38100"/>
                    <a:gd name="connsiteX2" fmla="*/ 0 w 133540"/>
                    <a:gd name="connsiteY2" fmla="*/ 19050 h 38100"/>
                    <a:gd name="connsiteX3" fmla="*/ 19050 w 133540"/>
                    <a:gd name="connsiteY3" fmla="*/ 0 h 38100"/>
                    <a:gd name="connsiteX4" fmla="*/ 114491 w 133540"/>
                    <a:gd name="connsiteY4" fmla="*/ 0 h 38100"/>
                    <a:gd name="connsiteX5" fmla="*/ 133541 w 133540"/>
                    <a:gd name="connsiteY5" fmla="*/ 19050 h 38100"/>
                    <a:gd name="connsiteX6" fmla="*/ 114491 w 133540"/>
                    <a:gd name="connsiteY6" fmla="*/ 38100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3540" h="38100">
                      <a:moveTo>
                        <a:pt x="114491" y="38100"/>
                      </a:moveTo>
                      <a:lnTo>
                        <a:pt x="19050" y="38100"/>
                      </a:lnTo>
                      <a:cubicBezTo>
                        <a:pt x="8477" y="38100"/>
                        <a:pt x="0" y="29623"/>
                        <a:pt x="0" y="19050"/>
                      </a:cubicBezTo>
                      <a:cubicBezTo>
                        <a:pt x="0" y="8477"/>
                        <a:pt x="8477" y="0"/>
                        <a:pt x="19050" y="0"/>
                      </a:cubicBezTo>
                      <a:lnTo>
                        <a:pt x="114491" y="0"/>
                      </a:lnTo>
                      <a:cubicBezTo>
                        <a:pt x="125063" y="0"/>
                        <a:pt x="133541" y="8477"/>
                        <a:pt x="133541" y="19050"/>
                      </a:cubicBezTo>
                      <a:cubicBezTo>
                        <a:pt x="133541" y="29528"/>
                        <a:pt x="125063" y="38100"/>
                        <a:pt x="114491" y="381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grpSp>
              <p:nvGrpSpPr>
                <p:cNvPr id="521" name="Graphic 112">
                  <a:extLst>
                    <a:ext uri="{FF2B5EF4-FFF2-40B4-BE49-F238E27FC236}">
                      <a16:creationId xmlns:a16="http://schemas.microsoft.com/office/drawing/2014/main" id="{DDD9EE92-1A5E-4A43-87B5-B2CBA0669817}"/>
                    </a:ext>
                  </a:extLst>
                </p:cNvPr>
                <p:cNvGrpSpPr/>
                <p:nvPr/>
              </p:nvGrpSpPr>
              <p:grpSpPr>
                <a:xfrm>
                  <a:off x="5769006" y="3448315"/>
                  <a:ext cx="825436" cy="485795"/>
                  <a:chOff x="5769006" y="3448315"/>
                  <a:chExt cx="825436" cy="485795"/>
                </a:xfrm>
                <a:grpFill/>
              </p:grpSpPr>
              <p:sp>
                <p:nvSpPr>
                  <p:cNvPr id="522" name="Freeform: Shape 521">
                    <a:extLst>
                      <a:ext uri="{FF2B5EF4-FFF2-40B4-BE49-F238E27FC236}">
                        <a16:creationId xmlns:a16="http://schemas.microsoft.com/office/drawing/2014/main" id="{A1D44BF4-FF9C-42A6-8860-90D1DA436D6B}"/>
                      </a:ext>
                    </a:extLst>
                  </p:cNvPr>
                  <p:cNvSpPr/>
                  <p:nvPr/>
                </p:nvSpPr>
                <p:spPr>
                  <a:xfrm>
                    <a:off x="5912148" y="3538061"/>
                    <a:ext cx="431762" cy="252888"/>
                  </a:xfrm>
                  <a:custGeom>
                    <a:avLst/>
                    <a:gdLst>
                      <a:gd name="connsiteX0" fmla="*/ 269576 w 431762"/>
                      <a:gd name="connsiteY0" fmla="*/ 252889 h 252888"/>
                      <a:gd name="connsiteX1" fmla="*/ 19069 w 431762"/>
                      <a:gd name="connsiteY1" fmla="*/ 252889 h 252888"/>
                      <a:gd name="connsiteX2" fmla="*/ 2876 w 431762"/>
                      <a:gd name="connsiteY2" fmla="*/ 243840 h 252888"/>
                      <a:gd name="connsiteX3" fmla="*/ 2019 w 431762"/>
                      <a:gd name="connsiteY3" fmla="*/ 225266 h 252888"/>
                      <a:gd name="connsiteX4" fmla="*/ 109366 w 431762"/>
                      <a:gd name="connsiteY4" fmla="*/ 10573 h 252888"/>
                      <a:gd name="connsiteX5" fmla="*/ 126416 w 431762"/>
                      <a:gd name="connsiteY5" fmla="*/ 0 h 252888"/>
                      <a:gd name="connsiteX6" fmla="*/ 412737 w 431762"/>
                      <a:gd name="connsiteY6" fmla="*/ 0 h 252888"/>
                      <a:gd name="connsiteX7" fmla="*/ 429501 w 431762"/>
                      <a:gd name="connsiteY7" fmla="*/ 10097 h 252888"/>
                      <a:gd name="connsiteX8" fmla="*/ 428549 w 431762"/>
                      <a:gd name="connsiteY8" fmla="*/ 29623 h 252888"/>
                      <a:gd name="connsiteX9" fmla="*/ 285388 w 431762"/>
                      <a:gd name="connsiteY9" fmla="*/ 244412 h 252888"/>
                      <a:gd name="connsiteX10" fmla="*/ 269576 w 431762"/>
                      <a:gd name="connsiteY10" fmla="*/ 252889 h 252888"/>
                      <a:gd name="connsiteX11" fmla="*/ 49835 w 431762"/>
                      <a:gd name="connsiteY11" fmla="*/ 214789 h 252888"/>
                      <a:gd name="connsiteX12" fmla="*/ 259385 w 431762"/>
                      <a:gd name="connsiteY12" fmla="*/ 214789 h 252888"/>
                      <a:gd name="connsiteX13" fmla="*/ 377114 w 431762"/>
                      <a:gd name="connsiteY13" fmla="*/ 38195 h 252888"/>
                      <a:gd name="connsiteX14" fmla="*/ 138227 w 431762"/>
                      <a:gd name="connsiteY14" fmla="*/ 38195 h 252888"/>
                      <a:gd name="connsiteX15" fmla="*/ 49835 w 431762"/>
                      <a:gd name="connsiteY15" fmla="*/ 214789 h 2528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431762" h="252888">
                        <a:moveTo>
                          <a:pt x="269576" y="252889"/>
                        </a:moveTo>
                        <a:lnTo>
                          <a:pt x="19069" y="252889"/>
                        </a:lnTo>
                        <a:cubicBezTo>
                          <a:pt x="12497" y="252889"/>
                          <a:pt x="6305" y="249460"/>
                          <a:pt x="2876" y="243840"/>
                        </a:cubicBezTo>
                        <a:cubicBezTo>
                          <a:pt x="-648" y="238220"/>
                          <a:pt x="-934" y="231172"/>
                          <a:pt x="2019" y="225266"/>
                        </a:cubicBezTo>
                        <a:lnTo>
                          <a:pt x="109366" y="10573"/>
                        </a:lnTo>
                        <a:cubicBezTo>
                          <a:pt x="112604" y="4096"/>
                          <a:pt x="119177" y="0"/>
                          <a:pt x="126416" y="0"/>
                        </a:cubicBezTo>
                        <a:lnTo>
                          <a:pt x="412737" y="0"/>
                        </a:lnTo>
                        <a:cubicBezTo>
                          <a:pt x="419786" y="0"/>
                          <a:pt x="426263" y="3905"/>
                          <a:pt x="429501" y="10097"/>
                        </a:cubicBezTo>
                        <a:cubicBezTo>
                          <a:pt x="432835" y="16288"/>
                          <a:pt x="432454" y="23813"/>
                          <a:pt x="428549" y="29623"/>
                        </a:cubicBezTo>
                        <a:lnTo>
                          <a:pt x="285388" y="244412"/>
                        </a:lnTo>
                        <a:cubicBezTo>
                          <a:pt x="281864" y="249746"/>
                          <a:pt x="275958" y="252889"/>
                          <a:pt x="269576" y="252889"/>
                        </a:cubicBezTo>
                        <a:close/>
                        <a:moveTo>
                          <a:pt x="49835" y="214789"/>
                        </a:moveTo>
                        <a:lnTo>
                          <a:pt x="259385" y="214789"/>
                        </a:lnTo>
                        <a:lnTo>
                          <a:pt x="377114" y="38195"/>
                        </a:lnTo>
                        <a:lnTo>
                          <a:pt x="138227" y="38195"/>
                        </a:lnTo>
                        <a:lnTo>
                          <a:pt x="49835" y="214789"/>
                        </a:ln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523" name="Freeform: Shape 522">
                    <a:extLst>
                      <a:ext uri="{FF2B5EF4-FFF2-40B4-BE49-F238E27FC236}">
                        <a16:creationId xmlns:a16="http://schemas.microsoft.com/office/drawing/2014/main" id="{1DF5642B-0844-4C80-9107-92C6354F48E2}"/>
                      </a:ext>
                    </a:extLst>
                  </p:cNvPr>
                  <p:cNvSpPr/>
                  <p:nvPr/>
                </p:nvSpPr>
                <p:spPr>
                  <a:xfrm>
                    <a:off x="5968630" y="3448315"/>
                    <a:ext cx="232070" cy="342634"/>
                  </a:xfrm>
                  <a:custGeom>
                    <a:avLst/>
                    <a:gdLst>
                      <a:gd name="connsiteX0" fmla="*/ 213095 w 232070"/>
                      <a:gd name="connsiteY0" fmla="*/ 342635 h 342634"/>
                      <a:gd name="connsiteX1" fmla="*/ 196998 w 232070"/>
                      <a:gd name="connsiteY1" fmla="*/ 333777 h 342634"/>
                      <a:gd name="connsiteX2" fmla="*/ 2973 w 232070"/>
                      <a:gd name="connsiteY2" fmla="*/ 29262 h 342634"/>
                      <a:gd name="connsiteX3" fmla="*/ 8784 w 232070"/>
                      <a:gd name="connsiteY3" fmla="*/ 2973 h 342634"/>
                      <a:gd name="connsiteX4" fmla="*/ 35073 w 232070"/>
                      <a:gd name="connsiteY4" fmla="*/ 8784 h 342634"/>
                      <a:gd name="connsiteX5" fmla="*/ 229097 w 232070"/>
                      <a:gd name="connsiteY5" fmla="*/ 313298 h 342634"/>
                      <a:gd name="connsiteX6" fmla="*/ 223287 w 232070"/>
                      <a:gd name="connsiteY6" fmla="*/ 339587 h 342634"/>
                      <a:gd name="connsiteX7" fmla="*/ 213095 w 232070"/>
                      <a:gd name="connsiteY7" fmla="*/ 342635 h 3426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32070" h="342634">
                        <a:moveTo>
                          <a:pt x="213095" y="342635"/>
                        </a:moveTo>
                        <a:cubicBezTo>
                          <a:pt x="206808" y="342635"/>
                          <a:pt x="200617" y="339492"/>
                          <a:pt x="196998" y="333777"/>
                        </a:cubicBezTo>
                        <a:lnTo>
                          <a:pt x="2973" y="29262"/>
                        </a:lnTo>
                        <a:cubicBezTo>
                          <a:pt x="-2646" y="20404"/>
                          <a:pt x="-75" y="8593"/>
                          <a:pt x="8784" y="2973"/>
                        </a:cubicBezTo>
                        <a:cubicBezTo>
                          <a:pt x="17642" y="-2646"/>
                          <a:pt x="29453" y="-75"/>
                          <a:pt x="35073" y="8784"/>
                        </a:cubicBezTo>
                        <a:lnTo>
                          <a:pt x="229097" y="313298"/>
                        </a:lnTo>
                        <a:cubicBezTo>
                          <a:pt x="234717" y="322156"/>
                          <a:pt x="232145" y="333967"/>
                          <a:pt x="223287" y="339587"/>
                        </a:cubicBezTo>
                        <a:cubicBezTo>
                          <a:pt x="220143" y="341682"/>
                          <a:pt x="216619" y="342635"/>
                          <a:pt x="213095" y="342635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524" name="Freeform: Shape 523">
                    <a:extLst>
                      <a:ext uri="{FF2B5EF4-FFF2-40B4-BE49-F238E27FC236}">
                        <a16:creationId xmlns:a16="http://schemas.microsoft.com/office/drawing/2014/main" id="{5F3F5FE7-48C5-4CF2-A266-5129B2EB4863}"/>
                      </a:ext>
                    </a:extLst>
                  </p:cNvPr>
                  <p:cNvSpPr/>
                  <p:nvPr/>
                </p:nvSpPr>
                <p:spPr>
                  <a:xfrm>
                    <a:off x="6198489" y="3466528"/>
                    <a:ext cx="252882" cy="324421"/>
                  </a:xfrm>
                  <a:custGeom>
                    <a:avLst/>
                    <a:gdLst>
                      <a:gd name="connsiteX0" fmla="*/ 233744 w 252882"/>
                      <a:gd name="connsiteY0" fmla="*/ 324422 h 324421"/>
                      <a:gd name="connsiteX1" fmla="*/ 216694 w 252882"/>
                      <a:gd name="connsiteY1" fmla="*/ 313849 h 324421"/>
                      <a:gd name="connsiteX2" fmla="*/ 78867 w 252882"/>
                      <a:gd name="connsiteY2" fmla="*/ 38100 h 324421"/>
                      <a:gd name="connsiteX3" fmla="*/ 19050 w 252882"/>
                      <a:gd name="connsiteY3" fmla="*/ 38100 h 324421"/>
                      <a:gd name="connsiteX4" fmla="*/ 0 w 252882"/>
                      <a:gd name="connsiteY4" fmla="*/ 19050 h 324421"/>
                      <a:gd name="connsiteX5" fmla="*/ 19050 w 252882"/>
                      <a:gd name="connsiteY5" fmla="*/ 0 h 324421"/>
                      <a:gd name="connsiteX6" fmla="*/ 90678 w 252882"/>
                      <a:gd name="connsiteY6" fmla="*/ 0 h 324421"/>
                      <a:gd name="connsiteX7" fmla="*/ 107728 w 252882"/>
                      <a:gd name="connsiteY7" fmla="*/ 10573 h 324421"/>
                      <a:gd name="connsiteX8" fmla="*/ 250888 w 252882"/>
                      <a:gd name="connsiteY8" fmla="*/ 296894 h 324421"/>
                      <a:gd name="connsiteX9" fmla="*/ 242411 w 252882"/>
                      <a:gd name="connsiteY9" fmla="*/ 322421 h 324421"/>
                      <a:gd name="connsiteX10" fmla="*/ 233744 w 252882"/>
                      <a:gd name="connsiteY10" fmla="*/ 324422 h 324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52882" h="324421">
                        <a:moveTo>
                          <a:pt x="233744" y="324422"/>
                        </a:moveTo>
                        <a:cubicBezTo>
                          <a:pt x="226790" y="324422"/>
                          <a:pt x="220027" y="320612"/>
                          <a:pt x="216694" y="313849"/>
                        </a:cubicBezTo>
                        <a:lnTo>
                          <a:pt x="78867" y="38100"/>
                        </a:lnTo>
                        <a:lnTo>
                          <a:pt x="19050" y="38100"/>
                        </a:lnTo>
                        <a:cubicBezTo>
                          <a:pt x="8477" y="38100"/>
                          <a:pt x="0" y="29623"/>
                          <a:pt x="0" y="19050"/>
                        </a:cubicBezTo>
                        <a:cubicBezTo>
                          <a:pt x="0" y="8477"/>
                          <a:pt x="8477" y="0"/>
                          <a:pt x="19050" y="0"/>
                        </a:cubicBezTo>
                        <a:lnTo>
                          <a:pt x="90678" y="0"/>
                        </a:lnTo>
                        <a:cubicBezTo>
                          <a:pt x="97917" y="0"/>
                          <a:pt x="104489" y="4096"/>
                          <a:pt x="107728" y="10573"/>
                        </a:cubicBezTo>
                        <a:lnTo>
                          <a:pt x="250888" y="296894"/>
                        </a:lnTo>
                        <a:cubicBezTo>
                          <a:pt x="255556" y="306324"/>
                          <a:pt x="251746" y="317754"/>
                          <a:pt x="242411" y="322421"/>
                        </a:cubicBezTo>
                        <a:cubicBezTo>
                          <a:pt x="239554" y="323755"/>
                          <a:pt x="236696" y="324422"/>
                          <a:pt x="233744" y="324422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525" name="Freeform: Shape 524">
                    <a:extLst>
                      <a:ext uri="{FF2B5EF4-FFF2-40B4-BE49-F238E27FC236}">
                        <a16:creationId xmlns:a16="http://schemas.microsoft.com/office/drawing/2014/main" id="{63ECEA62-AB09-4A14-BEF4-089F402D1B6E}"/>
                      </a:ext>
                    </a:extLst>
                  </p:cNvPr>
                  <p:cNvSpPr/>
                  <p:nvPr/>
                </p:nvSpPr>
                <p:spPr>
                  <a:xfrm>
                    <a:off x="6377368" y="3717035"/>
                    <a:ext cx="109727" cy="109728"/>
                  </a:xfrm>
                  <a:custGeom>
                    <a:avLst/>
                    <a:gdLst>
                      <a:gd name="connsiteX0" fmla="*/ 54864 w 109727"/>
                      <a:gd name="connsiteY0" fmla="*/ 109728 h 109728"/>
                      <a:gd name="connsiteX1" fmla="*/ 0 w 109727"/>
                      <a:gd name="connsiteY1" fmla="*/ 54864 h 109728"/>
                      <a:gd name="connsiteX2" fmla="*/ 54864 w 109727"/>
                      <a:gd name="connsiteY2" fmla="*/ 0 h 109728"/>
                      <a:gd name="connsiteX3" fmla="*/ 109728 w 109727"/>
                      <a:gd name="connsiteY3" fmla="*/ 54864 h 109728"/>
                      <a:gd name="connsiteX4" fmla="*/ 54864 w 109727"/>
                      <a:gd name="connsiteY4" fmla="*/ 109728 h 109728"/>
                      <a:gd name="connsiteX5" fmla="*/ 54864 w 109727"/>
                      <a:gd name="connsiteY5" fmla="*/ 38100 h 109728"/>
                      <a:gd name="connsiteX6" fmla="*/ 38100 w 109727"/>
                      <a:gd name="connsiteY6" fmla="*/ 54864 h 109728"/>
                      <a:gd name="connsiteX7" fmla="*/ 54864 w 109727"/>
                      <a:gd name="connsiteY7" fmla="*/ 71628 h 109728"/>
                      <a:gd name="connsiteX8" fmla="*/ 71628 w 109727"/>
                      <a:gd name="connsiteY8" fmla="*/ 54864 h 109728"/>
                      <a:gd name="connsiteX9" fmla="*/ 54864 w 109727"/>
                      <a:gd name="connsiteY9" fmla="*/ 38100 h 1097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9727" h="109728">
                        <a:moveTo>
                          <a:pt x="54864" y="109728"/>
                        </a:moveTo>
                        <a:cubicBezTo>
                          <a:pt x="24670" y="109728"/>
                          <a:pt x="0" y="85154"/>
                          <a:pt x="0" y="54864"/>
                        </a:cubicBezTo>
                        <a:cubicBezTo>
                          <a:pt x="0" y="24575"/>
                          <a:pt x="24575" y="0"/>
                          <a:pt x="54864" y="0"/>
                        </a:cubicBezTo>
                        <a:cubicBezTo>
                          <a:pt x="85154" y="0"/>
                          <a:pt x="109728" y="24575"/>
                          <a:pt x="109728" y="54864"/>
                        </a:cubicBezTo>
                        <a:cubicBezTo>
                          <a:pt x="109728" y="85154"/>
                          <a:pt x="85154" y="109728"/>
                          <a:pt x="54864" y="109728"/>
                        </a:cubicBezTo>
                        <a:close/>
                        <a:moveTo>
                          <a:pt x="54864" y="38100"/>
                        </a:moveTo>
                        <a:cubicBezTo>
                          <a:pt x="45625" y="38100"/>
                          <a:pt x="38100" y="45625"/>
                          <a:pt x="38100" y="54864"/>
                        </a:cubicBezTo>
                        <a:cubicBezTo>
                          <a:pt x="38100" y="64103"/>
                          <a:pt x="45625" y="71628"/>
                          <a:pt x="54864" y="71628"/>
                        </a:cubicBezTo>
                        <a:cubicBezTo>
                          <a:pt x="64103" y="71628"/>
                          <a:pt x="71628" y="64103"/>
                          <a:pt x="71628" y="54864"/>
                        </a:cubicBezTo>
                        <a:cubicBezTo>
                          <a:pt x="71628" y="45625"/>
                          <a:pt x="64103" y="38100"/>
                          <a:pt x="54864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526" name="Freeform: Shape 525">
                    <a:extLst>
                      <a:ext uri="{FF2B5EF4-FFF2-40B4-BE49-F238E27FC236}">
                        <a16:creationId xmlns:a16="http://schemas.microsoft.com/office/drawing/2014/main" id="{4B45AD8B-0789-4748-A5DF-17D735A8549C}"/>
                      </a:ext>
                    </a:extLst>
                  </p:cNvPr>
                  <p:cNvSpPr/>
                  <p:nvPr/>
                </p:nvSpPr>
                <p:spPr>
                  <a:xfrm>
                    <a:off x="5876353" y="3717035"/>
                    <a:ext cx="109728" cy="109728"/>
                  </a:xfrm>
                  <a:custGeom>
                    <a:avLst/>
                    <a:gdLst>
                      <a:gd name="connsiteX0" fmla="*/ 54864 w 109728"/>
                      <a:gd name="connsiteY0" fmla="*/ 109728 h 109728"/>
                      <a:gd name="connsiteX1" fmla="*/ 0 w 109728"/>
                      <a:gd name="connsiteY1" fmla="*/ 54864 h 109728"/>
                      <a:gd name="connsiteX2" fmla="*/ 54864 w 109728"/>
                      <a:gd name="connsiteY2" fmla="*/ 0 h 109728"/>
                      <a:gd name="connsiteX3" fmla="*/ 109728 w 109728"/>
                      <a:gd name="connsiteY3" fmla="*/ 54864 h 109728"/>
                      <a:gd name="connsiteX4" fmla="*/ 54864 w 109728"/>
                      <a:gd name="connsiteY4" fmla="*/ 109728 h 109728"/>
                      <a:gd name="connsiteX5" fmla="*/ 54864 w 109728"/>
                      <a:gd name="connsiteY5" fmla="*/ 38100 h 109728"/>
                      <a:gd name="connsiteX6" fmla="*/ 38100 w 109728"/>
                      <a:gd name="connsiteY6" fmla="*/ 54864 h 109728"/>
                      <a:gd name="connsiteX7" fmla="*/ 54864 w 109728"/>
                      <a:gd name="connsiteY7" fmla="*/ 71628 h 109728"/>
                      <a:gd name="connsiteX8" fmla="*/ 71628 w 109728"/>
                      <a:gd name="connsiteY8" fmla="*/ 54864 h 109728"/>
                      <a:gd name="connsiteX9" fmla="*/ 54864 w 109728"/>
                      <a:gd name="connsiteY9" fmla="*/ 38100 h 1097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9728" h="109728">
                        <a:moveTo>
                          <a:pt x="54864" y="109728"/>
                        </a:moveTo>
                        <a:cubicBezTo>
                          <a:pt x="24575" y="109728"/>
                          <a:pt x="0" y="85154"/>
                          <a:pt x="0" y="54864"/>
                        </a:cubicBezTo>
                        <a:cubicBezTo>
                          <a:pt x="0" y="24575"/>
                          <a:pt x="24575" y="0"/>
                          <a:pt x="54864" y="0"/>
                        </a:cubicBezTo>
                        <a:cubicBezTo>
                          <a:pt x="85154" y="0"/>
                          <a:pt x="109728" y="24575"/>
                          <a:pt x="109728" y="54864"/>
                        </a:cubicBezTo>
                        <a:cubicBezTo>
                          <a:pt x="109728" y="85154"/>
                          <a:pt x="85058" y="109728"/>
                          <a:pt x="54864" y="109728"/>
                        </a:cubicBezTo>
                        <a:close/>
                        <a:moveTo>
                          <a:pt x="54864" y="38100"/>
                        </a:moveTo>
                        <a:cubicBezTo>
                          <a:pt x="45625" y="38100"/>
                          <a:pt x="38100" y="45625"/>
                          <a:pt x="38100" y="54864"/>
                        </a:cubicBezTo>
                        <a:cubicBezTo>
                          <a:pt x="38100" y="64103"/>
                          <a:pt x="45625" y="71628"/>
                          <a:pt x="54864" y="71628"/>
                        </a:cubicBezTo>
                        <a:cubicBezTo>
                          <a:pt x="64103" y="71628"/>
                          <a:pt x="71628" y="64103"/>
                          <a:pt x="71628" y="54864"/>
                        </a:cubicBezTo>
                        <a:cubicBezTo>
                          <a:pt x="71533" y="45625"/>
                          <a:pt x="64008" y="38100"/>
                          <a:pt x="54864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527" name="Freeform: Shape 526">
                    <a:extLst>
                      <a:ext uri="{FF2B5EF4-FFF2-40B4-BE49-F238E27FC236}">
                        <a16:creationId xmlns:a16="http://schemas.microsoft.com/office/drawing/2014/main" id="{9CC6109B-F8D3-4B3E-88C9-44F9BDD6C05C}"/>
                      </a:ext>
                    </a:extLst>
                  </p:cNvPr>
                  <p:cNvSpPr/>
                  <p:nvPr/>
                </p:nvSpPr>
                <p:spPr>
                  <a:xfrm>
                    <a:off x="6270021" y="3609689"/>
                    <a:ext cx="324421" cy="324421"/>
                  </a:xfrm>
                  <a:custGeom>
                    <a:avLst/>
                    <a:gdLst>
                      <a:gd name="connsiteX0" fmla="*/ 162211 w 324421"/>
                      <a:gd name="connsiteY0" fmla="*/ 324421 h 324421"/>
                      <a:gd name="connsiteX1" fmla="*/ 0 w 324421"/>
                      <a:gd name="connsiteY1" fmla="*/ 162211 h 324421"/>
                      <a:gd name="connsiteX2" fmla="*/ 162211 w 324421"/>
                      <a:gd name="connsiteY2" fmla="*/ 0 h 324421"/>
                      <a:gd name="connsiteX3" fmla="*/ 324422 w 324421"/>
                      <a:gd name="connsiteY3" fmla="*/ 162211 h 324421"/>
                      <a:gd name="connsiteX4" fmla="*/ 162211 w 324421"/>
                      <a:gd name="connsiteY4" fmla="*/ 324421 h 324421"/>
                      <a:gd name="connsiteX5" fmla="*/ 162211 w 324421"/>
                      <a:gd name="connsiteY5" fmla="*/ 38100 h 324421"/>
                      <a:gd name="connsiteX6" fmla="*/ 38100 w 324421"/>
                      <a:gd name="connsiteY6" fmla="*/ 162211 h 324421"/>
                      <a:gd name="connsiteX7" fmla="*/ 162211 w 324421"/>
                      <a:gd name="connsiteY7" fmla="*/ 286321 h 324421"/>
                      <a:gd name="connsiteX8" fmla="*/ 286322 w 324421"/>
                      <a:gd name="connsiteY8" fmla="*/ 162211 h 324421"/>
                      <a:gd name="connsiteX9" fmla="*/ 162211 w 324421"/>
                      <a:gd name="connsiteY9" fmla="*/ 38100 h 324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24421" h="324421">
                        <a:moveTo>
                          <a:pt x="162211" y="324421"/>
                        </a:moveTo>
                        <a:cubicBezTo>
                          <a:pt x="72771" y="324421"/>
                          <a:pt x="0" y="251650"/>
                          <a:pt x="0" y="162211"/>
                        </a:cubicBezTo>
                        <a:cubicBezTo>
                          <a:pt x="0" y="72771"/>
                          <a:pt x="72771" y="0"/>
                          <a:pt x="162211" y="0"/>
                        </a:cubicBezTo>
                        <a:cubicBezTo>
                          <a:pt x="251651" y="0"/>
                          <a:pt x="324422" y="72771"/>
                          <a:pt x="324422" y="162211"/>
                        </a:cubicBezTo>
                        <a:cubicBezTo>
                          <a:pt x="324422" y="251650"/>
                          <a:pt x="251651" y="324421"/>
                          <a:pt x="162211" y="324421"/>
                        </a:cubicBezTo>
                        <a:close/>
                        <a:moveTo>
                          <a:pt x="162211" y="38100"/>
                        </a:moveTo>
                        <a:cubicBezTo>
                          <a:pt x="93821" y="38100"/>
                          <a:pt x="38100" y="93821"/>
                          <a:pt x="38100" y="162211"/>
                        </a:cubicBezTo>
                        <a:cubicBezTo>
                          <a:pt x="38100" y="230696"/>
                          <a:pt x="93821" y="286321"/>
                          <a:pt x="162211" y="286321"/>
                        </a:cubicBezTo>
                        <a:cubicBezTo>
                          <a:pt x="230600" y="286321"/>
                          <a:pt x="286322" y="230600"/>
                          <a:pt x="286322" y="162211"/>
                        </a:cubicBezTo>
                        <a:cubicBezTo>
                          <a:pt x="286322" y="93726"/>
                          <a:pt x="230696" y="38100"/>
                          <a:pt x="162211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528" name="Freeform: Shape 527">
                    <a:extLst>
                      <a:ext uri="{FF2B5EF4-FFF2-40B4-BE49-F238E27FC236}">
                        <a16:creationId xmlns:a16="http://schemas.microsoft.com/office/drawing/2014/main" id="{E1CA4769-0E3C-4F76-B133-CD581718FCC3}"/>
                      </a:ext>
                    </a:extLst>
                  </p:cNvPr>
                  <p:cNvSpPr/>
                  <p:nvPr/>
                </p:nvSpPr>
                <p:spPr>
                  <a:xfrm>
                    <a:off x="5769006" y="3609689"/>
                    <a:ext cx="324421" cy="324421"/>
                  </a:xfrm>
                  <a:custGeom>
                    <a:avLst/>
                    <a:gdLst>
                      <a:gd name="connsiteX0" fmla="*/ 162211 w 324421"/>
                      <a:gd name="connsiteY0" fmla="*/ 324421 h 324421"/>
                      <a:gd name="connsiteX1" fmla="*/ 0 w 324421"/>
                      <a:gd name="connsiteY1" fmla="*/ 162211 h 324421"/>
                      <a:gd name="connsiteX2" fmla="*/ 162211 w 324421"/>
                      <a:gd name="connsiteY2" fmla="*/ 0 h 324421"/>
                      <a:gd name="connsiteX3" fmla="*/ 324422 w 324421"/>
                      <a:gd name="connsiteY3" fmla="*/ 162211 h 324421"/>
                      <a:gd name="connsiteX4" fmla="*/ 162211 w 324421"/>
                      <a:gd name="connsiteY4" fmla="*/ 324421 h 324421"/>
                      <a:gd name="connsiteX5" fmla="*/ 162211 w 324421"/>
                      <a:gd name="connsiteY5" fmla="*/ 38100 h 324421"/>
                      <a:gd name="connsiteX6" fmla="*/ 38100 w 324421"/>
                      <a:gd name="connsiteY6" fmla="*/ 162211 h 324421"/>
                      <a:gd name="connsiteX7" fmla="*/ 162211 w 324421"/>
                      <a:gd name="connsiteY7" fmla="*/ 286321 h 324421"/>
                      <a:gd name="connsiteX8" fmla="*/ 286322 w 324421"/>
                      <a:gd name="connsiteY8" fmla="*/ 162211 h 324421"/>
                      <a:gd name="connsiteX9" fmla="*/ 162211 w 324421"/>
                      <a:gd name="connsiteY9" fmla="*/ 38100 h 324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24421" h="324421">
                        <a:moveTo>
                          <a:pt x="162211" y="324421"/>
                        </a:moveTo>
                        <a:cubicBezTo>
                          <a:pt x="72771" y="324421"/>
                          <a:pt x="0" y="251650"/>
                          <a:pt x="0" y="162211"/>
                        </a:cubicBezTo>
                        <a:cubicBezTo>
                          <a:pt x="0" y="72771"/>
                          <a:pt x="72676" y="0"/>
                          <a:pt x="162211" y="0"/>
                        </a:cubicBezTo>
                        <a:cubicBezTo>
                          <a:pt x="251650" y="0"/>
                          <a:pt x="324422" y="72771"/>
                          <a:pt x="324422" y="162211"/>
                        </a:cubicBezTo>
                        <a:cubicBezTo>
                          <a:pt x="324422" y="251650"/>
                          <a:pt x="251650" y="324421"/>
                          <a:pt x="162211" y="324421"/>
                        </a:cubicBezTo>
                        <a:close/>
                        <a:moveTo>
                          <a:pt x="162211" y="38100"/>
                        </a:moveTo>
                        <a:cubicBezTo>
                          <a:pt x="93726" y="38100"/>
                          <a:pt x="38100" y="93821"/>
                          <a:pt x="38100" y="162211"/>
                        </a:cubicBezTo>
                        <a:cubicBezTo>
                          <a:pt x="38100" y="230696"/>
                          <a:pt x="93821" y="286321"/>
                          <a:pt x="162211" y="286321"/>
                        </a:cubicBezTo>
                        <a:cubicBezTo>
                          <a:pt x="230696" y="286321"/>
                          <a:pt x="286322" y="230600"/>
                          <a:pt x="286322" y="162211"/>
                        </a:cubicBezTo>
                        <a:cubicBezTo>
                          <a:pt x="286322" y="93726"/>
                          <a:pt x="230600" y="38100"/>
                          <a:pt x="162211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</p:grpSp>
          </p:grpSp>
        </p:grpSp>
        <p:grpSp>
          <p:nvGrpSpPr>
            <p:cNvPr id="501" name="Group 500">
              <a:extLst>
                <a:ext uri="{FF2B5EF4-FFF2-40B4-BE49-F238E27FC236}">
                  <a16:creationId xmlns:a16="http://schemas.microsoft.com/office/drawing/2014/main" id="{AFB7BF77-73B1-44D8-B33A-25AFE4E6EEC5}"/>
                </a:ext>
              </a:extLst>
            </p:cNvPr>
            <p:cNvGrpSpPr/>
            <p:nvPr/>
          </p:nvGrpSpPr>
          <p:grpSpPr>
            <a:xfrm>
              <a:off x="8502654" y="5050770"/>
              <a:ext cx="263476" cy="225927"/>
              <a:chOff x="9230360" y="2173322"/>
              <a:chExt cx="263476" cy="225927"/>
            </a:xfrm>
          </p:grpSpPr>
          <p:sp>
            <p:nvSpPr>
              <p:cNvPr id="510" name="Freeform 125">
                <a:extLst>
                  <a:ext uri="{FF2B5EF4-FFF2-40B4-BE49-F238E27FC236}">
                    <a16:creationId xmlns:a16="http://schemas.microsoft.com/office/drawing/2014/main" id="{57900362-AA57-4303-83A7-AD56C753D3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9818" y="2212780"/>
                <a:ext cx="183288" cy="186469"/>
              </a:xfrm>
              <a:custGeom>
                <a:avLst/>
                <a:gdLst>
                  <a:gd name="T0" fmla="*/ 288 w 288"/>
                  <a:gd name="T1" fmla="*/ 129 h 293"/>
                  <a:gd name="T2" fmla="*/ 145 w 288"/>
                  <a:gd name="T3" fmla="*/ 0 h 293"/>
                  <a:gd name="T4" fmla="*/ 145 w 288"/>
                  <a:gd name="T5" fmla="*/ 0 h 293"/>
                  <a:gd name="T6" fmla="*/ 145 w 288"/>
                  <a:gd name="T7" fmla="*/ 0 h 293"/>
                  <a:gd name="T8" fmla="*/ 145 w 288"/>
                  <a:gd name="T9" fmla="*/ 0 h 293"/>
                  <a:gd name="T10" fmla="*/ 0 w 288"/>
                  <a:gd name="T11" fmla="*/ 129 h 293"/>
                  <a:gd name="T12" fmla="*/ 0 w 288"/>
                  <a:gd name="T13" fmla="*/ 293 h 293"/>
                  <a:gd name="T14" fmla="*/ 107 w 288"/>
                  <a:gd name="T15" fmla="*/ 293 h 293"/>
                  <a:gd name="T16" fmla="*/ 107 w 288"/>
                  <a:gd name="T17" fmla="*/ 198 h 293"/>
                  <a:gd name="T18" fmla="*/ 180 w 288"/>
                  <a:gd name="T19" fmla="*/ 198 h 293"/>
                  <a:gd name="T20" fmla="*/ 180 w 288"/>
                  <a:gd name="T21" fmla="*/ 293 h 293"/>
                  <a:gd name="T22" fmla="*/ 288 w 288"/>
                  <a:gd name="T23" fmla="*/ 293 h 293"/>
                  <a:gd name="T24" fmla="*/ 288 w 288"/>
                  <a:gd name="T25" fmla="*/ 129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8" h="293">
                    <a:moveTo>
                      <a:pt x="288" y="129"/>
                    </a:move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0" y="129"/>
                    </a:lnTo>
                    <a:lnTo>
                      <a:pt x="0" y="293"/>
                    </a:lnTo>
                    <a:lnTo>
                      <a:pt x="107" y="293"/>
                    </a:lnTo>
                    <a:lnTo>
                      <a:pt x="107" y="198"/>
                    </a:lnTo>
                    <a:lnTo>
                      <a:pt x="180" y="198"/>
                    </a:lnTo>
                    <a:lnTo>
                      <a:pt x="180" y="293"/>
                    </a:lnTo>
                    <a:lnTo>
                      <a:pt x="288" y="293"/>
                    </a:lnTo>
                    <a:lnTo>
                      <a:pt x="288" y="129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511" name="Freeform 126">
                <a:extLst>
                  <a:ext uri="{FF2B5EF4-FFF2-40B4-BE49-F238E27FC236}">
                    <a16:creationId xmlns:a16="http://schemas.microsoft.com/office/drawing/2014/main" id="{DCEA9C28-3B8D-4E4D-9D17-08040A8FE1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0360" y="2173322"/>
                <a:ext cx="263476" cy="114554"/>
              </a:xfrm>
              <a:custGeom>
                <a:avLst/>
                <a:gdLst>
                  <a:gd name="T0" fmla="*/ 414 w 414"/>
                  <a:gd name="T1" fmla="*/ 180 h 180"/>
                  <a:gd name="T2" fmla="*/ 207 w 414"/>
                  <a:gd name="T3" fmla="*/ 0 h 180"/>
                  <a:gd name="T4" fmla="*/ 109 w 414"/>
                  <a:gd name="T5" fmla="*/ 84 h 180"/>
                  <a:gd name="T6" fmla="*/ 109 w 414"/>
                  <a:gd name="T7" fmla="*/ 30 h 180"/>
                  <a:gd name="T8" fmla="*/ 64 w 414"/>
                  <a:gd name="T9" fmla="*/ 30 h 180"/>
                  <a:gd name="T10" fmla="*/ 64 w 414"/>
                  <a:gd name="T11" fmla="*/ 123 h 180"/>
                  <a:gd name="T12" fmla="*/ 0 w 414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4" h="180">
                    <a:moveTo>
                      <a:pt x="414" y="180"/>
                    </a:moveTo>
                    <a:lnTo>
                      <a:pt x="207" y="0"/>
                    </a:lnTo>
                    <a:lnTo>
                      <a:pt x="109" y="84"/>
                    </a:lnTo>
                    <a:lnTo>
                      <a:pt x="109" y="30"/>
                    </a:lnTo>
                    <a:lnTo>
                      <a:pt x="64" y="30"/>
                    </a:lnTo>
                    <a:lnTo>
                      <a:pt x="64" y="123"/>
                    </a:lnTo>
                    <a:lnTo>
                      <a:pt x="0" y="180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3F1D15F-75FA-402B-B79B-94D71A0FAEF2}"/>
              </a:ext>
            </a:extLst>
          </p:cNvPr>
          <p:cNvGrpSpPr/>
          <p:nvPr/>
        </p:nvGrpSpPr>
        <p:grpSpPr>
          <a:xfrm>
            <a:off x="10107560" y="4370013"/>
            <a:ext cx="1098492" cy="310571"/>
            <a:chOff x="8008908" y="5641241"/>
            <a:chExt cx="1098492" cy="310571"/>
          </a:xfrm>
        </p:grpSpPr>
        <p:grpSp>
          <p:nvGrpSpPr>
            <p:cNvPr id="530" name="Group 529">
              <a:extLst>
                <a:ext uri="{FF2B5EF4-FFF2-40B4-BE49-F238E27FC236}">
                  <a16:creationId xmlns:a16="http://schemas.microsoft.com/office/drawing/2014/main" id="{DE3FE3EF-27EE-48CE-A119-B80594DAD3E0}"/>
                </a:ext>
              </a:extLst>
            </p:cNvPr>
            <p:cNvGrpSpPr/>
            <p:nvPr/>
          </p:nvGrpSpPr>
          <p:grpSpPr>
            <a:xfrm>
              <a:off x="8008908" y="5641241"/>
              <a:ext cx="419847" cy="310571"/>
              <a:chOff x="8609927" y="1562831"/>
              <a:chExt cx="419847" cy="310571"/>
            </a:xfrm>
          </p:grpSpPr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59C4AF7C-C3FD-4514-B001-B0C532CFE744}"/>
                  </a:ext>
                </a:extLst>
              </p:cNvPr>
              <p:cNvSpPr/>
              <p:nvPr/>
            </p:nvSpPr>
            <p:spPr>
              <a:xfrm>
                <a:off x="8609927" y="1585836"/>
                <a:ext cx="149535" cy="149534"/>
              </a:xfrm>
              <a:custGeom>
                <a:avLst/>
                <a:gdLst>
                  <a:gd name="connsiteX0" fmla="*/ 247650 w 495300"/>
                  <a:gd name="connsiteY0" fmla="*/ 495300 h 495300"/>
                  <a:gd name="connsiteX1" fmla="*/ 0 w 495300"/>
                  <a:gd name="connsiteY1" fmla="*/ 247650 h 495300"/>
                  <a:gd name="connsiteX2" fmla="*/ 247650 w 495300"/>
                  <a:gd name="connsiteY2" fmla="*/ 0 h 495300"/>
                  <a:gd name="connsiteX3" fmla="*/ 495300 w 495300"/>
                  <a:gd name="connsiteY3" fmla="*/ 247650 h 495300"/>
                  <a:gd name="connsiteX4" fmla="*/ 247650 w 495300"/>
                  <a:gd name="connsiteY4" fmla="*/ 495300 h 495300"/>
                  <a:gd name="connsiteX5" fmla="*/ 247650 w 495300"/>
                  <a:gd name="connsiteY5" fmla="*/ 38100 h 495300"/>
                  <a:gd name="connsiteX6" fmla="*/ 38100 w 495300"/>
                  <a:gd name="connsiteY6" fmla="*/ 247650 h 495300"/>
                  <a:gd name="connsiteX7" fmla="*/ 247650 w 495300"/>
                  <a:gd name="connsiteY7" fmla="*/ 457200 h 495300"/>
                  <a:gd name="connsiteX8" fmla="*/ 457200 w 495300"/>
                  <a:gd name="connsiteY8" fmla="*/ 247650 h 495300"/>
                  <a:gd name="connsiteX9" fmla="*/ 247650 w 495300"/>
                  <a:gd name="connsiteY9" fmla="*/ 38100 h 495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5300" h="495300">
                    <a:moveTo>
                      <a:pt x="247650" y="495300"/>
                    </a:moveTo>
                    <a:cubicBezTo>
                      <a:pt x="111062" y="495300"/>
                      <a:pt x="0" y="384239"/>
                      <a:pt x="0" y="247650"/>
                    </a:cubicBezTo>
                    <a:cubicBezTo>
                      <a:pt x="0" y="111062"/>
                      <a:pt x="111062" y="0"/>
                      <a:pt x="247650" y="0"/>
                    </a:cubicBezTo>
                    <a:cubicBezTo>
                      <a:pt x="384239" y="0"/>
                      <a:pt x="495300" y="111062"/>
                      <a:pt x="495300" y="247650"/>
                    </a:cubicBezTo>
                    <a:cubicBezTo>
                      <a:pt x="495300" y="384239"/>
                      <a:pt x="384239" y="495300"/>
                      <a:pt x="247650" y="495300"/>
                    </a:cubicBezTo>
                    <a:close/>
                    <a:moveTo>
                      <a:pt x="247650" y="38100"/>
                    </a:moveTo>
                    <a:cubicBezTo>
                      <a:pt x="132112" y="38100"/>
                      <a:pt x="38100" y="132112"/>
                      <a:pt x="38100" y="247650"/>
                    </a:cubicBezTo>
                    <a:cubicBezTo>
                      <a:pt x="38100" y="363188"/>
                      <a:pt x="132112" y="457200"/>
                      <a:pt x="247650" y="457200"/>
                    </a:cubicBezTo>
                    <a:cubicBezTo>
                      <a:pt x="363188" y="457200"/>
                      <a:pt x="457200" y="363188"/>
                      <a:pt x="457200" y="247650"/>
                    </a:cubicBezTo>
                    <a:cubicBezTo>
                      <a:pt x="457200" y="132112"/>
                      <a:pt x="363188" y="38100"/>
                      <a:pt x="247650" y="381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89A0E783-D6B3-467A-8554-C41F0A02B942}"/>
                  </a:ext>
                </a:extLst>
              </p:cNvPr>
              <p:cNvSpPr/>
              <p:nvPr/>
            </p:nvSpPr>
            <p:spPr>
              <a:xfrm>
                <a:off x="8678943" y="1700863"/>
                <a:ext cx="11503" cy="172539"/>
              </a:xfrm>
              <a:custGeom>
                <a:avLst/>
                <a:gdLst>
                  <a:gd name="connsiteX0" fmla="*/ 19050 w 38100"/>
                  <a:gd name="connsiteY0" fmla="*/ 571500 h 571500"/>
                  <a:gd name="connsiteX1" fmla="*/ 0 w 38100"/>
                  <a:gd name="connsiteY1" fmla="*/ 552450 h 571500"/>
                  <a:gd name="connsiteX2" fmla="*/ 0 w 38100"/>
                  <a:gd name="connsiteY2" fmla="*/ 19050 h 571500"/>
                  <a:gd name="connsiteX3" fmla="*/ 19050 w 38100"/>
                  <a:gd name="connsiteY3" fmla="*/ 0 h 571500"/>
                  <a:gd name="connsiteX4" fmla="*/ 38100 w 38100"/>
                  <a:gd name="connsiteY4" fmla="*/ 19050 h 571500"/>
                  <a:gd name="connsiteX5" fmla="*/ 38100 w 38100"/>
                  <a:gd name="connsiteY5" fmla="*/ 552450 h 571500"/>
                  <a:gd name="connsiteX6" fmla="*/ 19050 w 38100"/>
                  <a:gd name="connsiteY6" fmla="*/ 571500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100" h="571500">
                    <a:moveTo>
                      <a:pt x="19050" y="571500"/>
                    </a:moveTo>
                    <a:cubicBezTo>
                      <a:pt x="8477" y="571500"/>
                      <a:pt x="0" y="563023"/>
                      <a:pt x="0" y="552450"/>
                    </a:cubicBezTo>
                    <a:lnTo>
                      <a:pt x="0" y="19050"/>
                    </a:lnTo>
                    <a:cubicBezTo>
                      <a:pt x="0" y="8477"/>
                      <a:pt x="8477" y="0"/>
                      <a:pt x="19050" y="0"/>
                    </a:cubicBezTo>
                    <a:cubicBezTo>
                      <a:pt x="29623" y="0"/>
                      <a:pt x="38100" y="8477"/>
                      <a:pt x="38100" y="19050"/>
                    </a:cubicBezTo>
                    <a:lnTo>
                      <a:pt x="38100" y="552450"/>
                    </a:lnTo>
                    <a:cubicBezTo>
                      <a:pt x="38100" y="563023"/>
                      <a:pt x="29623" y="571500"/>
                      <a:pt x="19050" y="5715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784AF0B2-BF26-4737-B015-31C91DB55F1A}"/>
                  </a:ext>
                </a:extLst>
              </p:cNvPr>
              <p:cNvSpPr/>
              <p:nvPr/>
            </p:nvSpPr>
            <p:spPr>
              <a:xfrm>
                <a:off x="8655952" y="1677843"/>
                <a:ext cx="57513" cy="34522"/>
              </a:xfrm>
              <a:custGeom>
                <a:avLst/>
                <a:gdLst>
                  <a:gd name="connsiteX0" fmla="*/ 95202 w 190499"/>
                  <a:gd name="connsiteY0" fmla="*/ 114348 h 114347"/>
                  <a:gd name="connsiteX1" fmla="*/ 81772 w 190499"/>
                  <a:gd name="connsiteY1" fmla="*/ 108728 h 114347"/>
                  <a:gd name="connsiteX2" fmla="*/ 5572 w 190499"/>
                  <a:gd name="connsiteY2" fmla="*/ 32528 h 114347"/>
                  <a:gd name="connsiteX3" fmla="*/ 5572 w 190499"/>
                  <a:gd name="connsiteY3" fmla="*/ 5572 h 114347"/>
                  <a:gd name="connsiteX4" fmla="*/ 32528 w 190499"/>
                  <a:gd name="connsiteY4" fmla="*/ 5572 h 114347"/>
                  <a:gd name="connsiteX5" fmla="*/ 95202 w 190499"/>
                  <a:gd name="connsiteY5" fmla="*/ 68342 h 114347"/>
                  <a:gd name="connsiteX6" fmla="*/ 157972 w 190499"/>
                  <a:gd name="connsiteY6" fmla="*/ 5572 h 114347"/>
                  <a:gd name="connsiteX7" fmla="*/ 184928 w 190499"/>
                  <a:gd name="connsiteY7" fmla="*/ 5572 h 114347"/>
                  <a:gd name="connsiteX8" fmla="*/ 184928 w 190499"/>
                  <a:gd name="connsiteY8" fmla="*/ 32528 h 114347"/>
                  <a:gd name="connsiteX9" fmla="*/ 108728 w 190499"/>
                  <a:gd name="connsiteY9" fmla="*/ 108728 h 114347"/>
                  <a:gd name="connsiteX10" fmla="*/ 95202 w 190499"/>
                  <a:gd name="connsiteY10" fmla="*/ 114348 h 114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0499" h="114347">
                    <a:moveTo>
                      <a:pt x="95202" y="114348"/>
                    </a:moveTo>
                    <a:cubicBezTo>
                      <a:pt x="90345" y="114348"/>
                      <a:pt x="85487" y="112443"/>
                      <a:pt x="81772" y="108728"/>
                    </a:cubicBezTo>
                    <a:lnTo>
                      <a:pt x="5572" y="32528"/>
                    </a:lnTo>
                    <a:cubicBezTo>
                      <a:pt x="-1857" y="25098"/>
                      <a:pt x="-1857" y="13002"/>
                      <a:pt x="5572" y="5572"/>
                    </a:cubicBezTo>
                    <a:cubicBezTo>
                      <a:pt x="13002" y="-1857"/>
                      <a:pt x="25098" y="-1857"/>
                      <a:pt x="32528" y="5572"/>
                    </a:cubicBezTo>
                    <a:lnTo>
                      <a:pt x="95202" y="68342"/>
                    </a:lnTo>
                    <a:lnTo>
                      <a:pt x="157972" y="5572"/>
                    </a:lnTo>
                    <a:cubicBezTo>
                      <a:pt x="165402" y="-1857"/>
                      <a:pt x="177498" y="-1857"/>
                      <a:pt x="184928" y="5572"/>
                    </a:cubicBezTo>
                    <a:cubicBezTo>
                      <a:pt x="192357" y="13002"/>
                      <a:pt x="192357" y="25098"/>
                      <a:pt x="184928" y="32528"/>
                    </a:cubicBezTo>
                    <a:lnTo>
                      <a:pt x="108728" y="108728"/>
                    </a:lnTo>
                    <a:cubicBezTo>
                      <a:pt x="104918" y="112443"/>
                      <a:pt x="100060" y="114348"/>
                      <a:pt x="95202" y="114348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B83CCE54-D5C6-42A2-865F-3A8F06FD7B0A}"/>
                  </a:ext>
                </a:extLst>
              </p:cNvPr>
              <p:cNvSpPr/>
              <p:nvPr/>
            </p:nvSpPr>
            <p:spPr>
              <a:xfrm>
                <a:off x="8661689" y="1861899"/>
                <a:ext cx="368085" cy="11503"/>
              </a:xfrm>
              <a:custGeom>
                <a:avLst/>
                <a:gdLst>
                  <a:gd name="connsiteX0" fmla="*/ 0 w 1219200"/>
                  <a:gd name="connsiteY0" fmla="*/ 0 h 38100"/>
                  <a:gd name="connsiteX1" fmla="*/ 1219200 w 1219200"/>
                  <a:gd name="connsiteY1" fmla="*/ 0 h 38100"/>
                  <a:gd name="connsiteX2" fmla="*/ 1219200 w 1219200"/>
                  <a:gd name="connsiteY2" fmla="*/ 38100 h 38100"/>
                  <a:gd name="connsiteX3" fmla="*/ 0 w 121920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9200" h="38100">
                    <a:moveTo>
                      <a:pt x="0" y="0"/>
                    </a:moveTo>
                    <a:lnTo>
                      <a:pt x="1219200" y="0"/>
                    </a:lnTo>
                    <a:lnTo>
                      <a:pt x="12192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7F68462D-1056-40F8-A400-78098A136F88}"/>
                  </a:ext>
                </a:extLst>
              </p:cNvPr>
              <p:cNvSpPr/>
              <p:nvPr/>
            </p:nvSpPr>
            <p:spPr>
              <a:xfrm>
                <a:off x="8817003" y="1562831"/>
                <a:ext cx="57485" cy="34508"/>
              </a:xfrm>
              <a:custGeom>
                <a:avLst/>
                <a:gdLst>
                  <a:gd name="connsiteX0" fmla="*/ 95156 w 190405"/>
                  <a:gd name="connsiteY0" fmla="*/ 114300 h 114300"/>
                  <a:gd name="connsiteX1" fmla="*/ 76106 w 190405"/>
                  <a:gd name="connsiteY1" fmla="*/ 95536 h 114300"/>
                  <a:gd name="connsiteX2" fmla="*/ 76106 w 190405"/>
                  <a:gd name="connsiteY2" fmla="*/ 95536 h 114300"/>
                  <a:gd name="connsiteX3" fmla="*/ 76106 w 190405"/>
                  <a:gd name="connsiteY3" fmla="*/ 95536 h 114300"/>
                  <a:gd name="connsiteX4" fmla="*/ 76106 w 190405"/>
                  <a:gd name="connsiteY4" fmla="*/ 95536 h 114300"/>
                  <a:gd name="connsiteX5" fmla="*/ 76106 w 190405"/>
                  <a:gd name="connsiteY5" fmla="*/ 95441 h 114300"/>
                  <a:gd name="connsiteX6" fmla="*/ 76106 w 190405"/>
                  <a:gd name="connsiteY6" fmla="*/ 95345 h 114300"/>
                  <a:gd name="connsiteX7" fmla="*/ 76106 w 190405"/>
                  <a:gd name="connsiteY7" fmla="*/ 95345 h 114300"/>
                  <a:gd name="connsiteX8" fmla="*/ 76106 w 190405"/>
                  <a:gd name="connsiteY8" fmla="*/ 95250 h 114300"/>
                  <a:gd name="connsiteX9" fmla="*/ 18860 w 190405"/>
                  <a:gd name="connsiteY9" fmla="*/ 38100 h 114300"/>
                  <a:gd name="connsiteX10" fmla="*/ 1 w 190405"/>
                  <a:gd name="connsiteY10" fmla="*/ 18955 h 114300"/>
                  <a:gd name="connsiteX11" fmla="*/ 18956 w 190405"/>
                  <a:gd name="connsiteY11" fmla="*/ 0 h 114300"/>
                  <a:gd name="connsiteX12" fmla="*/ 95441 w 190405"/>
                  <a:gd name="connsiteY12" fmla="*/ 35243 h 114300"/>
                  <a:gd name="connsiteX13" fmla="*/ 171356 w 190405"/>
                  <a:gd name="connsiteY13" fmla="*/ 0 h 114300"/>
                  <a:gd name="connsiteX14" fmla="*/ 190406 w 190405"/>
                  <a:gd name="connsiteY14" fmla="*/ 19050 h 114300"/>
                  <a:gd name="connsiteX15" fmla="*/ 171356 w 190405"/>
                  <a:gd name="connsiteY15" fmla="*/ 38100 h 114300"/>
                  <a:gd name="connsiteX16" fmla="*/ 114206 w 190405"/>
                  <a:gd name="connsiteY16" fmla="*/ 95345 h 114300"/>
                  <a:gd name="connsiteX17" fmla="*/ 95156 w 190405"/>
                  <a:gd name="connsiteY17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0405" h="114300">
                    <a:moveTo>
                      <a:pt x="95156" y="114300"/>
                    </a:moveTo>
                    <a:cubicBezTo>
                      <a:pt x="84678" y="114300"/>
                      <a:pt x="76296" y="105918"/>
                      <a:pt x="76106" y="95536"/>
                    </a:cubicBezTo>
                    <a:cubicBezTo>
                      <a:pt x="76106" y="95536"/>
                      <a:pt x="76106" y="95536"/>
                      <a:pt x="76106" y="95536"/>
                    </a:cubicBezTo>
                    <a:lnTo>
                      <a:pt x="76106" y="95536"/>
                    </a:lnTo>
                    <a:lnTo>
                      <a:pt x="76106" y="95536"/>
                    </a:lnTo>
                    <a:cubicBezTo>
                      <a:pt x="76106" y="95536"/>
                      <a:pt x="76106" y="95441"/>
                      <a:pt x="76106" y="95441"/>
                    </a:cubicBezTo>
                    <a:cubicBezTo>
                      <a:pt x="76106" y="95441"/>
                      <a:pt x="76106" y="95441"/>
                      <a:pt x="76106" y="95345"/>
                    </a:cubicBezTo>
                    <a:lnTo>
                      <a:pt x="76106" y="95345"/>
                    </a:lnTo>
                    <a:cubicBezTo>
                      <a:pt x="76106" y="95345"/>
                      <a:pt x="76106" y="95345"/>
                      <a:pt x="76106" y="95250"/>
                    </a:cubicBezTo>
                    <a:cubicBezTo>
                      <a:pt x="76106" y="41434"/>
                      <a:pt x="28385" y="38195"/>
                      <a:pt x="18860" y="38100"/>
                    </a:cubicBezTo>
                    <a:cubicBezTo>
                      <a:pt x="8383" y="38005"/>
                      <a:pt x="-94" y="29432"/>
                      <a:pt x="1" y="18955"/>
                    </a:cubicBezTo>
                    <a:cubicBezTo>
                      <a:pt x="1" y="8477"/>
                      <a:pt x="8478" y="0"/>
                      <a:pt x="18956" y="0"/>
                    </a:cubicBezTo>
                    <a:cubicBezTo>
                      <a:pt x="40482" y="0"/>
                      <a:pt x="74391" y="8477"/>
                      <a:pt x="95441" y="35243"/>
                    </a:cubicBezTo>
                    <a:cubicBezTo>
                      <a:pt x="109824" y="15621"/>
                      <a:pt x="133637" y="0"/>
                      <a:pt x="171356" y="0"/>
                    </a:cubicBezTo>
                    <a:cubicBezTo>
                      <a:pt x="181928" y="0"/>
                      <a:pt x="190406" y="8573"/>
                      <a:pt x="190406" y="19050"/>
                    </a:cubicBezTo>
                    <a:cubicBezTo>
                      <a:pt x="190406" y="29528"/>
                      <a:pt x="181928" y="38100"/>
                      <a:pt x="171356" y="38100"/>
                    </a:cubicBezTo>
                    <a:cubicBezTo>
                      <a:pt x="117635" y="38100"/>
                      <a:pt x="114301" y="85725"/>
                      <a:pt x="114206" y="95345"/>
                    </a:cubicBezTo>
                    <a:cubicBezTo>
                      <a:pt x="114110" y="105823"/>
                      <a:pt x="105633" y="114300"/>
                      <a:pt x="95156" y="114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38924116-B6E9-43E7-8AD5-0BAE1F7284FC}"/>
                  </a:ext>
                </a:extLst>
              </p:cNvPr>
              <p:cNvSpPr/>
              <p:nvPr/>
            </p:nvSpPr>
            <p:spPr>
              <a:xfrm>
                <a:off x="8863014" y="1585836"/>
                <a:ext cx="57485" cy="34508"/>
              </a:xfrm>
              <a:custGeom>
                <a:avLst/>
                <a:gdLst>
                  <a:gd name="connsiteX0" fmla="*/ 95156 w 190405"/>
                  <a:gd name="connsiteY0" fmla="*/ 114300 h 114300"/>
                  <a:gd name="connsiteX1" fmla="*/ 76106 w 190405"/>
                  <a:gd name="connsiteY1" fmla="*/ 95536 h 114300"/>
                  <a:gd name="connsiteX2" fmla="*/ 76106 w 190405"/>
                  <a:gd name="connsiteY2" fmla="*/ 95536 h 114300"/>
                  <a:gd name="connsiteX3" fmla="*/ 76106 w 190405"/>
                  <a:gd name="connsiteY3" fmla="*/ 95536 h 114300"/>
                  <a:gd name="connsiteX4" fmla="*/ 76106 w 190405"/>
                  <a:gd name="connsiteY4" fmla="*/ 95536 h 114300"/>
                  <a:gd name="connsiteX5" fmla="*/ 76106 w 190405"/>
                  <a:gd name="connsiteY5" fmla="*/ 95441 h 114300"/>
                  <a:gd name="connsiteX6" fmla="*/ 76106 w 190405"/>
                  <a:gd name="connsiteY6" fmla="*/ 95345 h 114300"/>
                  <a:gd name="connsiteX7" fmla="*/ 76106 w 190405"/>
                  <a:gd name="connsiteY7" fmla="*/ 95345 h 114300"/>
                  <a:gd name="connsiteX8" fmla="*/ 76106 w 190405"/>
                  <a:gd name="connsiteY8" fmla="*/ 95250 h 114300"/>
                  <a:gd name="connsiteX9" fmla="*/ 18860 w 190405"/>
                  <a:gd name="connsiteY9" fmla="*/ 38100 h 114300"/>
                  <a:gd name="connsiteX10" fmla="*/ 1 w 190405"/>
                  <a:gd name="connsiteY10" fmla="*/ 18955 h 114300"/>
                  <a:gd name="connsiteX11" fmla="*/ 18956 w 190405"/>
                  <a:gd name="connsiteY11" fmla="*/ 0 h 114300"/>
                  <a:gd name="connsiteX12" fmla="*/ 95441 w 190405"/>
                  <a:gd name="connsiteY12" fmla="*/ 35243 h 114300"/>
                  <a:gd name="connsiteX13" fmla="*/ 171356 w 190405"/>
                  <a:gd name="connsiteY13" fmla="*/ 0 h 114300"/>
                  <a:gd name="connsiteX14" fmla="*/ 190406 w 190405"/>
                  <a:gd name="connsiteY14" fmla="*/ 19050 h 114300"/>
                  <a:gd name="connsiteX15" fmla="*/ 171356 w 190405"/>
                  <a:gd name="connsiteY15" fmla="*/ 38100 h 114300"/>
                  <a:gd name="connsiteX16" fmla="*/ 114206 w 190405"/>
                  <a:gd name="connsiteY16" fmla="*/ 95345 h 114300"/>
                  <a:gd name="connsiteX17" fmla="*/ 95156 w 190405"/>
                  <a:gd name="connsiteY17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0405" h="114300">
                    <a:moveTo>
                      <a:pt x="95156" y="114300"/>
                    </a:moveTo>
                    <a:cubicBezTo>
                      <a:pt x="84678" y="114300"/>
                      <a:pt x="76296" y="105918"/>
                      <a:pt x="76106" y="95536"/>
                    </a:cubicBezTo>
                    <a:cubicBezTo>
                      <a:pt x="76106" y="95536"/>
                      <a:pt x="76106" y="95536"/>
                      <a:pt x="76106" y="95536"/>
                    </a:cubicBezTo>
                    <a:lnTo>
                      <a:pt x="76106" y="95536"/>
                    </a:lnTo>
                    <a:lnTo>
                      <a:pt x="76106" y="95536"/>
                    </a:lnTo>
                    <a:cubicBezTo>
                      <a:pt x="76106" y="95536"/>
                      <a:pt x="76106" y="95441"/>
                      <a:pt x="76106" y="95441"/>
                    </a:cubicBezTo>
                    <a:cubicBezTo>
                      <a:pt x="76106" y="95441"/>
                      <a:pt x="76106" y="95441"/>
                      <a:pt x="76106" y="95345"/>
                    </a:cubicBezTo>
                    <a:lnTo>
                      <a:pt x="76106" y="95345"/>
                    </a:lnTo>
                    <a:cubicBezTo>
                      <a:pt x="76106" y="95345"/>
                      <a:pt x="76106" y="95345"/>
                      <a:pt x="76106" y="95250"/>
                    </a:cubicBezTo>
                    <a:cubicBezTo>
                      <a:pt x="76106" y="41434"/>
                      <a:pt x="28385" y="38195"/>
                      <a:pt x="18860" y="38100"/>
                    </a:cubicBezTo>
                    <a:cubicBezTo>
                      <a:pt x="8383" y="38005"/>
                      <a:pt x="-94" y="29432"/>
                      <a:pt x="1" y="18955"/>
                    </a:cubicBezTo>
                    <a:cubicBezTo>
                      <a:pt x="1" y="8477"/>
                      <a:pt x="8478" y="0"/>
                      <a:pt x="18956" y="0"/>
                    </a:cubicBezTo>
                    <a:cubicBezTo>
                      <a:pt x="40482" y="0"/>
                      <a:pt x="74391" y="8477"/>
                      <a:pt x="95441" y="35243"/>
                    </a:cubicBezTo>
                    <a:cubicBezTo>
                      <a:pt x="109824" y="15621"/>
                      <a:pt x="133637" y="0"/>
                      <a:pt x="171356" y="0"/>
                    </a:cubicBezTo>
                    <a:cubicBezTo>
                      <a:pt x="181928" y="0"/>
                      <a:pt x="190406" y="8572"/>
                      <a:pt x="190406" y="19050"/>
                    </a:cubicBezTo>
                    <a:cubicBezTo>
                      <a:pt x="190406" y="29528"/>
                      <a:pt x="181928" y="38100"/>
                      <a:pt x="171356" y="38100"/>
                    </a:cubicBezTo>
                    <a:cubicBezTo>
                      <a:pt x="117635" y="38100"/>
                      <a:pt x="114301" y="85725"/>
                      <a:pt x="114206" y="95345"/>
                    </a:cubicBezTo>
                    <a:cubicBezTo>
                      <a:pt x="114110" y="105823"/>
                      <a:pt x="105633" y="114300"/>
                      <a:pt x="95156" y="114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79FDFB4D-8239-4BE6-AB1A-5F3EAC85BB5C}"/>
                  </a:ext>
                </a:extLst>
              </p:cNvPr>
              <p:cNvSpPr/>
              <p:nvPr/>
            </p:nvSpPr>
            <p:spPr>
              <a:xfrm>
                <a:off x="8793998" y="1608842"/>
                <a:ext cx="57485" cy="34508"/>
              </a:xfrm>
              <a:custGeom>
                <a:avLst/>
                <a:gdLst>
                  <a:gd name="connsiteX0" fmla="*/ 95156 w 190405"/>
                  <a:gd name="connsiteY0" fmla="*/ 114300 h 114300"/>
                  <a:gd name="connsiteX1" fmla="*/ 76106 w 190405"/>
                  <a:gd name="connsiteY1" fmla="*/ 95536 h 114300"/>
                  <a:gd name="connsiteX2" fmla="*/ 76106 w 190405"/>
                  <a:gd name="connsiteY2" fmla="*/ 95536 h 114300"/>
                  <a:gd name="connsiteX3" fmla="*/ 76106 w 190405"/>
                  <a:gd name="connsiteY3" fmla="*/ 95536 h 114300"/>
                  <a:gd name="connsiteX4" fmla="*/ 76106 w 190405"/>
                  <a:gd name="connsiteY4" fmla="*/ 95536 h 114300"/>
                  <a:gd name="connsiteX5" fmla="*/ 76106 w 190405"/>
                  <a:gd name="connsiteY5" fmla="*/ 95441 h 114300"/>
                  <a:gd name="connsiteX6" fmla="*/ 76106 w 190405"/>
                  <a:gd name="connsiteY6" fmla="*/ 95345 h 114300"/>
                  <a:gd name="connsiteX7" fmla="*/ 76106 w 190405"/>
                  <a:gd name="connsiteY7" fmla="*/ 95345 h 114300"/>
                  <a:gd name="connsiteX8" fmla="*/ 76106 w 190405"/>
                  <a:gd name="connsiteY8" fmla="*/ 95250 h 114300"/>
                  <a:gd name="connsiteX9" fmla="*/ 18860 w 190405"/>
                  <a:gd name="connsiteY9" fmla="*/ 38100 h 114300"/>
                  <a:gd name="connsiteX10" fmla="*/ 1 w 190405"/>
                  <a:gd name="connsiteY10" fmla="*/ 18955 h 114300"/>
                  <a:gd name="connsiteX11" fmla="*/ 18956 w 190405"/>
                  <a:gd name="connsiteY11" fmla="*/ 0 h 114300"/>
                  <a:gd name="connsiteX12" fmla="*/ 95441 w 190405"/>
                  <a:gd name="connsiteY12" fmla="*/ 35243 h 114300"/>
                  <a:gd name="connsiteX13" fmla="*/ 171356 w 190405"/>
                  <a:gd name="connsiteY13" fmla="*/ 0 h 114300"/>
                  <a:gd name="connsiteX14" fmla="*/ 190406 w 190405"/>
                  <a:gd name="connsiteY14" fmla="*/ 19050 h 114300"/>
                  <a:gd name="connsiteX15" fmla="*/ 171356 w 190405"/>
                  <a:gd name="connsiteY15" fmla="*/ 38100 h 114300"/>
                  <a:gd name="connsiteX16" fmla="*/ 114206 w 190405"/>
                  <a:gd name="connsiteY16" fmla="*/ 95345 h 114300"/>
                  <a:gd name="connsiteX17" fmla="*/ 95156 w 190405"/>
                  <a:gd name="connsiteY17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0405" h="114300">
                    <a:moveTo>
                      <a:pt x="95156" y="114300"/>
                    </a:moveTo>
                    <a:cubicBezTo>
                      <a:pt x="84678" y="114300"/>
                      <a:pt x="76296" y="105918"/>
                      <a:pt x="76106" y="95536"/>
                    </a:cubicBezTo>
                    <a:cubicBezTo>
                      <a:pt x="76106" y="95536"/>
                      <a:pt x="76106" y="95536"/>
                      <a:pt x="76106" y="95536"/>
                    </a:cubicBezTo>
                    <a:lnTo>
                      <a:pt x="76106" y="95536"/>
                    </a:lnTo>
                    <a:lnTo>
                      <a:pt x="76106" y="95536"/>
                    </a:lnTo>
                    <a:cubicBezTo>
                      <a:pt x="76106" y="95536"/>
                      <a:pt x="76106" y="95441"/>
                      <a:pt x="76106" y="95441"/>
                    </a:cubicBezTo>
                    <a:cubicBezTo>
                      <a:pt x="76106" y="95441"/>
                      <a:pt x="76106" y="95441"/>
                      <a:pt x="76106" y="95345"/>
                    </a:cubicBezTo>
                    <a:lnTo>
                      <a:pt x="76106" y="95345"/>
                    </a:lnTo>
                    <a:cubicBezTo>
                      <a:pt x="76106" y="95345"/>
                      <a:pt x="76106" y="95345"/>
                      <a:pt x="76106" y="95250"/>
                    </a:cubicBezTo>
                    <a:cubicBezTo>
                      <a:pt x="76106" y="41434"/>
                      <a:pt x="28385" y="38195"/>
                      <a:pt x="18860" y="38100"/>
                    </a:cubicBezTo>
                    <a:cubicBezTo>
                      <a:pt x="8383" y="38005"/>
                      <a:pt x="-94" y="29432"/>
                      <a:pt x="1" y="18955"/>
                    </a:cubicBezTo>
                    <a:cubicBezTo>
                      <a:pt x="1" y="8477"/>
                      <a:pt x="8478" y="0"/>
                      <a:pt x="18956" y="0"/>
                    </a:cubicBezTo>
                    <a:cubicBezTo>
                      <a:pt x="40482" y="0"/>
                      <a:pt x="74391" y="8477"/>
                      <a:pt x="95441" y="35243"/>
                    </a:cubicBezTo>
                    <a:cubicBezTo>
                      <a:pt x="109824" y="15621"/>
                      <a:pt x="133637" y="0"/>
                      <a:pt x="171356" y="0"/>
                    </a:cubicBezTo>
                    <a:cubicBezTo>
                      <a:pt x="181928" y="0"/>
                      <a:pt x="190406" y="8572"/>
                      <a:pt x="190406" y="19050"/>
                    </a:cubicBezTo>
                    <a:cubicBezTo>
                      <a:pt x="190406" y="29528"/>
                      <a:pt x="181928" y="38100"/>
                      <a:pt x="171356" y="38100"/>
                    </a:cubicBezTo>
                    <a:cubicBezTo>
                      <a:pt x="117635" y="38100"/>
                      <a:pt x="114301" y="85725"/>
                      <a:pt x="114206" y="95345"/>
                    </a:cubicBezTo>
                    <a:cubicBezTo>
                      <a:pt x="114110" y="105823"/>
                      <a:pt x="105633" y="114300"/>
                      <a:pt x="95156" y="114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grpSp>
            <p:nvGrpSpPr>
              <p:cNvPr id="549" name="Graphic 112">
                <a:extLst>
                  <a:ext uri="{FF2B5EF4-FFF2-40B4-BE49-F238E27FC236}">
                    <a16:creationId xmlns:a16="http://schemas.microsoft.com/office/drawing/2014/main" id="{12BB0E68-CCB0-475F-947F-34C7A1DC2161}"/>
                  </a:ext>
                </a:extLst>
              </p:cNvPr>
              <p:cNvGrpSpPr/>
              <p:nvPr/>
            </p:nvGrpSpPr>
            <p:grpSpPr>
              <a:xfrm>
                <a:off x="8721129" y="1723948"/>
                <a:ext cx="249205" cy="146665"/>
                <a:chOff x="5769006" y="3448315"/>
                <a:chExt cx="825436" cy="485795"/>
              </a:xfrm>
              <a:solidFill>
                <a:schemeClr val="accent3"/>
              </a:solidFill>
            </p:grpSpPr>
            <p:sp>
              <p:nvSpPr>
                <p:cNvPr id="550" name="Freeform: Shape 549">
                  <a:extLst>
                    <a:ext uri="{FF2B5EF4-FFF2-40B4-BE49-F238E27FC236}">
                      <a16:creationId xmlns:a16="http://schemas.microsoft.com/office/drawing/2014/main" id="{FBC59A64-66FD-41C4-82B0-C7B802637B16}"/>
                    </a:ext>
                  </a:extLst>
                </p:cNvPr>
                <p:cNvSpPr/>
                <p:nvPr/>
              </p:nvSpPr>
              <p:spPr>
                <a:xfrm>
                  <a:off x="5932836" y="3448335"/>
                  <a:ext cx="133540" cy="38100"/>
                </a:xfrm>
                <a:custGeom>
                  <a:avLst/>
                  <a:gdLst>
                    <a:gd name="connsiteX0" fmla="*/ 114491 w 133540"/>
                    <a:gd name="connsiteY0" fmla="*/ 38100 h 38100"/>
                    <a:gd name="connsiteX1" fmla="*/ 19050 w 133540"/>
                    <a:gd name="connsiteY1" fmla="*/ 38100 h 38100"/>
                    <a:gd name="connsiteX2" fmla="*/ 0 w 133540"/>
                    <a:gd name="connsiteY2" fmla="*/ 19050 h 38100"/>
                    <a:gd name="connsiteX3" fmla="*/ 19050 w 133540"/>
                    <a:gd name="connsiteY3" fmla="*/ 0 h 38100"/>
                    <a:gd name="connsiteX4" fmla="*/ 114491 w 133540"/>
                    <a:gd name="connsiteY4" fmla="*/ 0 h 38100"/>
                    <a:gd name="connsiteX5" fmla="*/ 133541 w 133540"/>
                    <a:gd name="connsiteY5" fmla="*/ 19050 h 38100"/>
                    <a:gd name="connsiteX6" fmla="*/ 114491 w 133540"/>
                    <a:gd name="connsiteY6" fmla="*/ 38100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3540" h="38100">
                      <a:moveTo>
                        <a:pt x="114491" y="38100"/>
                      </a:moveTo>
                      <a:lnTo>
                        <a:pt x="19050" y="38100"/>
                      </a:lnTo>
                      <a:cubicBezTo>
                        <a:pt x="8477" y="38100"/>
                        <a:pt x="0" y="29623"/>
                        <a:pt x="0" y="19050"/>
                      </a:cubicBezTo>
                      <a:cubicBezTo>
                        <a:pt x="0" y="8477"/>
                        <a:pt x="8477" y="0"/>
                        <a:pt x="19050" y="0"/>
                      </a:cubicBezTo>
                      <a:lnTo>
                        <a:pt x="114491" y="0"/>
                      </a:lnTo>
                      <a:cubicBezTo>
                        <a:pt x="125063" y="0"/>
                        <a:pt x="133541" y="8477"/>
                        <a:pt x="133541" y="19050"/>
                      </a:cubicBezTo>
                      <a:cubicBezTo>
                        <a:pt x="133541" y="29528"/>
                        <a:pt x="125063" y="38100"/>
                        <a:pt x="114491" y="381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grpSp>
              <p:nvGrpSpPr>
                <p:cNvPr id="551" name="Graphic 112">
                  <a:extLst>
                    <a:ext uri="{FF2B5EF4-FFF2-40B4-BE49-F238E27FC236}">
                      <a16:creationId xmlns:a16="http://schemas.microsoft.com/office/drawing/2014/main" id="{6AC82EC1-7E2A-4A03-B565-7491575E59B5}"/>
                    </a:ext>
                  </a:extLst>
                </p:cNvPr>
                <p:cNvGrpSpPr/>
                <p:nvPr/>
              </p:nvGrpSpPr>
              <p:grpSpPr>
                <a:xfrm>
                  <a:off x="5769006" y="3448315"/>
                  <a:ext cx="825436" cy="485795"/>
                  <a:chOff x="5769006" y="3448315"/>
                  <a:chExt cx="825436" cy="485795"/>
                </a:xfrm>
                <a:grpFill/>
              </p:grpSpPr>
              <p:sp>
                <p:nvSpPr>
                  <p:cNvPr id="552" name="Freeform: Shape 551">
                    <a:extLst>
                      <a:ext uri="{FF2B5EF4-FFF2-40B4-BE49-F238E27FC236}">
                        <a16:creationId xmlns:a16="http://schemas.microsoft.com/office/drawing/2014/main" id="{58BE4088-DF21-457B-BD06-E98ABB379A36}"/>
                      </a:ext>
                    </a:extLst>
                  </p:cNvPr>
                  <p:cNvSpPr/>
                  <p:nvPr/>
                </p:nvSpPr>
                <p:spPr>
                  <a:xfrm>
                    <a:off x="5912148" y="3538061"/>
                    <a:ext cx="431762" cy="252888"/>
                  </a:xfrm>
                  <a:custGeom>
                    <a:avLst/>
                    <a:gdLst>
                      <a:gd name="connsiteX0" fmla="*/ 269576 w 431762"/>
                      <a:gd name="connsiteY0" fmla="*/ 252889 h 252888"/>
                      <a:gd name="connsiteX1" fmla="*/ 19069 w 431762"/>
                      <a:gd name="connsiteY1" fmla="*/ 252889 h 252888"/>
                      <a:gd name="connsiteX2" fmla="*/ 2876 w 431762"/>
                      <a:gd name="connsiteY2" fmla="*/ 243840 h 252888"/>
                      <a:gd name="connsiteX3" fmla="*/ 2019 w 431762"/>
                      <a:gd name="connsiteY3" fmla="*/ 225266 h 252888"/>
                      <a:gd name="connsiteX4" fmla="*/ 109366 w 431762"/>
                      <a:gd name="connsiteY4" fmla="*/ 10573 h 252888"/>
                      <a:gd name="connsiteX5" fmla="*/ 126416 w 431762"/>
                      <a:gd name="connsiteY5" fmla="*/ 0 h 252888"/>
                      <a:gd name="connsiteX6" fmla="*/ 412737 w 431762"/>
                      <a:gd name="connsiteY6" fmla="*/ 0 h 252888"/>
                      <a:gd name="connsiteX7" fmla="*/ 429501 w 431762"/>
                      <a:gd name="connsiteY7" fmla="*/ 10097 h 252888"/>
                      <a:gd name="connsiteX8" fmla="*/ 428549 w 431762"/>
                      <a:gd name="connsiteY8" fmla="*/ 29623 h 252888"/>
                      <a:gd name="connsiteX9" fmla="*/ 285388 w 431762"/>
                      <a:gd name="connsiteY9" fmla="*/ 244412 h 252888"/>
                      <a:gd name="connsiteX10" fmla="*/ 269576 w 431762"/>
                      <a:gd name="connsiteY10" fmla="*/ 252889 h 252888"/>
                      <a:gd name="connsiteX11" fmla="*/ 49835 w 431762"/>
                      <a:gd name="connsiteY11" fmla="*/ 214789 h 252888"/>
                      <a:gd name="connsiteX12" fmla="*/ 259385 w 431762"/>
                      <a:gd name="connsiteY12" fmla="*/ 214789 h 252888"/>
                      <a:gd name="connsiteX13" fmla="*/ 377114 w 431762"/>
                      <a:gd name="connsiteY13" fmla="*/ 38195 h 252888"/>
                      <a:gd name="connsiteX14" fmla="*/ 138227 w 431762"/>
                      <a:gd name="connsiteY14" fmla="*/ 38195 h 252888"/>
                      <a:gd name="connsiteX15" fmla="*/ 49835 w 431762"/>
                      <a:gd name="connsiteY15" fmla="*/ 214789 h 2528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431762" h="252888">
                        <a:moveTo>
                          <a:pt x="269576" y="252889"/>
                        </a:moveTo>
                        <a:lnTo>
                          <a:pt x="19069" y="252889"/>
                        </a:lnTo>
                        <a:cubicBezTo>
                          <a:pt x="12497" y="252889"/>
                          <a:pt x="6305" y="249460"/>
                          <a:pt x="2876" y="243840"/>
                        </a:cubicBezTo>
                        <a:cubicBezTo>
                          <a:pt x="-648" y="238220"/>
                          <a:pt x="-934" y="231172"/>
                          <a:pt x="2019" y="225266"/>
                        </a:cubicBezTo>
                        <a:lnTo>
                          <a:pt x="109366" y="10573"/>
                        </a:lnTo>
                        <a:cubicBezTo>
                          <a:pt x="112604" y="4096"/>
                          <a:pt x="119177" y="0"/>
                          <a:pt x="126416" y="0"/>
                        </a:cubicBezTo>
                        <a:lnTo>
                          <a:pt x="412737" y="0"/>
                        </a:lnTo>
                        <a:cubicBezTo>
                          <a:pt x="419786" y="0"/>
                          <a:pt x="426263" y="3905"/>
                          <a:pt x="429501" y="10097"/>
                        </a:cubicBezTo>
                        <a:cubicBezTo>
                          <a:pt x="432835" y="16288"/>
                          <a:pt x="432454" y="23813"/>
                          <a:pt x="428549" y="29623"/>
                        </a:cubicBezTo>
                        <a:lnTo>
                          <a:pt x="285388" y="244412"/>
                        </a:lnTo>
                        <a:cubicBezTo>
                          <a:pt x="281864" y="249746"/>
                          <a:pt x="275958" y="252889"/>
                          <a:pt x="269576" y="252889"/>
                        </a:cubicBezTo>
                        <a:close/>
                        <a:moveTo>
                          <a:pt x="49835" y="214789"/>
                        </a:moveTo>
                        <a:lnTo>
                          <a:pt x="259385" y="214789"/>
                        </a:lnTo>
                        <a:lnTo>
                          <a:pt x="377114" y="38195"/>
                        </a:lnTo>
                        <a:lnTo>
                          <a:pt x="138227" y="38195"/>
                        </a:lnTo>
                        <a:lnTo>
                          <a:pt x="49835" y="214789"/>
                        </a:ln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553" name="Freeform: Shape 552">
                    <a:extLst>
                      <a:ext uri="{FF2B5EF4-FFF2-40B4-BE49-F238E27FC236}">
                        <a16:creationId xmlns:a16="http://schemas.microsoft.com/office/drawing/2014/main" id="{2912D6E8-E806-4185-83F8-3A81D949436B}"/>
                      </a:ext>
                    </a:extLst>
                  </p:cNvPr>
                  <p:cNvSpPr/>
                  <p:nvPr/>
                </p:nvSpPr>
                <p:spPr>
                  <a:xfrm>
                    <a:off x="5968630" y="3448315"/>
                    <a:ext cx="232070" cy="342634"/>
                  </a:xfrm>
                  <a:custGeom>
                    <a:avLst/>
                    <a:gdLst>
                      <a:gd name="connsiteX0" fmla="*/ 213095 w 232070"/>
                      <a:gd name="connsiteY0" fmla="*/ 342635 h 342634"/>
                      <a:gd name="connsiteX1" fmla="*/ 196998 w 232070"/>
                      <a:gd name="connsiteY1" fmla="*/ 333777 h 342634"/>
                      <a:gd name="connsiteX2" fmla="*/ 2973 w 232070"/>
                      <a:gd name="connsiteY2" fmla="*/ 29262 h 342634"/>
                      <a:gd name="connsiteX3" fmla="*/ 8784 w 232070"/>
                      <a:gd name="connsiteY3" fmla="*/ 2973 h 342634"/>
                      <a:gd name="connsiteX4" fmla="*/ 35073 w 232070"/>
                      <a:gd name="connsiteY4" fmla="*/ 8784 h 342634"/>
                      <a:gd name="connsiteX5" fmla="*/ 229097 w 232070"/>
                      <a:gd name="connsiteY5" fmla="*/ 313298 h 342634"/>
                      <a:gd name="connsiteX6" fmla="*/ 223287 w 232070"/>
                      <a:gd name="connsiteY6" fmla="*/ 339587 h 342634"/>
                      <a:gd name="connsiteX7" fmla="*/ 213095 w 232070"/>
                      <a:gd name="connsiteY7" fmla="*/ 342635 h 3426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32070" h="342634">
                        <a:moveTo>
                          <a:pt x="213095" y="342635"/>
                        </a:moveTo>
                        <a:cubicBezTo>
                          <a:pt x="206808" y="342635"/>
                          <a:pt x="200617" y="339492"/>
                          <a:pt x="196998" y="333777"/>
                        </a:cubicBezTo>
                        <a:lnTo>
                          <a:pt x="2973" y="29262"/>
                        </a:lnTo>
                        <a:cubicBezTo>
                          <a:pt x="-2646" y="20404"/>
                          <a:pt x="-75" y="8593"/>
                          <a:pt x="8784" y="2973"/>
                        </a:cubicBezTo>
                        <a:cubicBezTo>
                          <a:pt x="17642" y="-2646"/>
                          <a:pt x="29453" y="-75"/>
                          <a:pt x="35073" y="8784"/>
                        </a:cubicBezTo>
                        <a:lnTo>
                          <a:pt x="229097" y="313298"/>
                        </a:lnTo>
                        <a:cubicBezTo>
                          <a:pt x="234717" y="322156"/>
                          <a:pt x="232145" y="333967"/>
                          <a:pt x="223287" y="339587"/>
                        </a:cubicBezTo>
                        <a:cubicBezTo>
                          <a:pt x="220143" y="341682"/>
                          <a:pt x="216619" y="342635"/>
                          <a:pt x="213095" y="342635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554" name="Freeform: Shape 553">
                    <a:extLst>
                      <a:ext uri="{FF2B5EF4-FFF2-40B4-BE49-F238E27FC236}">
                        <a16:creationId xmlns:a16="http://schemas.microsoft.com/office/drawing/2014/main" id="{4EEE6A9C-D0BB-49A2-9B9A-256E3D67756A}"/>
                      </a:ext>
                    </a:extLst>
                  </p:cNvPr>
                  <p:cNvSpPr/>
                  <p:nvPr/>
                </p:nvSpPr>
                <p:spPr>
                  <a:xfrm>
                    <a:off x="6198489" y="3466528"/>
                    <a:ext cx="252882" cy="324421"/>
                  </a:xfrm>
                  <a:custGeom>
                    <a:avLst/>
                    <a:gdLst>
                      <a:gd name="connsiteX0" fmla="*/ 233744 w 252882"/>
                      <a:gd name="connsiteY0" fmla="*/ 324422 h 324421"/>
                      <a:gd name="connsiteX1" fmla="*/ 216694 w 252882"/>
                      <a:gd name="connsiteY1" fmla="*/ 313849 h 324421"/>
                      <a:gd name="connsiteX2" fmla="*/ 78867 w 252882"/>
                      <a:gd name="connsiteY2" fmla="*/ 38100 h 324421"/>
                      <a:gd name="connsiteX3" fmla="*/ 19050 w 252882"/>
                      <a:gd name="connsiteY3" fmla="*/ 38100 h 324421"/>
                      <a:gd name="connsiteX4" fmla="*/ 0 w 252882"/>
                      <a:gd name="connsiteY4" fmla="*/ 19050 h 324421"/>
                      <a:gd name="connsiteX5" fmla="*/ 19050 w 252882"/>
                      <a:gd name="connsiteY5" fmla="*/ 0 h 324421"/>
                      <a:gd name="connsiteX6" fmla="*/ 90678 w 252882"/>
                      <a:gd name="connsiteY6" fmla="*/ 0 h 324421"/>
                      <a:gd name="connsiteX7" fmla="*/ 107728 w 252882"/>
                      <a:gd name="connsiteY7" fmla="*/ 10573 h 324421"/>
                      <a:gd name="connsiteX8" fmla="*/ 250888 w 252882"/>
                      <a:gd name="connsiteY8" fmla="*/ 296894 h 324421"/>
                      <a:gd name="connsiteX9" fmla="*/ 242411 w 252882"/>
                      <a:gd name="connsiteY9" fmla="*/ 322421 h 324421"/>
                      <a:gd name="connsiteX10" fmla="*/ 233744 w 252882"/>
                      <a:gd name="connsiteY10" fmla="*/ 324422 h 324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52882" h="324421">
                        <a:moveTo>
                          <a:pt x="233744" y="324422"/>
                        </a:moveTo>
                        <a:cubicBezTo>
                          <a:pt x="226790" y="324422"/>
                          <a:pt x="220027" y="320612"/>
                          <a:pt x="216694" y="313849"/>
                        </a:cubicBezTo>
                        <a:lnTo>
                          <a:pt x="78867" y="38100"/>
                        </a:lnTo>
                        <a:lnTo>
                          <a:pt x="19050" y="38100"/>
                        </a:lnTo>
                        <a:cubicBezTo>
                          <a:pt x="8477" y="38100"/>
                          <a:pt x="0" y="29623"/>
                          <a:pt x="0" y="19050"/>
                        </a:cubicBezTo>
                        <a:cubicBezTo>
                          <a:pt x="0" y="8477"/>
                          <a:pt x="8477" y="0"/>
                          <a:pt x="19050" y="0"/>
                        </a:cubicBezTo>
                        <a:lnTo>
                          <a:pt x="90678" y="0"/>
                        </a:lnTo>
                        <a:cubicBezTo>
                          <a:pt x="97917" y="0"/>
                          <a:pt x="104489" y="4096"/>
                          <a:pt x="107728" y="10573"/>
                        </a:cubicBezTo>
                        <a:lnTo>
                          <a:pt x="250888" y="296894"/>
                        </a:lnTo>
                        <a:cubicBezTo>
                          <a:pt x="255556" y="306324"/>
                          <a:pt x="251746" y="317754"/>
                          <a:pt x="242411" y="322421"/>
                        </a:cubicBezTo>
                        <a:cubicBezTo>
                          <a:pt x="239554" y="323755"/>
                          <a:pt x="236696" y="324422"/>
                          <a:pt x="233744" y="324422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555" name="Freeform: Shape 554">
                    <a:extLst>
                      <a:ext uri="{FF2B5EF4-FFF2-40B4-BE49-F238E27FC236}">
                        <a16:creationId xmlns:a16="http://schemas.microsoft.com/office/drawing/2014/main" id="{C9222E18-932C-4F8D-819A-0906A7550D55}"/>
                      </a:ext>
                    </a:extLst>
                  </p:cNvPr>
                  <p:cNvSpPr/>
                  <p:nvPr/>
                </p:nvSpPr>
                <p:spPr>
                  <a:xfrm>
                    <a:off x="6377368" y="3717035"/>
                    <a:ext cx="109727" cy="109728"/>
                  </a:xfrm>
                  <a:custGeom>
                    <a:avLst/>
                    <a:gdLst>
                      <a:gd name="connsiteX0" fmla="*/ 54864 w 109727"/>
                      <a:gd name="connsiteY0" fmla="*/ 109728 h 109728"/>
                      <a:gd name="connsiteX1" fmla="*/ 0 w 109727"/>
                      <a:gd name="connsiteY1" fmla="*/ 54864 h 109728"/>
                      <a:gd name="connsiteX2" fmla="*/ 54864 w 109727"/>
                      <a:gd name="connsiteY2" fmla="*/ 0 h 109728"/>
                      <a:gd name="connsiteX3" fmla="*/ 109728 w 109727"/>
                      <a:gd name="connsiteY3" fmla="*/ 54864 h 109728"/>
                      <a:gd name="connsiteX4" fmla="*/ 54864 w 109727"/>
                      <a:gd name="connsiteY4" fmla="*/ 109728 h 109728"/>
                      <a:gd name="connsiteX5" fmla="*/ 54864 w 109727"/>
                      <a:gd name="connsiteY5" fmla="*/ 38100 h 109728"/>
                      <a:gd name="connsiteX6" fmla="*/ 38100 w 109727"/>
                      <a:gd name="connsiteY6" fmla="*/ 54864 h 109728"/>
                      <a:gd name="connsiteX7" fmla="*/ 54864 w 109727"/>
                      <a:gd name="connsiteY7" fmla="*/ 71628 h 109728"/>
                      <a:gd name="connsiteX8" fmla="*/ 71628 w 109727"/>
                      <a:gd name="connsiteY8" fmla="*/ 54864 h 109728"/>
                      <a:gd name="connsiteX9" fmla="*/ 54864 w 109727"/>
                      <a:gd name="connsiteY9" fmla="*/ 38100 h 1097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9727" h="109728">
                        <a:moveTo>
                          <a:pt x="54864" y="109728"/>
                        </a:moveTo>
                        <a:cubicBezTo>
                          <a:pt x="24670" y="109728"/>
                          <a:pt x="0" y="85154"/>
                          <a:pt x="0" y="54864"/>
                        </a:cubicBezTo>
                        <a:cubicBezTo>
                          <a:pt x="0" y="24575"/>
                          <a:pt x="24575" y="0"/>
                          <a:pt x="54864" y="0"/>
                        </a:cubicBezTo>
                        <a:cubicBezTo>
                          <a:pt x="85154" y="0"/>
                          <a:pt x="109728" y="24575"/>
                          <a:pt x="109728" y="54864"/>
                        </a:cubicBezTo>
                        <a:cubicBezTo>
                          <a:pt x="109728" y="85154"/>
                          <a:pt x="85154" y="109728"/>
                          <a:pt x="54864" y="109728"/>
                        </a:cubicBezTo>
                        <a:close/>
                        <a:moveTo>
                          <a:pt x="54864" y="38100"/>
                        </a:moveTo>
                        <a:cubicBezTo>
                          <a:pt x="45625" y="38100"/>
                          <a:pt x="38100" y="45625"/>
                          <a:pt x="38100" y="54864"/>
                        </a:cubicBezTo>
                        <a:cubicBezTo>
                          <a:pt x="38100" y="64103"/>
                          <a:pt x="45625" y="71628"/>
                          <a:pt x="54864" y="71628"/>
                        </a:cubicBezTo>
                        <a:cubicBezTo>
                          <a:pt x="64103" y="71628"/>
                          <a:pt x="71628" y="64103"/>
                          <a:pt x="71628" y="54864"/>
                        </a:cubicBezTo>
                        <a:cubicBezTo>
                          <a:pt x="71628" y="45625"/>
                          <a:pt x="64103" y="38100"/>
                          <a:pt x="54864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556" name="Freeform: Shape 555">
                    <a:extLst>
                      <a:ext uri="{FF2B5EF4-FFF2-40B4-BE49-F238E27FC236}">
                        <a16:creationId xmlns:a16="http://schemas.microsoft.com/office/drawing/2014/main" id="{782DCE2F-C30B-45C1-82F9-E80A432862D8}"/>
                      </a:ext>
                    </a:extLst>
                  </p:cNvPr>
                  <p:cNvSpPr/>
                  <p:nvPr/>
                </p:nvSpPr>
                <p:spPr>
                  <a:xfrm>
                    <a:off x="5876353" y="3717035"/>
                    <a:ext cx="109728" cy="109728"/>
                  </a:xfrm>
                  <a:custGeom>
                    <a:avLst/>
                    <a:gdLst>
                      <a:gd name="connsiteX0" fmla="*/ 54864 w 109728"/>
                      <a:gd name="connsiteY0" fmla="*/ 109728 h 109728"/>
                      <a:gd name="connsiteX1" fmla="*/ 0 w 109728"/>
                      <a:gd name="connsiteY1" fmla="*/ 54864 h 109728"/>
                      <a:gd name="connsiteX2" fmla="*/ 54864 w 109728"/>
                      <a:gd name="connsiteY2" fmla="*/ 0 h 109728"/>
                      <a:gd name="connsiteX3" fmla="*/ 109728 w 109728"/>
                      <a:gd name="connsiteY3" fmla="*/ 54864 h 109728"/>
                      <a:gd name="connsiteX4" fmla="*/ 54864 w 109728"/>
                      <a:gd name="connsiteY4" fmla="*/ 109728 h 109728"/>
                      <a:gd name="connsiteX5" fmla="*/ 54864 w 109728"/>
                      <a:gd name="connsiteY5" fmla="*/ 38100 h 109728"/>
                      <a:gd name="connsiteX6" fmla="*/ 38100 w 109728"/>
                      <a:gd name="connsiteY6" fmla="*/ 54864 h 109728"/>
                      <a:gd name="connsiteX7" fmla="*/ 54864 w 109728"/>
                      <a:gd name="connsiteY7" fmla="*/ 71628 h 109728"/>
                      <a:gd name="connsiteX8" fmla="*/ 71628 w 109728"/>
                      <a:gd name="connsiteY8" fmla="*/ 54864 h 109728"/>
                      <a:gd name="connsiteX9" fmla="*/ 54864 w 109728"/>
                      <a:gd name="connsiteY9" fmla="*/ 38100 h 1097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9728" h="109728">
                        <a:moveTo>
                          <a:pt x="54864" y="109728"/>
                        </a:moveTo>
                        <a:cubicBezTo>
                          <a:pt x="24575" y="109728"/>
                          <a:pt x="0" y="85154"/>
                          <a:pt x="0" y="54864"/>
                        </a:cubicBezTo>
                        <a:cubicBezTo>
                          <a:pt x="0" y="24575"/>
                          <a:pt x="24575" y="0"/>
                          <a:pt x="54864" y="0"/>
                        </a:cubicBezTo>
                        <a:cubicBezTo>
                          <a:pt x="85154" y="0"/>
                          <a:pt x="109728" y="24575"/>
                          <a:pt x="109728" y="54864"/>
                        </a:cubicBezTo>
                        <a:cubicBezTo>
                          <a:pt x="109728" y="85154"/>
                          <a:pt x="85058" y="109728"/>
                          <a:pt x="54864" y="109728"/>
                        </a:cubicBezTo>
                        <a:close/>
                        <a:moveTo>
                          <a:pt x="54864" y="38100"/>
                        </a:moveTo>
                        <a:cubicBezTo>
                          <a:pt x="45625" y="38100"/>
                          <a:pt x="38100" y="45625"/>
                          <a:pt x="38100" y="54864"/>
                        </a:cubicBezTo>
                        <a:cubicBezTo>
                          <a:pt x="38100" y="64103"/>
                          <a:pt x="45625" y="71628"/>
                          <a:pt x="54864" y="71628"/>
                        </a:cubicBezTo>
                        <a:cubicBezTo>
                          <a:pt x="64103" y="71628"/>
                          <a:pt x="71628" y="64103"/>
                          <a:pt x="71628" y="54864"/>
                        </a:cubicBezTo>
                        <a:cubicBezTo>
                          <a:pt x="71533" y="45625"/>
                          <a:pt x="64008" y="38100"/>
                          <a:pt x="54864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557" name="Freeform: Shape 556">
                    <a:extLst>
                      <a:ext uri="{FF2B5EF4-FFF2-40B4-BE49-F238E27FC236}">
                        <a16:creationId xmlns:a16="http://schemas.microsoft.com/office/drawing/2014/main" id="{BD031327-0F67-4814-A18C-F2A34B10BBE2}"/>
                      </a:ext>
                    </a:extLst>
                  </p:cNvPr>
                  <p:cNvSpPr/>
                  <p:nvPr/>
                </p:nvSpPr>
                <p:spPr>
                  <a:xfrm>
                    <a:off x="6270021" y="3609689"/>
                    <a:ext cx="324421" cy="324421"/>
                  </a:xfrm>
                  <a:custGeom>
                    <a:avLst/>
                    <a:gdLst>
                      <a:gd name="connsiteX0" fmla="*/ 162211 w 324421"/>
                      <a:gd name="connsiteY0" fmla="*/ 324421 h 324421"/>
                      <a:gd name="connsiteX1" fmla="*/ 0 w 324421"/>
                      <a:gd name="connsiteY1" fmla="*/ 162211 h 324421"/>
                      <a:gd name="connsiteX2" fmla="*/ 162211 w 324421"/>
                      <a:gd name="connsiteY2" fmla="*/ 0 h 324421"/>
                      <a:gd name="connsiteX3" fmla="*/ 324422 w 324421"/>
                      <a:gd name="connsiteY3" fmla="*/ 162211 h 324421"/>
                      <a:gd name="connsiteX4" fmla="*/ 162211 w 324421"/>
                      <a:gd name="connsiteY4" fmla="*/ 324421 h 324421"/>
                      <a:gd name="connsiteX5" fmla="*/ 162211 w 324421"/>
                      <a:gd name="connsiteY5" fmla="*/ 38100 h 324421"/>
                      <a:gd name="connsiteX6" fmla="*/ 38100 w 324421"/>
                      <a:gd name="connsiteY6" fmla="*/ 162211 h 324421"/>
                      <a:gd name="connsiteX7" fmla="*/ 162211 w 324421"/>
                      <a:gd name="connsiteY7" fmla="*/ 286321 h 324421"/>
                      <a:gd name="connsiteX8" fmla="*/ 286322 w 324421"/>
                      <a:gd name="connsiteY8" fmla="*/ 162211 h 324421"/>
                      <a:gd name="connsiteX9" fmla="*/ 162211 w 324421"/>
                      <a:gd name="connsiteY9" fmla="*/ 38100 h 324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24421" h="324421">
                        <a:moveTo>
                          <a:pt x="162211" y="324421"/>
                        </a:moveTo>
                        <a:cubicBezTo>
                          <a:pt x="72771" y="324421"/>
                          <a:pt x="0" y="251650"/>
                          <a:pt x="0" y="162211"/>
                        </a:cubicBezTo>
                        <a:cubicBezTo>
                          <a:pt x="0" y="72771"/>
                          <a:pt x="72771" y="0"/>
                          <a:pt x="162211" y="0"/>
                        </a:cubicBezTo>
                        <a:cubicBezTo>
                          <a:pt x="251651" y="0"/>
                          <a:pt x="324422" y="72771"/>
                          <a:pt x="324422" y="162211"/>
                        </a:cubicBezTo>
                        <a:cubicBezTo>
                          <a:pt x="324422" y="251650"/>
                          <a:pt x="251651" y="324421"/>
                          <a:pt x="162211" y="324421"/>
                        </a:cubicBezTo>
                        <a:close/>
                        <a:moveTo>
                          <a:pt x="162211" y="38100"/>
                        </a:moveTo>
                        <a:cubicBezTo>
                          <a:pt x="93821" y="38100"/>
                          <a:pt x="38100" y="93821"/>
                          <a:pt x="38100" y="162211"/>
                        </a:cubicBezTo>
                        <a:cubicBezTo>
                          <a:pt x="38100" y="230696"/>
                          <a:pt x="93821" y="286321"/>
                          <a:pt x="162211" y="286321"/>
                        </a:cubicBezTo>
                        <a:cubicBezTo>
                          <a:pt x="230600" y="286321"/>
                          <a:pt x="286322" y="230600"/>
                          <a:pt x="286322" y="162211"/>
                        </a:cubicBezTo>
                        <a:cubicBezTo>
                          <a:pt x="286322" y="93726"/>
                          <a:pt x="230696" y="38100"/>
                          <a:pt x="162211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558" name="Freeform: Shape 557">
                    <a:extLst>
                      <a:ext uri="{FF2B5EF4-FFF2-40B4-BE49-F238E27FC236}">
                        <a16:creationId xmlns:a16="http://schemas.microsoft.com/office/drawing/2014/main" id="{57F7EFB4-DE13-450E-99BA-6DF7A023CC05}"/>
                      </a:ext>
                    </a:extLst>
                  </p:cNvPr>
                  <p:cNvSpPr/>
                  <p:nvPr/>
                </p:nvSpPr>
                <p:spPr>
                  <a:xfrm>
                    <a:off x="5769006" y="3609689"/>
                    <a:ext cx="324421" cy="324421"/>
                  </a:xfrm>
                  <a:custGeom>
                    <a:avLst/>
                    <a:gdLst>
                      <a:gd name="connsiteX0" fmla="*/ 162211 w 324421"/>
                      <a:gd name="connsiteY0" fmla="*/ 324421 h 324421"/>
                      <a:gd name="connsiteX1" fmla="*/ 0 w 324421"/>
                      <a:gd name="connsiteY1" fmla="*/ 162211 h 324421"/>
                      <a:gd name="connsiteX2" fmla="*/ 162211 w 324421"/>
                      <a:gd name="connsiteY2" fmla="*/ 0 h 324421"/>
                      <a:gd name="connsiteX3" fmla="*/ 324422 w 324421"/>
                      <a:gd name="connsiteY3" fmla="*/ 162211 h 324421"/>
                      <a:gd name="connsiteX4" fmla="*/ 162211 w 324421"/>
                      <a:gd name="connsiteY4" fmla="*/ 324421 h 324421"/>
                      <a:gd name="connsiteX5" fmla="*/ 162211 w 324421"/>
                      <a:gd name="connsiteY5" fmla="*/ 38100 h 324421"/>
                      <a:gd name="connsiteX6" fmla="*/ 38100 w 324421"/>
                      <a:gd name="connsiteY6" fmla="*/ 162211 h 324421"/>
                      <a:gd name="connsiteX7" fmla="*/ 162211 w 324421"/>
                      <a:gd name="connsiteY7" fmla="*/ 286321 h 324421"/>
                      <a:gd name="connsiteX8" fmla="*/ 286322 w 324421"/>
                      <a:gd name="connsiteY8" fmla="*/ 162211 h 324421"/>
                      <a:gd name="connsiteX9" fmla="*/ 162211 w 324421"/>
                      <a:gd name="connsiteY9" fmla="*/ 38100 h 324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24421" h="324421">
                        <a:moveTo>
                          <a:pt x="162211" y="324421"/>
                        </a:moveTo>
                        <a:cubicBezTo>
                          <a:pt x="72771" y="324421"/>
                          <a:pt x="0" y="251650"/>
                          <a:pt x="0" y="162211"/>
                        </a:cubicBezTo>
                        <a:cubicBezTo>
                          <a:pt x="0" y="72771"/>
                          <a:pt x="72676" y="0"/>
                          <a:pt x="162211" y="0"/>
                        </a:cubicBezTo>
                        <a:cubicBezTo>
                          <a:pt x="251650" y="0"/>
                          <a:pt x="324422" y="72771"/>
                          <a:pt x="324422" y="162211"/>
                        </a:cubicBezTo>
                        <a:cubicBezTo>
                          <a:pt x="324422" y="251650"/>
                          <a:pt x="251650" y="324421"/>
                          <a:pt x="162211" y="324421"/>
                        </a:cubicBezTo>
                        <a:close/>
                        <a:moveTo>
                          <a:pt x="162211" y="38100"/>
                        </a:moveTo>
                        <a:cubicBezTo>
                          <a:pt x="93726" y="38100"/>
                          <a:pt x="38100" y="93821"/>
                          <a:pt x="38100" y="162211"/>
                        </a:cubicBezTo>
                        <a:cubicBezTo>
                          <a:pt x="38100" y="230696"/>
                          <a:pt x="93821" y="286321"/>
                          <a:pt x="162211" y="286321"/>
                        </a:cubicBezTo>
                        <a:cubicBezTo>
                          <a:pt x="230696" y="286321"/>
                          <a:pt x="286322" y="230600"/>
                          <a:pt x="286322" y="162211"/>
                        </a:cubicBezTo>
                        <a:cubicBezTo>
                          <a:pt x="286322" y="93726"/>
                          <a:pt x="230600" y="38100"/>
                          <a:pt x="162211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</p:grpSp>
          </p:grpSp>
        </p:grpSp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E08A0936-34BE-4F73-8775-A27524835612}"/>
                </a:ext>
              </a:extLst>
            </p:cNvPr>
            <p:cNvGrpSpPr/>
            <p:nvPr/>
          </p:nvGrpSpPr>
          <p:grpSpPr>
            <a:xfrm>
              <a:off x="8502654" y="5714382"/>
              <a:ext cx="263476" cy="225927"/>
              <a:chOff x="9230360" y="2173322"/>
              <a:chExt cx="263476" cy="225927"/>
            </a:xfrm>
          </p:grpSpPr>
          <p:sp>
            <p:nvSpPr>
              <p:cNvPr id="540" name="Freeform 125">
                <a:extLst>
                  <a:ext uri="{FF2B5EF4-FFF2-40B4-BE49-F238E27FC236}">
                    <a16:creationId xmlns:a16="http://schemas.microsoft.com/office/drawing/2014/main" id="{A5E69DD9-31CC-4407-B414-10413BC450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9818" y="2212780"/>
                <a:ext cx="183288" cy="186469"/>
              </a:xfrm>
              <a:custGeom>
                <a:avLst/>
                <a:gdLst>
                  <a:gd name="T0" fmla="*/ 288 w 288"/>
                  <a:gd name="T1" fmla="*/ 129 h 293"/>
                  <a:gd name="T2" fmla="*/ 145 w 288"/>
                  <a:gd name="T3" fmla="*/ 0 h 293"/>
                  <a:gd name="T4" fmla="*/ 145 w 288"/>
                  <a:gd name="T5" fmla="*/ 0 h 293"/>
                  <a:gd name="T6" fmla="*/ 145 w 288"/>
                  <a:gd name="T7" fmla="*/ 0 h 293"/>
                  <a:gd name="T8" fmla="*/ 145 w 288"/>
                  <a:gd name="T9" fmla="*/ 0 h 293"/>
                  <a:gd name="T10" fmla="*/ 0 w 288"/>
                  <a:gd name="T11" fmla="*/ 129 h 293"/>
                  <a:gd name="T12" fmla="*/ 0 w 288"/>
                  <a:gd name="T13" fmla="*/ 293 h 293"/>
                  <a:gd name="T14" fmla="*/ 107 w 288"/>
                  <a:gd name="T15" fmla="*/ 293 h 293"/>
                  <a:gd name="T16" fmla="*/ 107 w 288"/>
                  <a:gd name="T17" fmla="*/ 198 h 293"/>
                  <a:gd name="T18" fmla="*/ 180 w 288"/>
                  <a:gd name="T19" fmla="*/ 198 h 293"/>
                  <a:gd name="T20" fmla="*/ 180 w 288"/>
                  <a:gd name="T21" fmla="*/ 293 h 293"/>
                  <a:gd name="T22" fmla="*/ 288 w 288"/>
                  <a:gd name="T23" fmla="*/ 293 h 293"/>
                  <a:gd name="T24" fmla="*/ 288 w 288"/>
                  <a:gd name="T25" fmla="*/ 129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8" h="293">
                    <a:moveTo>
                      <a:pt x="288" y="129"/>
                    </a:move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0" y="129"/>
                    </a:lnTo>
                    <a:lnTo>
                      <a:pt x="0" y="293"/>
                    </a:lnTo>
                    <a:lnTo>
                      <a:pt x="107" y="293"/>
                    </a:lnTo>
                    <a:lnTo>
                      <a:pt x="107" y="198"/>
                    </a:lnTo>
                    <a:lnTo>
                      <a:pt x="180" y="198"/>
                    </a:lnTo>
                    <a:lnTo>
                      <a:pt x="180" y="293"/>
                    </a:lnTo>
                    <a:lnTo>
                      <a:pt x="288" y="293"/>
                    </a:lnTo>
                    <a:lnTo>
                      <a:pt x="288" y="129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541" name="Freeform 126">
                <a:extLst>
                  <a:ext uri="{FF2B5EF4-FFF2-40B4-BE49-F238E27FC236}">
                    <a16:creationId xmlns:a16="http://schemas.microsoft.com/office/drawing/2014/main" id="{27A51D51-2D1E-436A-BCAE-564F1475F3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0360" y="2173322"/>
                <a:ext cx="263476" cy="114554"/>
              </a:xfrm>
              <a:custGeom>
                <a:avLst/>
                <a:gdLst>
                  <a:gd name="T0" fmla="*/ 414 w 414"/>
                  <a:gd name="T1" fmla="*/ 180 h 180"/>
                  <a:gd name="T2" fmla="*/ 207 w 414"/>
                  <a:gd name="T3" fmla="*/ 0 h 180"/>
                  <a:gd name="T4" fmla="*/ 109 w 414"/>
                  <a:gd name="T5" fmla="*/ 84 h 180"/>
                  <a:gd name="T6" fmla="*/ 109 w 414"/>
                  <a:gd name="T7" fmla="*/ 30 h 180"/>
                  <a:gd name="T8" fmla="*/ 64 w 414"/>
                  <a:gd name="T9" fmla="*/ 30 h 180"/>
                  <a:gd name="T10" fmla="*/ 64 w 414"/>
                  <a:gd name="T11" fmla="*/ 123 h 180"/>
                  <a:gd name="T12" fmla="*/ 0 w 414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4" h="180">
                    <a:moveTo>
                      <a:pt x="414" y="180"/>
                    </a:moveTo>
                    <a:lnTo>
                      <a:pt x="207" y="0"/>
                    </a:lnTo>
                    <a:lnTo>
                      <a:pt x="109" y="84"/>
                    </a:lnTo>
                    <a:lnTo>
                      <a:pt x="109" y="30"/>
                    </a:lnTo>
                    <a:lnTo>
                      <a:pt x="64" y="30"/>
                    </a:lnTo>
                    <a:lnTo>
                      <a:pt x="64" y="123"/>
                    </a:lnTo>
                    <a:lnTo>
                      <a:pt x="0" y="180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</p:grpSp>
        <p:grpSp>
          <p:nvGrpSpPr>
            <p:cNvPr id="532" name="Group 531">
              <a:extLst>
                <a:ext uri="{FF2B5EF4-FFF2-40B4-BE49-F238E27FC236}">
                  <a16:creationId xmlns:a16="http://schemas.microsoft.com/office/drawing/2014/main" id="{82EA3BA4-AC90-450E-9BC0-D32539F08684}"/>
                </a:ext>
              </a:extLst>
            </p:cNvPr>
            <p:cNvGrpSpPr/>
            <p:nvPr/>
          </p:nvGrpSpPr>
          <p:grpSpPr>
            <a:xfrm>
              <a:off x="8883312" y="5760976"/>
              <a:ext cx="224088" cy="182987"/>
              <a:chOff x="9250054" y="6147809"/>
              <a:chExt cx="224088" cy="182987"/>
            </a:xfrm>
          </p:grpSpPr>
          <p:sp>
            <p:nvSpPr>
              <p:cNvPr id="533" name="Freeform 114">
                <a:extLst>
                  <a:ext uri="{FF2B5EF4-FFF2-40B4-BE49-F238E27FC236}">
                    <a16:creationId xmlns:a16="http://schemas.microsoft.com/office/drawing/2014/main" id="{891F378E-2B85-401A-ABAF-51F619464F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5990" y="6147809"/>
                <a:ext cx="28152" cy="25337"/>
              </a:xfrm>
              <a:custGeom>
                <a:avLst/>
                <a:gdLst>
                  <a:gd name="T0" fmla="*/ 0 w 50"/>
                  <a:gd name="T1" fmla="*/ 0 h 45"/>
                  <a:gd name="T2" fmla="*/ 50 w 50"/>
                  <a:gd name="T3" fmla="*/ 0 h 45"/>
                  <a:gd name="T4" fmla="*/ 50 w 50"/>
                  <a:gd name="T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" h="45">
                    <a:moveTo>
                      <a:pt x="0" y="0"/>
                    </a:moveTo>
                    <a:lnTo>
                      <a:pt x="50" y="0"/>
                    </a:lnTo>
                    <a:lnTo>
                      <a:pt x="50" y="45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534" name="Freeform 115">
                <a:extLst>
                  <a:ext uri="{FF2B5EF4-FFF2-40B4-BE49-F238E27FC236}">
                    <a16:creationId xmlns:a16="http://schemas.microsoft.com/office/drawing/2014/main" id="{D4E5F534-8397-4C90-9E1C-6AAFBB3F49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0054" y="6147809"/>
                <a:ext cx="224088" cy="182987"/>
              </a:xfrm>
              <a:custGeom>
                <a:avLst/>
                <a:gdLst>
                  <a:gd name="T0" fmla="*/ 398 w 398"/>
                  <a:gd name="T1" fmla="*/ 262 h 325"/>
                  <a:gd name="T2" fmla="*/ 398 w 398"/>
                  <a:gd name="T3" fmla="*/ 325 h 325"/>
                  <a:gd name="T4" fmla="*/ 0 w 398"/>
                  <a:gd name="T5" fmla="*/ 325 h 325"/>
                  <a:gd name="T6" fmla="*/ 0 w 398"/>
                  <a:gd name="T7" fmla="*/ 0 h 325"/>
                  <a:gd name="T8" fmla="*/ 284 w 398"/>
                  <a:gd name="T9" fmla="*/ 0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8" h="325">
                    <a:moveTo>
                      <a:pt x="398" y="262"/>
                    </a:moveTo>
                    <a:lnTo>
                      <a:pt x="398" y="325"/>
                    </a:lnTo>
                    <a:lnTo>
                      <a:pt x="0" y="325"/>
                    </a:lnTo>
                    <a:lnTo>
                      <a:pt x="0" y="0"/>
                    </a:lnTo>
                    <a:lnTo>
                      <a:pt x="284" y="0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535" name="Line 116">
                <a:extLst>
                  <a:ext uri="{FF2B5EF4-FFF2-40B4-BE49-F238E27FC236}">
                    <a16:creationId xmlns:a16="http://schemas.microsoft.com/office/drawing/2014/main" id="{231E02DE-8883-4DB2-9929-4E8B544C9D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251180" y="6239584"/>
                <a:ext cx="97405" cy="0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536" name="Line 117">
                <a:extLst>
                  <a:ext uri="{FF2B5EF4-FFF2-40B4-BE49-F238E27FC236}">
                    <a16:creationId xmlns:a16="http://schemas.microsoft.com/office/drawing/2014/main" id="{35F69FDB-ED20-4EA5-AB47-5CB1D538C8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6211432"/>
                <a:ext cx="0" cy="56867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537" name="Line 118">
                <a:extLst>
                  <a:ext uri="{FF2B5EF4-FFF2-40B4-BE49-F238E27FC236}">
                    <a16:creationId xmlns:a16="http://schemas.microsoft.com/office/drawing/2014/main" id="{72801464-85BC-4BB2-A180-920C6C0D6E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6147809"/>
                <a:ext cx="0" cy="34345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538" name="Line 119">
                <a:extLst>
                  <a:ext uri="{FF2B5EF4-FFF2-40B4-BE49-F238E27FC236}">
                    <a16:creationId xmlns:a16="http://schemas.microsoft.com/office/drawing/2014/main" id="{199F5B75-9A54-49CB-8AF8-9BD76806A1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6300392"/>
                <a:ext cx="0" cy="30404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cxnSp>
            <p:nvCxnSpPr>
              <p:cNvPr id="539" name="Straight Connector 538">
                <a:extLst>
                  <a:ext uri="{FF2B5EF4-FFF2-40B4-BE49-F238E27FC236}">
                    <a16:creationId xmlns:a16="http://schemas.microsoft.com/office/drawing/2014/main" id="{691FF022-0DBB-454B-B404-9E0267B735A0}"/>
                  </a:ext>
                </a:extLst>
              </p:cNvPr>
              <p:cNvCxnSpPr>
                <a:cxnSpLocks/>
                <a:stCxn id="533" idx="2"/>
                <a:endCxn id="534" idx="0"/>
              </p:cNvCxnSpPr>
              <p:nvPr/>
            </p:nvCxnSpPr>
            <p:spPr>
              <a:xfrm>
                <a:off x="9474142" y="6173146"/>
                <a:ext cx="0" cy="122179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cxnSp>
        </p:grpSp>
      </p:grpSp>
      <p:cxnSp>
        <p:nvCxnSpPr>
          <p:cNvPr id="562" name="Straight Connector 561">
            <a:extLst>
              <a:ext uri="{FF2B5EF4-FFF2-40B4-BE49-F238E27FC236}">
                <a16:creationId xmlns:a16="http://schemas.microsoft.com/office/drawing/2014/main" id="{A0C11C49-CEFD-4AED-BDA7-BFD5A1AAF731}"/>
              </a:ext>
            </a:extLst>
          </p:cNvPr>
          <p:cNvCxnSpPr>
            <a:cxnSpLocks/>
          </p:cNvCxnSpPr>
          <p:nvPr/>
        </p:nvCxnSpPr>
        <p:spPr>
          <a:xfrm>
            <a:off x="547688" y="1612429"/>
            <a:ext cx="1108252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2EC8E0D-3ABA-4938-BE90-76D4C6922E1D}"/>
              </a:ext>
            </a:extLst>
          </p:cNvPr>
          <p:cNvSpPr txBox="1">
            <a:spLocks/>
          </p:cNvSpPr>
          <p:nvPr/>
        </p:nvSpPr>
        <p:spPr>
          <a:xfrm>
            <a:off x="547688" y="1373675"/>
            <a:ext cx="2082565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b="1" dirty="0"/>
              <a:t>Название решения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6AB7E1B5-B412-4114-8CB0-8D3ACA051572}"/>
              </a:ext>
            </a:extLst>
          </p:cNvPr>
          <p:cNvSpPr txBox="1">
            <a:spLocks/>
          </p:cNvSpPr>
          <p:nvPr/>
        </p:nvSpPr>
        <p:spPr>
          <a:xfrm>
            <a:off x="3351682" y="1373675"/>
            <a:ext cx="5084597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b="1" dirty="0"/>
              <a:t>Описание решения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DC4EE3E-1BBB-446B-A80C-C0D183FFCFA4}"/>
              </a:ext>
            </a:extLst>
          </p:cNvPr>
          <p:cNvCxnSpPr>
            <a:cxnSpLocks/>
          </p:cNvCxnSpPr>
          <p:nvPr/>
        </p:nvCxnSpPr>
        <p:spPr>
          <a:xfrm>
            <a:off x="547688" y="4960253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sp>
        <p:nvSpPr>
          <p:cNvPr id="253" name="Rectangle 17">
            <a:extLst>
              <a:ext uri="{FF2B5EF4-FFF2-40B4-BE49-F238E27FC236}">
                <a16:creationId xmlns:a16="http://schemas.microsoft.com/office/drawing/2014/main" id="{FD4DB35D-93CF-4207-9529-AE0FA00960E7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547688" y="5043221"/>
            <a:ext cx="2588281" cy="53553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vert="horz" lIns="72000" tIns="37806" rIns="37806" bIns="37806" rtlCol="0" anchor="ctr" anchorCtr="0">
            <a:noAutofit/>
          </a:bodyPr>
          <a:lstStyle>
            <a:defPPr>
              <a:defRPr lang="en-US"/>
            </a:defPPr>
            <a:lvl1pPr lvl="0" indent="0" defTabSz="1299242">
              <a:buClr>
                <a:schemeClr val="tx2"/>
              </a:buClr>
              <a:buSzPct val="100000"/>
              <a:defRPr sz="1000" b="1" baseline="0">
                <a:solidFill>
                  <a:schemeClr val="tx2"/>
                </a:solidFill>
              </a:defRPr>
            </a:lvl1pPr>
            <a:lvl2pPr marL="281042" lvl="1" indent="-278739" defTabSz="1299242">
              <a:buClr>
                <a:schemeClr val="tx2"/>
              </a:buClr>
              <a:buSzPct val="125000"/>
              <a:buFont typeface="Arial" charset="0"/>
              <a:buChar char="▪"/>
              <a:defRPr sz="1600" baseline="0"/>
            </a:lvl2pPr>
            <a:lvl3pPr marL="663443" lvl="2" indent="-380098" defTabSz="1299242">
              <a:buClr>
                <a:schemeClr val="tx2"/>
              </a:buClr>
              <a:buSzPct val="120000"/>
              <a:buFont typeface="Arial" charset="0"/>
              <a:buChar char="–"/>
              <a:defRPr sz="1600" baseline="0"/>
            </a:lvl3pPr>
            <a:lvl4pPr marL="891502" lvl="3" indent="-225755" defTabSz="1299242">
              <a:buClr>
                <a:schemeClr val="tx2"/>
              </a:buClr>
              <a:buSzPct val="120000"/>
              <a:buFont typeface="Arial" charset="0"/>
              <a:buChar char="▫"/>
              <a:defRPr sz="1600" baseline="0"/>
            </a:lvl4pPr>
            <a:lvl5pPr marL="1088046" lvl="4" indent="-188897" defTabSz="1299242"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ru-RU" dirty="0">
                <a:solidFill>
                  <a:schemeClr val="bg1"/>
                </a:solidFill>
              </a:rPr>
              <a:t>Автоматизированные пункты выдачи заказов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59513B75-64A6-4D7F-B909-F40E7F8726DC}"/>
              </a:ext>
            </a:extLst>
          </p:cNvPr>
          <p:cNvSpPr txBox="1">
            <a:spLocks/>
          </p:cNvSpPr>
          <p:nvPr/>
        </p:nvSpPr>
        <p:spPr>
          <a:xfrm>
            <a:off x="3351682" y="5043221"/>
            <a:ext cx="6507071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Заказ можно получить в любое удобное время прямо в своем доме. </a:t>
            </a:r>
            <a:r>
              <a:rPr lang="ru-RU" sz="1000" dirty="0" err="1"/>
              <a:t>Постамат</a:t>
            </a:r>
            <a:r>
              <a:rPr lang="ru-RU" sz="1000" dirty="0"/>
              <a:t> оборудован антивандальными ячейками с автоматизированными цифровыми замками. Ключ от цифрового замка можно передать члену семьи или даже соседу</a:t>
            </a:r>
          </a:p>
        </p:txBody>
      </p: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A983802F-F9F4-448C-A7F2-C54C046888F4}"/>
              </a:ext>
            </a:extLst>
          </p:cNvPr>
          <p:cNvGrpSpPr/>
          <p:nvPr/>
        </p:nvGrpSpPr>
        <p:grpSpPr>
          <a:xfrm>
            <a:off x="10525068" y="5161090"/>
            <a:ext cx="263476" cy="225927"/>
            <a:chOff x="9230360" y="2173322"/>
            <a:chExt cx="263476" cy="225927"/>
          </a:xfrm>
        </p:grpSpPr>
        <p:sp>
          <p:nvSpPr>
            <p:cNvPr id="256" name="Freeform 125">
              <a:extLst>
                <a:ext uri="{FF2B5EF4-FFF2-40B4-BE49-F238E27FC236}">
                  <a16:creationId xmlns:a16="http://schemas.microsoft.com/office/drawing/2014/main" id="{33951B08-6691-4D2F-A473-E6ADD8F17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9269818" y="2212780"/>
              <a:ext cx="183288" cy="186469"/>
            </a:xfrm>
            <a:custGeom>
              <a:avLst/>
              <a:gdLst>
                <a:gd name="T0" fmla="*/ 288 w 288"/>
                <a:gd name="T1" fmla="*/ 129 h 293"/>
                <a:gd name="T2" fmla="*/ 145 w 288"/>
                <a:gd name="T3" fmla="*/ 0 h 293"/>
                <a:gd name="T4" fmla="*/ 145 w 288"/>
                <a:gd name="T5" fmla="*/ 0 h 293"/>
                <a:gd name="T6" fmla="*/ 145 w 288"/>
                <a:gd name="T7" fmla="*/ 0 h 293"/>
                <a:gd name="T8" fmla="*/ 145 w 288"/>
                <a:gd name="T9" fmla="*/ 0 h 293"/>
                <a:gd name="T10" fmla="*/ 0 w 288"/>
                <a:gd name="T11" fmla="*/ 129 h 293"/>
                <a:gd name="T12" fmla="*/ 0 w 288"/>
                <a:gd name="T13" fmla="*/ 293 h 293"/>
                <a:gd name="T14" fmla="*/ 107 w 288"/>
                <a:gd name="T15" fmla="*/ 293 h 293"/>
                <a:gd name="T16" fmla="*/ 107 w 288"/>
                <a:gd name="T17" fmla="*/ 198 h 293"/>
                <a:gd name="T18" fmla="*/ 180 w 288"/>
                <a:gd name="T19" fmla="*/ 198 h 293"/>
                <a:gd name="T20" fmla="*/ 180 w 288"/>
                <a:gd name="T21" fmla="*/ 293 h 293"/>
                <a:gd name="T22" fmla="*/ 288 w 288"/>
                <a:gd name="T23" fmla="*/ 293 h 293"/>
                <a:gd name="T24" fmla="*/ 288 w 288"/>
                <a:gd name="T25" fmla="*/ 129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" h="293">
                  <a:moveTo>
                    <a:pt x="288" y="129"/>
                  </a:move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0" y="129"/>
                  </a:lnTo>
                  <a:lnTo>
                    <a:pt x="0" y="293"/>
                  </a:lnTo>
                  <a:lnTo>
                    <a:pt x="107" y="293"/>
                  </a:lnTo>
                  <a:lnTo>
                    <a:pt x="107" y="198"/>
                  </a:lnTo>
                  <a:lnTo>
                    <a:pt x="180" y="198"/>
                  </a:lnTo>
                  <a:lnTo>
                    <a:pt x="180" y="293"/>
                  </a:lnTo>
                  <a:lnTo>
                    <a:pt x="288" y="293"/>
                  </a:lnTo>
                  <a:lnTo>
                    <a:pt x="288" y="129"/>
                  </a:lnTo>
                  <a:close/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257" name="Freeform 126">
              <a:extLst>
                <a:ext uri="{FF2B5EF4-FFF2-40B4-BE49-F238E27FC236}">
                  <a16:creationId xmlns:a16="http://schemas.microsoft.com/office/drawing/2014/main" id="{D9736BFC-414D-45C4-9A0B-16A03E331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0360" y="2173322"/>
              <a:ext cx="263476" cy="114554"/>
            </a:xfrm>
            <a:custGeom>
              <a:avLst/>
              <a:gdLst>
                <a:gd name="T0" fmla="*/ 414 w 414"/>
                <a:gd name="T1" fmla="*/ 180 h 180"/>
                <a:gd name="T2" fmla="*/ 207 w 414"/>
                <a:gd name="T3" fmla="*/ 0 h 180"/>
                <a:gd name="T4" fmla="*/ 109 w 414"/>
                <a:gd name="T5" fmla="*/ 84 h 180"/>
                <a:gd name="T6" fmla="*/ 109 w 414"/>
                <a:gd name="T7" fmla="*/ 30 h 180"/>
                <a:gd name="T8" fmla="*/ 64 w 414"/>
                <a:gd name="T9" fmla="*/ 30 h 180"/>
                <a:gd name="T10" fmla="*/ 64 w 414"/>
                <a:gd name="T11" fmla="*/ 123 h 180"/>
                <a:gd name="T12" fmla="*/ 0 w 414"/>
                <a:gd name="T13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4" h="180">
                  <a:moveTo>
                    <a:pt x="414" y="180"/>
                  </a:moveTo>
                  <a:lnTo>
                    <a:pt x="207" y="0"/>
                  </a:lnTo>
                  <a:lnTo>
                    <a:pt x="109" y="84"/>
                  </a:lnTo>
                  <a:lnTo>
                    <a:pt x="109" y="30"/>
                  </a:lnTo>
                  <a:lnTo>
                    <a:pt x="64" y="30"/>
                  </a:lnTo>
                  <a:lnTo>
                    <a:pt x="64" y="123"/>
                  </a:lnTo>
                  <a:lnTo>
                    <a:pt x="0" y="180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</p:grpSp>
      <p:sp>
        <p:nvSpPr>
          <p:cNvPr id="178" name="Rectangle 17">
            <a:extLst>
              <a:ext uri="{FF2B5EF4-FFF2-40B4-BE49-F238E27FC236}">
                <a16:creationId xmlns:a16="http://schemas.microsoft.com/office/drawing/2014/main" id="{784953E0-BD1C-4751-A244-86A4855CA640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547688" y="5661719"/>
            <a:ext cx="2588281" cy="53553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lIns="72000" tIns="37806" rIns="37806" bIns="37806" rtlCol="0" anchor="ctr" anchorCtr="0">
            <a:noAutofit/>
          </a:bodyPr>
          <a:lstStyle>
            <a:defPPr>
              <a:defRPr lang="en-US"/>
            </a:defPPr>
            <a:lvl1pPr lvl="0" indent="0" defTabSz="1299242">
              <a:buClr>
                <a:schemeClr val="tx2"/>
              </a:buClr>
              <a:buSzPct val="100000"/>
              <a:defRPr sz="1000" b="1" baseline="0">
                <a:solidFill>
                  <a:schemeClr val="tx2"/>
                </a:solidFill>
              </a:defRPr>
            </a:lvl1pPr>
            <a:lvl2pPr marL="281042" lvl="1" indent="-278739" defTabSz="1299242">
              <a:buClr>
                <a:schemeClr val="tx2"/>
              </a:buClr>
              <a:buSzPct val="125000"/>
              <a:buFont typeface="Arial" charset="0"/>
              <a:buChar char="▪"/>
              <a:defRPr sz="1600" baseline="0"/>
            </a:lvl2pPr>
            <a:lvl3pPr marL="663443" lvl="2" indent="-380098" defTabSz="1299242">
              <a:buClr>
                <a:schemeClr val="tx2"/>
              </a:buClr>
              <a:buSzPct val="120000"/>
              <a:buFont typeface="Arial" charset="0"/>
              <a:buChar char="–"/>
              <a:defRPr sz="1600" baseline="0"/>
            </a:lvl3pPr>
            <a:lvl4pPr marL="891502" lvl="3" indent="-225755" defTabSz="1299242">
              <a:buClr>
                <a:schemeClr val="tx2"/>
              </a:buClr>
              <a:buSzPct val="120000"/>
              <a:buFont typeface="Arial" charset="0"/>
              <a:buChar char="▫"/>
              <a:defRPr sz="1600" baseline="0"/>
            </a:lvl4pPr>
            <a:lvl5pPr marL="1088046" lvl="4" indent="-188897" defTabSz="1299242"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ru-RU" dirty="0">
                <a:solidFill>
                  <a:schemeClr val="bg1"/>
                </a:solidFill>
              </a:rPr>
              <a:t>Единый диспетчерский центр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7CD289F4-FB45-4C46-BA4D-B25DD176397B}"/>
              </a:ext>
            </a:extLst>
          </p:cNvPr>
          <p:cNvSpPr txBox="1">
            <a:spLocks/>
          </p:cNvSpPr>
          <p:nvPr/>
        </p:nvSpPr>
        <p:spPr>
          <a:xfrm>
            <a:off x="3351682" y="5661719"/>
            <a:ext cx="6507071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Жильцы могут обратиться в Единый диспетчерский центр для решения любых вопросов: </a:t>
            </a:r>
            <a:br>
              <a:rPr lang="ru-RU" sz="1000" dirty="0"/>
            </a:br>
            <a:r>
              <a:rPr lang="ru-RU" sz="1000" dirty="0"/>
              <a:t>от получения помощи при аварийных ситуациях до наведения чистоты на придомовой территории</a:t>
            </a:r>
          </a:p>
        </p:txBody>
      </p: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25710707-2410-4245-9F9A-25E7B24BFD99}"/>
              </a:ext>
            </a:extLst>
          </p:cNvPr>
          <p:cNvGrpSpPr/>
          <p:nvPr/>
        </p:nvGrpSpPr>
        <p:grpSpPr>
          <a:xfrm>
            <a:off x="10122538" y="5661719"/>
            <a:ext cx="1098492" cy="310571"/>
            <a:chOff x="8008908" y="5641241"/>
            <a:chExt cx="1098492" cy="310571"/>
          </a:xfrm>
        </p:grpSpPr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543F97EC-1842-4FDD-97F0-69104D445BE4}"/>
                </a:ext>
              </a:extLst>
            </p:cNvPr>
            <p:cNvGrpSpPr/>
            <p:nvPr/>
          </p:nvGrpSpPr>
          <p:grpSpPr>
            <a:xfrm>
              <a:off x="8008908" y="5641241"/>
              <a:ext cx="419847" cy="310571"/>
              <a:chOff x="8609927" y="1562831"/>
              <a:chExt cx="419847" cy="310571"/>
            </a:xfrm>
          </p:grpSpPr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7A054AA6-8616-4B29-B676-21C9A6E30180}"/>
                  </a:ext>
                </a:extLst>
              </p:cNvPr>
              <p:cNvSpPr/>
              <p:nvPr/>
            </p:nvSpPr>
            <p:spPr>
              <a:xfrm>
                <a:off x="8609927" y="1585836"/>
                <a:ext cx="149535" cy="149534"/>
              </a:xfrm>
              <a:custGeom>
                <a:avLst/>
                <a:gdLst>
                  <a:gd name="connsiteX0" fmla="*/ 247650 w 495300"/>
                  <a:gd name="connsiteY0" fmla="*/ 495300 h 495300"/>
                  <a:gd name="connsiteX1" fmla="*/ 0 w 495300"/>
                  <a:gd name="connsiteY1" fmla="*/ 247650 h 495300"/>
                  <a:gd name="connsiteX2" fmla="*/ 247650 w 495300"/>
                  <a:gd name="connsiteY2" fmla="*/ 0 h 495300"/>
                  <a:gd name="connsiteX3" fmla="*/ 495300 w 495300"/>
                  <a:gd name="connsiteY3" fmla="*/ 247650 h 495300"/>
                  <a:gd name="connsiteX4" fmla="*/ 247650 w 495300"/>
                  <a:gd name="connsiteY4" fmla="*/ 495300 h 495300"/>
                  <a:gd name="connsiteX5" fmla="*/ 247650 w 495300"/>
                  <a:gd name="connsiteY5" fmla="*/ 38100 h 495300"/>
                  <a:gd name="connsiteX6" fmla="*/ 38100 w 495300"/>
                  <a:gd name="connsiteY6" fmla="*/ 247650 h 495300"/>
                  <a:gd name="connsiteX7" fmla="*/ 247650 w 495300"/>
                  <a:gd name="connsiteY7" fmla="*/ 457200 h 495300"/>
                  <a:gd name="connsiteX8" fmla="*/ 457200 w 495300"/>
                  <a:gd name="connsiteY8" fmla="*/ 247650 h 495300"/>
                  <a:gd name="connsiteX9" fmla="*/ 247650 w 495300"/>
                  <a:gd name="connsiteY9" fmla="*/ 38100 h 495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5300" h="495300">
                    <a:moveTo>
                      <a:pt x="247650" y="495300"/>
                    </a:moveTo>
                    <a:cubicBezTo>
                      <a:pt x="111062" y="495300"/>
                      <a:pt x="0" y="384239"/>
                      <a:pt x="0" y="247650"/>
                    </a:cubicBezTo>
                    <a:cubicBezTo>
                      <a:pt x="0" y="111062"/>
                      <a:pt x="111062" y="0"/>
                      <a:pt x="247650" y="0"/>
                    </a:cubicBezTo>
                    <a:cubicBezTo>
                      <a:pt x="384239" y="0"/>
                      <a:pt x="495300" y="111062"/>
                      <a:pt x="495300" y="247650"/>
                    </a:cubicBezTo>
                    <a:cubicBezTo>
                      <a:pt x="495300" y="384239"/>
                      <a:pt x="384239" y="495300"/>
                      <a:pt x="247650" y="495300"/>
                    </a:cubicBezTo>
                    <a:close/>
                    <a:moveTo>
                      <a:pt x="247650" y="38100"/>
                    </a:moveTo>
                    <a:cubicBezTo>
                      <a:pt x="132112" y="38100"/>
                      <a:pt x="38100" y="132112"/>
                      <a:pt x="38100" y="247650"/>
                    </a:cubicBezTo>
                    <a:cubicBezTo>
                      <a:pt x="38100" y="363188"/>
                      <a:pt x="132112" y="457200"/>
                      <a:pt x="247650" y="457200"/>
                    </a:cubicBezTo>
                    <a:cubicBezTo>
                      <a:pt x="363188" y="457200"/>
                      <a:pt x="457200" y="363188"/>
                      <a:pt x="457200" y="247650"/>
                    </a:cubicBezTo>
                    <a:cubicBezTo>
                      <a:pt x="457200" y="132112"/>
                      <a:pt x="363188" y="38100"/>
                      <a:pt x="247650" y="381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8C09CC97-1D6C-4863-84D3-E8D3EC9029BE}"/>
                  </a:ext>
                </a:extLst>
              </p:cNvPr>
              <p:cNvSpPr/>
              <p:nvPr/>
            </p:nvSpPr>
            <p:spPr>
              <a:xfrm>
                <a:off x="8678943" y="1700863"/>
                <a:ext cx="11503" cy="172539"/>
              </a:xfrm>
              <a:custGeom>
                <a:avLst/>
                <a:gdLst>
                  <a:gd name="connsiteX0" fmla="*/ 19050 w 38100"/>
                  <a:gd name="connsiteY0" fmla="*/ 571500 h 571500"/>
                  <a:gd name="connsiteX1" fmla="*/ 0 w 38100"/>
                  <a:gd name="connsiteY1" fmla="*/ 552450 h 571500"/>
                  <a:gd name="connsiteX2" fmla="*/ 0 w 38100"/>
                  <a:gd name="connsiteY2" fmla="*/ 19050 h 571500"/>
                  <a:gd name="connsiteX3" fmla="*/ 19050 w 38100"/>
                  <a:gd name="connsiteY3" fmla="*/ 0 h 571500"/>
                  <a:gd name="connsiteX4" fmla="*/ 38100 w 38100"/>
                  <a:gd name="connsiteY4" fmla="*/ 19050 h 571500"/>
                  <a:gd name="connsiteX5" fmla="*/ 38100 w 38100"/>
                  <a:gd name="connsiteY5" fmla="*/ 552450 h 571500"/>
                  <a:gd name="connsiteX6" fmla="*/ 19050 w 38100"/>
                  <a:gd name="connsiteY6" fmla="*/ 571500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100" h="571500">
                    <a:moveTo>
                      <a:pt x="19050" y="571500"/>
                    </a:moveTo>
                    <a:cubicBezTo>
                      <a:pt x="8477" y="571500"/>
                      <a:pt x="0" y="563023"/>
                      <a:pt x="0" y="552450"/>
                    </a:cubicBezTo>
                    <a:lnTo>
                      <a:pt x="0" y="19050"/>
                    </a:lnTo>
                    <a:cubicBezTo>
                      <a:pt x="0" y="8477"/>
                      <a:pt x="8477" y="0"/>
                      <a:pt x="19050" y="0"/>
                    </a:cubicBezTo>
                    <a:cubicBezTo>
                      <a:pt x="29623" y="0"/>
                      <a:pt x="38100" y="8477"/>
                      <a:pt x="38100" y="19050"/>
                    </a:cubicBezTo>
                    <a:lnTo>
                      <a:pt x="38100" y="552450"/>
                    </a:lnTo>
                    <a:cubicBezTo>
                      <a:pt x="38100" y="563023"/>
                      <a:pt x="29623" y="571500"/>
                      <a:pt x="19050" y="5715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97E7DA96-2989-4707-A0F2-401FACC3CA71}"/>
                  </a:ext>
                </a:extLst>
              </p:cNvPr>
              <p:cNvSpPr/>
              <p:nvPr/>
            </p:nvSpPr>
            <p:spPr>
              <a:xfrm>
                <a:off x="8655952" y="1677843"/>
                <a:ext cx="57513" cy="34522"/>
              </a:xfrm>
              <a:custGeom>
                <a:avLst/>
                <a:gdLst>
                  <a:gd name="connsiteX0" fmla="*/ 95202 w 190499"/>
                  <a:gd name="connsiteY0" fmla="*/ 114348 h 114347"/>
                  <a:gd name="connsiteX1" fmla="*/ 81772 w 190499"/>
                  <a:gd name="connsiteY1" fmla="*/ 108728 h 114347"/>
                  <a:gd name="connsiteX2" fmla="*/ 5572 w 190499"/>
                  <a:gd name="connsiteY2" fmla="*/ 32528 h 114347"/>
                  <a:gd name="connsiteX3" fmla="*/ 5572 w 190499"/>
                  <a:gd name="connsiteY3" fmla="*/ 5572 h 114347"/>
                  <a:gd name="connsiteX4" fmla="*/ 32528 w 190499"/>
                  <a:gd name="connsiteY4" fmla="*/ 5572 h 114347"/>
                  <a:gd name="connsiteX5" fmla="*/ 95202 w 190499"/>
                  <a:gd name="connsiteY5" fmla="*/ 68342 h 114347"/>
                  <a:gd name="connsiteX6" fmla="*/ 157972 w 190499"/>
                  <a:gd name="connsiteY6" fmla="*/ 5572 h 114347"/>
                  <a:gd name="connsiteX7" fmla="*/ 184928 w 190499"/>
                  <a:gd name="connsiteY7" fmla="*/ 5572 h 114347"/>
                  <a:gd name="connsiteX8" fmla="*/ 184928 w 190499"/>
                  <a:gd name="connsiteY8" fmla="*/ 32528 h 114347"/>
                  <a:gd name="connsiteX9" fmla="*/ 108728 w 190499"/>
                  <a:gd name="connsiteY9" fmla="*/ 108728 h 114347"/>
                  <a:gd name="connsiteX10" fmla="*/ 95202 w 190499"/>
                  <a:gd name="connsiteY10" fmla="*/ 114348 h 114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0499" h="114347">
                    <a:moveTo>
                      <a:pt x="95202" y="114348"/>
                    </a:moveTo>
                    <a:cubicBezTo>
                      <a:pt x="90345" y="114348"/>
                      <a:pt x="85487" y="112443"/>
                      <a:pt x="81772" y="108728"/>
                    </a:cubicBezTo>
                    <a:lnTo>
                      <a:pt x="5572" y="32528"/>
                    </a:lnTo>
                    <a:cubicBezTo>
                      <a:pt x="-1857" y="25098"/>
                      <a:pt x="-1857" y="13002"/>
                      <a:pt x="5572" y="5572"/>
                    </a:cubicBezTo>
                    <a:cubicBezTo>
                      <a:pt x="13002" y="-1857"/>
                      <a:pt x="25098" y="-1857"/>
                      <a:pt x="32528" y="5572"/>
                    </a:cubicBezTo>
                    <a:lnTo>
                      <a:pt x="95202" y="68342"/>
                    </a:lnTo>
                    <a:lnTo>
                      <a:pt x="157972" y="5572"/>
                    </a:lnTo>
                    <a:cubicBezTo>
                      <a:pt x="165402" y="-1857"/>
                      <a:pt x="177498" y="-1857"/>
                      <a:pt x="184928" y="5572"/>
                    </a:cubicBezTo>
                    <a:cubicBezTo>
                      <a:pt x="192357" y="13002"/>
                      <a:pt x="192357" y="25098"/>
                      <a:pt x="184928" y="32528"/>
                    </a:cubicBezTo>
                    <a:lnTo>
                      <a:pt x="108728" y="108728"/>
                    </a:lnTo>
                    <a:cubicBezTo>
                      <a:pt x="104918" y="112443"/>
                      <a:pt x="100060" y="114348"/>
                      <a:pt x="95202" y="114348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D5EDD7D1-AC0F-4A7E-B7BA-1A996499B96C}"/>
                  </a:ext>
                </a:extLst>
              </p:cNvPr>
              <p:cNvSpPr/>
              <p:nvPr/>
            </p:nvSpPr>
            <p:spPr>
              <a:xfrm>
                <a:off x="8661689" y="1861899"/>
                <a:ext cx="368085" cy="11503"/>
              </a:xfrm>
              <a:custGeom>
                <a:avLst/>
                <a:gdLst>
                  <a:gd name="connsiteX0" fmla="*/ 0 w 1219200"/>
                  <a:gd name="connsiteY0" fmla="*/ 0 h 38100"/>
                  <a:gd name="connsiteX1" fmla="*/ 1219200 w 1219200"/>
                  <a:gd name="connsiteY1" fmla="*/ 0 h 38100"/>
                  <a:gd name="connsiteX2" fmla="*/ 1219200 w 1219200"/>
                  <a:gd name="connsiteY2" fmla="*/ 38100 h 38100"/>
                  <a:gd name="connsiteX3" fmla="*/ 0 w 121920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9200" h="38100">
                    <a:moveTo>
                      <a:pt x="0" y="0"/>
                    </a:moveTo>
                    <a:lnTo>
                      <a:pt x="1219200" y="0"/>
                    </a:lnTo>
                    <a:lnTo>
                      <a:pt x="12192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5908E284-35F6-47FB-AE46-01217C4378DD}"/>
                  </a:ext>
                </a:extLst>
              </p:cNvPr>
              <p:cNvSpPr/>
              <p:nvPr/>
            </p:nvSpPr>
            <p:spPr>
              <a:xfrm>
                <a:off x="8817003" y="1562831"/>
                <a:ext cx="57485" cy="34508"/>
              </a:xfrm>
              <a:custGeom>
                <a:avLst/>
                <a:gdLst>
                  <a:gd name="connsiteX0" fmla="*/ 95156 w 190405"/>
                  <a:gd name="connsiteY0" fmla="*/ 114300 h 114300"/>
                  <a:gd name="connsiteX1" fmla="*/ 76106 w 190405"/>
                  <a:gd name="connsiteY1" fmla="*/ 95536 h 114300"/>
                  <a:gd name="connsiteX2" fmla="*/ 76106 w 190405"/>
                  <a:gd name="connsiteY2" fmla="*/ 95536 h 114300"/>
                  <a:gd name="connsiteX3" fmla="*/ 76106 w 190405"/>
                  <a:gd name="connsiteY3" fmla="*/ 95536 h 114300"/>
                  <a:gd name="connsiteX4" fmla="*/ 76106 w 190405"/>
                  <a:gd name="connsiteY4" fmla="*/ 95536 h 114300"/>
                  <a:gd name="connsiteX5" fmla="*/ 76106 w 190405"/>
                  <a:gd name="connsiteY5" fmla="*/ 95441 h 114300"/>
                  <a:gd name="connsiteX6" fmla="*/ 76106 w 190405"/>
                  <a:gd name="connsiteY6" fmla="*/ 95345 h 114300"/>
                  <a:gd name="connsiteX7" fmla="*/ 76106 w 190405"/>
                  <a:gd name="connsiteY7" fmla="*/ 95345 h 114300"/>
                  <a:gd name="connsiteX8" fmla="*/ 76106 w 190405"/>
                  <a:gd name="connsiteY8" fmla="*/ 95250 h 114300"/>
                  <a:gd name="connsiteX9" fmla="*/ 18860 w 190405"/>
                  <a:gd name="connsiteY9" fmla="*/ 38100 h 114300"/>
                  <a:gd name="connsiteX10" fmla="*/ 1 w 190405"/>
                  <a:gd name="connsiteY10" fmla="*/ 18955 h 114300"/>
                  <a:gd name="connsiteX11" fmla="*/ 18956 w 190405"/>
                  <a:gd name="connsiteY11" fmla="*/ 0 h 114300"/>
                  <a:gd name="connsiteX12" fmla="*/ 95441 w 190405"/>
                  <a:gd name="connsiteY12" fmla="*/ 35243 h 114300"/>
                  <a:gd name="connsiteX13" fmla="*/ 171356 w 190405"/>
                  <a:gd name="connsiteY13" fmla="*/ 0 h 114300"/>
                  <a:gd name="connsiteX14" fmla="*/ 190406 w 190405"/>
                  <a:gd name="connsiteY14" fmla="*/ 19050 h 114300"/>
                  <a:gd name="connsiteX15" fmla="*/ 171356 w 190405"/>
                  <a:gd name="connsiteY15" fmla="*/ 38100 h 114300"/>
                  <a:gd name="connsiteX16" fmla="*/ 114206 w 190405"/>
                  <a:gd name="connsiteY16" fmla="*/ 95345 h 114300"/>
                  <a:gd name="connsiteX17" fmla="*/ 95156 w 190405"/>
                  <a:gd name="connsiteY17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0405" h="114300">
                    <a:moveTo>
                      <a:pt x="95156" y="114300"/>
                    </a:moveTo>
                    <a:cubicBezTo>
                      <a:pt x="84678" y="114300"/>
                      <a:pt x="76296" y="105918"/>
                      <a:pt x="76106" y="95536"/>
                    </a:cubicBezTo>
                    <a:cubicBezTo>
                      <a:pt x="76106" y="95536"/>
                      <a:pt x="76106" y="95536"/>
                      <a:pt x="76106" y="95536"/>
                    </a:cubicBezTo>
                    <a:lnTo>
                      <a:pt x="76106" y="95536"/>
                    </a:lnTo>
                    <a:lnTo>
                      <a:pt x="76106" y="95536"/>
                    </a:lnTo>
                    <a:cubicBezTo>
                      <a:pt x="76106" y="95536"/>
                      <a:pt x="76106" y="95441"/>
                      <a:pt x="76106" y="95441"/>
                    </a:cubicBezTo>
                    <a:cubicBezTo>
                      <a:pt x="76106" y="95441"/>
                      <a:pt x="76106" y="95441"/>
                      <a:pt x="76106" y="95345"/>
                    </a:cubicBezTo>
                    <a:lnTo>
                      <a:pt x="76106" y="95345"/>
                    </a:lnTo>
                    <a:cubicBezTo>
                      <a:pt x="76106" y="95345"/>
                      <a:pt x="76106" y="95345"/>
                      <a:pt x="76106" y="95250"/>
                    </a:cubicBezTo>
                    <a:cubicBezTo>
                      <a:pt x="76106" y="41434"/>
                      <a:pt x="28385" y="38195"/>
                      <a:pt x="18860" y="38100"/>
                    </a:cubicBezTo>
                    <a:cubicBezTo>
                      <a:pt x="8383" y="38005"/>
                      <a:pt x="-94" y="29432"/>
                      <a:pt x="1" y="18955"/>
                    </a:cubicBezTo>
                    <a:cubicBezTo>
                      <a:pt x="1" y="8477"/>
                      <a:pt x="8478" y="0"/>
                      <a:pt x="18956" y="0"/>
                    </a:cubicBezTo>
                    <a:cubicBezTo>
                      <a:pt x="40482" y="0"/>
                      <a:pt x="74391" y="8477"/>
                      <a:pt x="95441" y="35243"/>
                    </a:cubicBezTo>
                    <a:cubicBezTo>
                      <a:pt x="109824" y="15621"/>
                      <a:pt x="133637" y="0"/>
                      <a:pt x="171356" y="0"/>
                    </a:cubicBezTo>
                    <a:cubicBezTo>
                      <a:pt x="181928" y="0"/>
                      <a:pt x="190406" y="8573"/>
                      <a:pt x="190406" y="19050"/>
                    </a:cubicBezTo>
                    <a:cubicBezTo>
                      <a:pt x="190406" y="29528"/>
                      <a:pt x="181928" y="38100"/>
                      <a:pt x="171356" y="38100"/>
                    </a:cubicBezTo>
                    <a:cubicBezTo>
                      <a:pt x="117635" y="38100"/>
                      <a:pt x="114301" y="85725"/>
                      <a:pt x="114206" y="95345"/>
                    </a:cubicBezTo>
                    <a:cubicBezTo>
                      <a:pt x="114110" y="105823"/>
                      <a:pt x="105633" y="114300"/>
                      <a:pt x="95156" y="114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1AC427A7-1502-48DC-A2B0-C1324D2F3E9B}"/>
                  </a:ext>
                </a:extLst>
              </p:cNvPr>
              <p:cNvSpPr/>
              <p:nvPr/>
            </p:nvSpPr>
            <p:spPr>
              <a:xfrm>
                <a:off x="8863014" y="1585836"/>
                <a:ext cx="57485" cy="34508"/>
              </a:xfrm>
              <a:custGeom>
                <a:avLst/>
                <a:gdLst>
                  <a:gd name="connsiteX0" fmla="*/ 95156 w 190405"/>
                  <a:gd name="connsiteY0" fmla="*/ 114300 h 114300"/>
                  <a:gd name="connsiteX1" fmla="*/ 76106 w 190405"/>
                  <a:gd name="connsiteY1" fmla="*/ 95536 h 114300"/>
                  <a:gd name="connsiteX2" fmla="*/ 76106 w 190405"/>
                  <a:gd name="connsiteY2" fmla="*/ 95536 h 114300"/>
                  <a:gd name="connsiteX3" fmla="*/ 76106 w 190405"/>
                  <a:gd name="connsiteY3" fmla="*/ 95536 h 114300"/>
                  <a:gd name="connsiteX4" fmla="*/ 76106 w 190405"/>
                  <a:gd name="connsiteY4" fmla="*/ 95536 h 114300"/>
                  <a:gd name="connsiteX5" fmla="*/ 76106 w 190405"/>
                  <a:gd name="connsiteY5" fmla="*/ 95441 h 114300"/>
                  <a:gd name="connsiteX6" fmla="*/ 76106 w 190405"/>
                  <a:gd name="connsiteY6" fmla="*/ 95345 h 114300"/>
                  <a:gd name="connsiteX7" fmla="*/ 76106 w 190405"/>
                  <a:gd name="connsiteY7" fmla="*/ 95345 h 114300"/>
                  <a:gd name="connsiteX8" fmla="*/ 76106 w 190405"/>
                  <a:gd name="connsiteY8" fmla="*/ 95250 h 114300"/>
                  <a:gd name="connsiteX9" fmla="*/ 18860 w 190405"/>
                  <a:gd name="connsiteY9" fmla="*/ 38100 h 114300"/>
                  <a:gd name="connsiteX10" fmla="*/ 1 w 190405"/>
                  <a:gd name="connsiteY10" fmla="*/ 18955 h 114300"/>
                  <a:gd name="connsiteX11" fmla="*/ 18956 w 190405"/>
                  <a:gd name="connsiteY11" fmla="*/ 0 h 114300"/>
                  <a:gd name="connsiteX12" fmla="*/ 95441 w 190405"/>
                  <a:gd name="connsiteY12" fmla="*/ 35243 h 114300"/>
                  <a:gd name="connsiteX13" fmla="*/ 171356 w 190405"/>
                  <a:gd name="connsiteY13" fmla="*/ 0 h 114300"/>
                  <a:gd name="connsiteX14" fmla="*/ 190406 w 190405"/>
                  <a:gd name="connsiteY14" fmla="*/ 19050 h 114300"/>
                  <a:gd name="connsiteX15" fmla="*/ 171356 w 190405"/>
                  <a:gd name="connsiteY15" fmla="*/ 38100 h 114300"/>
                  <a:gd name="connsiteX16" fmla="*/ 114206 w 190405"/>
                  <a:gd name="connsiteY16" fmla="*/ 95345 h 114300"/>
                  <a:gd name="connsiteX17" fmla="*/ 95156 w 190405"/>
                  <a:gd name="connsiteY17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0405" h="114300">
                    <a:moveTo>
                      <a:pt x="95156" y="114300"/>
                    </a:moveTo>
                    <a:cubicBezTo>
                      <a:pt x="84678" y="114300"/>
                      <a:pt x="76296" y="105918"/>
                      <a:pt x="76106" y="95536"/>
                    </a:cubicBezTo>
                    <a:cubicBezTo>
                      <a:pt x="76106" y="95536"/>
                      <a:pt x="76106" y="95536"/>
                      <a:pt x="76106" y="95536"/>
                    </a:cubicBezTo>
                    <a:lnTo>
                      <a:pt x="76106" y="95536"/>
                    </a:lnTo>
                    <a:lnTo>
                      <a:pt x="76106" y="95536"/>
                    </a:lnTo>
                    <a:cubicBezTo>
                      <a:pt x="76106" y="95536"/>
                      <a:pt x="76106" y="95441"/>
                      <a:pt x="76106" y="95441"/>
                    </a:cubicBezTo>
                    <a:cubicBezTo>
                      <a:pt x="76106" y="95441"/>
                      <a:pt x="76106" y="95441"/>
                      <a:pt x="76106" y="95345"/>
                    </a:cubicBezTo>
                    <a:lnTo>
                      <a:pt x="76106" y="95345"/>
                    </a:lnTo>
                    <a:cubicBezTo>
                      <a:pt x="76106" y="95345"/>
                      <a:pt x="76106" y="95345"/>
                      <a:pt x="76106" y="95250"/>
                    </a:cubicBezTo>
                    <a:cubicBezTo>
                      <a:pt x="76106" y="41434"/>
                      <a:pt x="28385" y="38195"/>
                      <a:pt x="18860" y="38100"/>
                    </a:cubicBezTo>
                    <a:cubicBezTo>
                      <a:pt x="8383" y="38005"/>
                      <a:pt x="-94" y="29432"/>
                      <a:pt x="1" y="18955"/>
                    </a:cubicBezTo>
                    <a:cubicBezTo>
                      <a:pt x="1" y="8477"/>
                      <a:pt x="8478" y="0"/>
                      <a:pt x="18956" y="0"/>
                    </a:cubicBezTo>
                    <a:cubicBezTo>
                      <a:pt x="40482" y="0"/>
                      <a:pt x="74391" y="8477"/>
                      <a:pt x="95441" y="35243"/>
                    </a:cubicBezTo>
                    <a:cubicBezTo>
                      <a:pt x="109824" y="15621"/>
                      <a:pt x="133637" y="0"/>
                      <a:pt x="171356" y="0"/>
                    </a:cubicBezTo>
                    <a:cubicBezTo>
                      <a:pt x="181928" y="0"/>
                      <a:pt x="190406" y="8572"/>
                      <a:pt x="190406" y="19050"/>
                    </a:cubicBezTo>
                    <a:cubicBezTo>
                      <a:pt x="190406" y="29528"/>
                      <a:pt x="181928" y="38100"/>
                      <a:pt x="171356" y="38100"/>
                    </a:cubicBezTo>
                    <a:cubicBezTo>
                      <a:pt x="117635" y="38100"/>
                      <a:pt x="114301" y="85725"/>
                      <a:pt x="114206" y="95345"/>
                    </a:cubicBezTo>
                    <a:cubicBezTo>
                      <a:pt x="114110" y="105823"/>
                      <a:pt x="105633" y="114300"/>
                      <a:pt x="95156" y="114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F8386BAB-8CF6-4D1E-BD7D-BB40ADF239A7}"/>
                  </a:ext>
                </a:extLst>
              </p:cNvPr>
              <p:cNvSpPr/>
              <p:nvPr/>
            </p:nvSpPr>
            <p:spPr>
              <a:xfrm>
                <a:off x="8793998" y="1608842"/>
                <a:ext cx="57485" cy="34508"/>
              </a:xfrm>
              <a:custGeom>
                <a:avLst/>
                <a:gdLst>
                  <a:gd name="connsiteX0" fmla="*/ 95156 w 190405"/>
                  <a:gd name="connsiteY0" fmla="*/ 114300 h 114300"/>
                  <a:gd name="connsiteX1" fmla="*/ 76106 w 190405"/>
                  <a:gd name="connsiteY1" fmla="*/ 95536 h 114300"/>
                  <a:gd name="connsiteX2" fmla="*/ 76106 w 190405"/>
                  <a:gd name="connsiteY2" fmla="*/ 95536 h 114300"/>
                  <a:gd name="connsiteX3" fmla="*/ 76106 w 190405"/>
                  <a:gd name="connsiteY3" fmla="*/ 95536 h 114300"/>
                  <a:gd name="connsiteX4" fmla="*/ 76106 w 190405"/>
                  <a:gd name="connsiteY4" fmla="*/ 95536 h 114300"/>
                  <a:gd name="connsiteX5" fmla="*/ 76106 w 190405"/>
                  <a:gd name="connsiteY5" fmla="*/ 95441 h 114300"/>
                  <a:gd name="connsiteX6" fmla="*/ 76106 w 190405"/>
                  <a:gd name="connsiteY6" fmla="*/ 95345 h 114300"/>
                  <a:gd name="connsiteX7" fmla="*/ 76106 w 190405"/>
                  <a:gd name="connsiteY7" fmla="*/ 95345 h 114300"/>
                  <a:gd name="connsiteX8" fmla="*/ 76106 w 190405"/>
                  <a:gd name="connsiteY8" fmla="*/ 95250 h 114300"/>
                  <a:gd name="connsiteX9" fmla="*/ 18860 w 190405"/>
                  <a:gd name="connsiteY9" fmla="*/ 38100 h 114300"/>
                  <a:gd name="connsiteX10" fmla="*/ 1 w 190405"/>
                  <a:gd name="connsiteY10" fmla="*/ 18955 h 114300"/>
                  <a:gd name="connsiteX11" fmla="*/ 18956 w 190405"/>
                  <a:gd name="connsiteY11" fmla="*/ 0 h 114300"/>
                  <a:gd name="connsiteX12" fmla="*/ 95441 w 190405"/>
                  <a:gd name="connsiteY12" fmla="*/ 35243 h 114300"/>
                  <a:gd name="connsiteX13" fmla="*/ 171356 w 190405"/>
                  <a:gd name="connsiteY13" fmla="*/ 0 h 114300"/>
                  <a:gd name="connsiteX14" fmla="*/ 190406 w 190405"/>
                  <a:gd name="connsiteY14" fmla="*/ 19050 h 114300"/>
                  <a:gd name="connsiteX15" fmla="*/ 171356 w 190405"/>
                  <a:gd name="connsiteY15" fmla="*/ 38100 h 114300"/>
                  <a:gd name="connsiteX16" fmla="*/ 114206 w 190405"/>
                  <a:gd name="connsiteY16" fmla="*/ 95345 h 114300"/>
                  <a:gd name="connsiteX17" fmla="*/ 95156 w 190405"/>
                  <a:gd name="connsiteY17" fmla="*/ 114300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0405" h="114300">
                    <a:moveTo>
                      <a:pt x="95156" y="114300"/>
                    </a:moveTo>
                    <a:cubicBezTo>
                      <a:pt x="84678" y="114300"/>
                      <a:pt x="76296" y="105918"/>
                      <a:pt x="76106" y="95536"/>
                    </a:cubicBezTo>
                    <a:cubicBezTo>
                      <a:pt x="76106" y="95536"/>
                      <a:pt x="76106" y="95536"/>
                      <a:pt x="76106" y="95536"/>
                    </a:cubicBezTo>
                    <a:lnTo>
                      <a:pt x="76106" y="95536"/>
                    </a:lnTo>
                    <a:lnTo>
                      <a:pt x="76106" y="95536"/>
                    </a:lnTo>
                    <a:cubicBezTo>
                      <a:pt x="76106" y="95536"/>
                      <a:pt x="76106" y="95441"/>
                      <a:pt x="76106" y="95441"/>
                    </a:cubicBezTo>
                    <a:cubicBezTo>
                      <a:pt x="76106" y="95441"/>
                      <a:pt x="76106" y="95441"/>
                      <a:pt x="76106" y="95345"/>
                    </a:cubicBezTo>
                    <a:lnTo>
                      <a:pt x="76106" y="95345"/>
                    </a:lnTo>
                    <a:cubicBezTo>
                      <a:pt x="76106" y="95345"/>
                      <a:pt x="76106" y="95345"/>
                      <a:pt x="76106" y="95250"/>
                    </a:cubicBezTo>
                    <a:cubicBezTo>
                      <a:pt x="76106" y="41434"/>
                      <a:pt x="28385" y="38195"/>
                      <a:pt x="18860" y="38100"/>
                    </a:cubicBezTo>
                    <a:cubicBezTo>
                      <a:pt x="8383" y="38005"/>
                      <a:pt x="-94" y="29432"/>
                      <a:pt x="1" y="18955"/>
                    </a:cubicBezTo>
                    <a:cubicBezTo>
                      <a:pt x="1" y="8477"/>
                      <a:pt x="8478" y="0"/>
                      <a:pt x="18956" y="0"/>
                    </a:cubicBezTo>
                    <a:cubicBezTo>
                      <a:pt x="40482" y="0"/>
                      <a:pt x="74391" y="8477"/>
                      <a:pt x="95441" y="35243"/>
                    </a:cubicBezTo>
                    <a:cubicBezTo>
                      <a:pt x="109824" y="15621"/>
                      <a:pt x="133637" y="0"/>
                      <a:pt x="171356" y="0"/>
                    </a:cubicBezTo>
                    <a:cubicBezTo>
                      <a:pt x="181928" y="0"/>
                      <a:pt x="190406" y="8572"/>
                      <a:pt x="190406" y="19050"/>
                    </a:cubicBezTo>
                    <a:cubicBezTo>
                      <a:pt x="190406" y="29528"/>
                      <a:pt x="181928" y="38100"/>
                      <a:pt x="171356" y="38100"/>
                    </a:cubicBezTo>
                    <a:cubicBezTo>
                      <a:pt x="117635" y="38100"/>
                      <a:pt x="114301" y="85725"/>
                      <a:pt x="114206" y="95345"/>
                    </a:cubicBezTo>
                    <a:cubicBezTo>
                      <a:pt x="114110" y="105823"/>
                      <a:pt x="105633" y="114300"/>
                      <a:pt x="95156" y="114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grpSp>
            <p:nvGrpSpPr>
              <p:cNvPr id="296" name="Graphic 112">
                <a:extLst>
                  <a:ext uri="{FF2B5EF4-FFF2-40B4-BE49-F238E27FC236}">
                    <a16:creationId xmlns:a16="http://schemas.microsoft.com/office/drawing/2014/main" id="{1C1730FC-AF84-4230-8FAF-62824EDC3D29}"/>
                  </a:ext>
                </a:extLst>
              </p:cNvPr>
              <p:cNvGrpSpPr/>
              <p:nvPr/>
            </p:nvGrpSpPr>
            <p:grpSpPr>
              <a:xfrm>
                <a:off x="8721129" y="1723948"/>
                <a:ext cx="249205" cy="146665"/>
                <a:chOff x="5769006" y="3448315"/>
                <a:chExt cx="825436" cy="485795"/>
              </a:xfrm>
              <a:solidFill>
                <a:schemeClr val="accent3"/>
              </a:solidFill>
            </p:grpSpPr>
            <p:sp>
              <p:nvSpPr>
                <p:cNvPr id="297" name="Freeform: Shape 296">
                  <a:extLst>
                    <a:ext uri="{FF2B5EF4-FFF2-40B4-BE49-F238E27FC236}">
                      <a16:creationId xmlns:a16="http://schemas.microsoft.com/office/drawing/2014/main" id="{CBC23710-EECC-43F1-BCB2-A3E4900FAEF5}"/>
                    </a:ext>
                  </a:extLst>
                </p:cNvPr>
                <p:cNvSpPr/>
                <p:nvPr/>
              </p:nvSpPr>
              <p:spPr>
                <a:xfrm>
                  <a:off x="5932836" y="3448335"/>
                  <a:ext cx="133540" cy="38100"/>
                </a:xfrm>
                <a:custGeom>
                  <a:avLst/>
                  <a:gdLst>
                    <a:gd name="connsiteX0" fmla="*/ 114491 w 133540"/>
                    <a:gd name="connsiteY0" fmla="*/ 38100 h 38100"/>
                    <a:gd name="connsiteX1" fmla="*/ 19050 w 133540"/>
                    <a:gd name="connsiteY1" fmla="*/ 38100 h 38100"/>
                    <a:gd name="connsiteX2" fmla="*/ 0 w 133540"/>
                    <a:gd name="connsiteY2" fmla="*/ 19050 h 38100"/>
                    <a:gd name="connsiteX3" fmla="*/ 19050 w 133540"/>
                    <a:gd name="connsiteY3" fmla="*/ 0 h 38100"/>
                    <a:gd name="connsiteX4" fmla="*/ 114491 w 133540"/>
                    <a:gd name="connsiteY4" fmla="*/ 0 h 38100"/>
                    <a:gd name="connsiteX5" fmla="*/ 133541 w 133540"/>
                    <a:gd name="connsiteY5" fmla="*/ 19050 h 38100"/>
                    <a:gd name="connsiteX6" fmla="*/ 114491 w 133540"/>
                    <a:gd name="connsiteY6" fmla="*/ 38100 h 38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3540" h="38100">
                      <a:moveTo>
                        <a:pt x="114491" y="38100"/>
                      </a:moveTo>
                      <a:lnTo>
                        <a:pt x="19050" y="38100"/>
                      </a:lnTo>
                      <a:cubicBezTo>
                        <a:pt x="8477" y="38100"/>
                        <a:pt x="0" y="29623"/>
                        <a:pt x="0" y="19050"/>
                      </a:cubicBezTo>
                      <a:cubicBezTo>
                        <a:pt x="0" y="8477"/>
                        <a:pt x="8477" y="0"/>
                        <a:pt x="19050" y="0"/>
                      </a:cubicBezTo>
                      <a:lnTo>
                        <a:pt x="114491" y="0"/>
                      </a:lnTo>
                      <a:cubicBezTo>
                        <a:pt x="125063" y="0"/>
                        <a:pt x="133541" y="8477"/>
                        <a:pt x="133541" y="19050"/>
                      </a:cubicBezTo>
                      <a:cubicBezTo>
                        <a:pt x="133541" y="29528"/>
                        <a:pt x="125063" y="38100"/>
                        <a:pt x="114491" y="381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grpSp>
              <p:nvGrpSpPr>
                <p:cNvPr id="298" name="Graphic 112">
                  <a:extLst>
                    <a:ext uri="{FF2B5EF4-FFF2-40B4-BE49-F238E27FC236}">
                      <a16:creationId xmlns:a16="http://schemas.microsoft.com/office/drawing/2014/main" id="{9D04C3EF-37E4-4A09-987C-DB96FB8C9981}"/>
                    </a:ext>
                  </a:extLst>
                </p:cNvPr>
                <p:cNvGrpSpPr/>
                <p:nvPr/>
              </p:nvGrpSpPr>
              <p:grpSpPr>
                <a:xfrm>
                  <a:off x="5769006" y="3448315"/>
                  <a:ext cx="825436" cy="485795"/>
                  <a:chOff x="5769006" y="3448315"/>
                  <a:chExt cx="825436" cy="485795"/>
                </a:xfrm>
                <a:grpFill/>
              </p:grpSpPr>
              <p:sp>
                <p:nvSpPr>
                  <p:cNvPr id="299" name="Freeform: Shape 298">
                    <a:extLst>
                      <a:ext uri="{FF2B5EF4-FFF2-40B4-BE49-F238E27FC236}">
                        <a16:creationId xmlns:a16="http://schemas.microsoft.com/office/drawing/2014/main" id="{379A2EEE-711A-4FF1-910A-46DAD62B49ED}"/>
                      </a:ext>
                    </a:extLst>
                  </p:cNvPr>
                  <p:cNvSpPr/>
                  <p:nvPr/>
                </p:nvSpPr>
                <p:spPr>
                  <a:xfrm>
                    <a:off x="5912148" y="3538061"/>
                    <a:ext cx="431762" cy="252888"/>
                  </a:xfrm>
                  <a:custGeom>
                    <a:avLst/>
                    <a:gdLst>
                      <a:gd name="connsiteX0" fmla="*/ 269576 w 431762"/>
                      <a:gd name="connsiteY0" fmla="*/ 252889 h 252888"/>
                      <a:gd name="connsiteX1" fmla="*/ 19069 w 431762"/>
                      <a:gd name="connsiteY1" fmla="*/ 252889 h 252888"/>
                      <a:gd name="connsiteX2" fmla="*/ 2876 w 431762"/>
                      <a:gd name="connsiteY2" fmla="*/ 243840 h 252888"/>
                      <a:gd name="connsiteX3" fmla="*/ 2019 w 431762"/>
                      <a:gd name="connsiteY3" fmla="*/ 225266 h 252888"/>
                      <a:gd name="connsiteX4" fmla="*/ 109366 w 431762"/>
                      <a:gd name="connsiteY4" fmla="*/ 10573 h 252888"/>
                      <a:gd name="connsiteX5" fmla="*/ 126416 w 431762"/>
                      <a:gd name="connsiteY5" fmla="*/ 0 h 252888"/>
                      <a:gd name="connsiteX6" fmla="*/ 412737 w 431762"/>
                      <a:gd name="connsiteY6" fmla="*/ 0 h 252888"/>
                      <a:gd name="connsiteX7" fmla="*/ 429501 w 431762"/>
                      <a:gd name="connsiteY7" fmla="*/ 10097 h 252888"/>
                      <a:gd name="connsiteX8" fmla="*/ 428549 w 431762"/>
                      <a:gd name="connsiteY8" fmla="*/ 29623 h 252888"/>
                      <a:gd name="connsiteX9" fmla="*/ 285388 w 431762"/>
                      <a:gd name="connsiteY9" fmla="*/ 244412 h 252888"/>
                      <a:gd name="connsiteX10" fmla="*/ 269576 w 431762"/>
                      <a:gd name="connsiteY10" fmla="*/ 252889 h 252888"/>
                      <a:gd name="connsiteX11" fmla="*/ 49835 w 431762"/>
                      <a:gd name="connsiteY11" fmla="*/ 214789 h 252888"/>
                      <a:gd name="connsiteX12" fmla="*/ 259385 w 431762"/>
                      <a:gd name="connsiteY12" fmla="*/ 214789 h 252888"/>
                      <a:gd name="connsiteX13" fmla="*/ 377114 w 431762"/>
                      <a:gd name="connsiteY13" fmla="*/ 38195 h 252888"/>
                      <a:gd name="connsiteX14" fmla="*/ 138227 w 431762"/>
                      <a:gd name="connsiteY14" fmla="*/ 38195 h 252888"/>
                      <a:gd name="connsiteX15" fmla="*/ 49835 w 431762"/>
                      <a:gd name="connsiteY15" fmla="*/ 214789 h 2528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431762" h="252888">
                        <a:moveTo>
                          <a:pt x="269576" y="252889"/>
                        </a:moveTo>
                        <a:lnTo>
                          <a:pt x="19069" y="252889"/>
                        </a:lnTo>
                        <a:cubicBezTo>
                          <a:pt x="12497" y="252889"/>
                          <a:pt x="6305" y="249460"/>
                          <a:pt x="2876" y="243840"/>
                        </a:cubicBezTo>
                        <a:cubicBezTo>
                          <a:pt x="-648" y="238220"/>
                          <a:pt x="-934" y="231172"/>
                          <a:pt x="2019" y="225266"/>
                        </a:cubicBezTo>
                        <a:lnTo>
                          <a:pt x="109366" y="10573"/>
                        </a:lnTo>
                        <a:cubicBezTo>
                          <a:pt x="112604" y="4096"/>
                          <a:pt x="119177" y="0"/>
                          <a:pt x="126416" y="0"/>
                        </a:cubicBezTo>
                        <a:lnTo>
                          <a:pt x="412737" y="0"/>
                        </a:lnTo>
                        <a:cubicBezTo>
                          <a:pt x="419786" y="0"/>
                          <a:pt x="426263" y="3905"/>
                          <a:pt x="429501" y="10097"/>
                        </a:cubicBezTo>
                        <a:cubicBezTo>
                          <a:pt x="432835" y="16288"/>
                          <a:pt x="432454" y="23813"/>
                          <a:pt x="428549" y="29623"/>
                        </a:cubicBezTo>
                        <a:lnTo>
                          <a:pt x="285388" y="244412"/>
                        </a:lnTo>
                        <a:cubicBezTo>
                          <a:pt x="281864" y="249746"/>
                          <a:pt x="275958" y="252889"/>
                          <a:pt x="269576" y="252889"/>
                        </a:cubicBezTo>
                        <a:close/>
                        <a:moveTo>
                          <a:pt x="49835" y="214789"/>
                        </a:moveTo>
                        <a:lnTo>
                          <a:pt x="259385" y="214789"/>
                        </a:lnTo>
                        <a:lnTo>
                          <a:pt x="377114" y="38195"/>
                        </a:lnTo>
                        <a:lnTo>
                          <a:pt x="138227" y="38195"/>
                        </a:lnTo>
                        <a:lnTo>
                          <a:pt x="49835" y="214789"/>
                        </a:ln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300" name="Freeform: Shape 299">
                    <a:extLst>
                      <a:ext uri="{FF2B5EF4-FFF2-40B4-BE49-F238E27FC236}">
                        <a16:creationId xmlns:a16="http://schemas.microsoft.com/office/drawing/2014/main" id="{3B3DB1EB-F408-4A4D-93A0-CD792A745551}"/>
                      </a:ext>
                    </a:extLst>
                  </p:cNvPr>
                  <p:cNvSpPr/>
                  <p:nvPr/>
                </p:nvSpPr>
                <p:spPr>
                  <a:xfrm>
                    <a:off x="5968630" y="3448315"/>
                    <a:ext cx="232070" cy="342634"/>
                  </a:xfrm>
                  <a:custGeom>
                    <a:avLst/>
                    <a:gdLst>
                      <a:gd name="connsiteX0" fmla="*/ 213095 w 232070"/>
                      <a:gd name="connsiteY0" fmla="*/ 342635 h 342634"/>
                      <a:gd name="connsiteX1" fmla="*/ 196998 w 232070"/>
                      <a:gd name="connsiteY1" fmla="*/ 333777 h 342634"/>
                      <a:gd name="connsiteX2" fmla="*/ 2973 w 232070"/>
                      <a:gd name="connsiteY2" fmla="*/ 29262 h 342634"/>
                      <a:gd name="connsiteX3" fmla="*/ 8784 w 232070"/>
                      <a:gd name="connsiteY3" fmla="*/ 2973 h 342634"/>
                      <a:gd name="connsiteX4" fmla="*/ 35073 w 232070"/>
                      <a:gd name="connsiteY4" fmla="*/ 8784 h 342634"/>
                      <a:gd name="connsiteX5" fmla="*/ 229097 w 232070"/>
                      <a:gd name="connsiteY5" fmla="*/ 313298 h 342634"/>
                      <a:gd name="connsiteX6" fmla="*/ 223287 w 232070"/>
                      <a:gd name="connsiteY6" fmla="*/ 339587 h 342634"/>
                      <a:gd name="connsiteX7" fmla="*/ 213095 w 232070"/>
                      <a:gd name="connsiteY7" fmla="*/ 342635 h 3426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32070" h="342634">
                        <a:moveTo>
                          <a:pt x="213095" y="342635"/>
                        </a:moveTo>
                        <a:cubicBezTo>
                          <a:pt x="206808" y="342635"/>
                          <a:pt x="200617" y="339492"/>
                          <a:pt x="196998" y="333777"/>
                        </a:cubicBezTo>
                        <a:lnTo>
                          <a:pt x="2973" y="29262"/>
                        </a:lnTo>
                        <a:cubicBezTo>
                          <a:pt x="-2646" y="20404"/>
                          <a:pt x="-75" y="8593"/>
                          <a:pt x="8784" y="2973"/>
                        </a:cubicBezTo>
                        <a:cubicBezTo>
                          <a:pt x="17642" y="-2646"/>
                          <a:pt x="29453" y="-75"/>
                          <a:pt x="35073" y="8784"/>
                        </a:cubicBezTo>
                        <a:lnTo>
                          <a:pt x="229097" y="313298"/>
                        </a:lnTo>
                        <a:cubicBezTo>
                          <a:pt x="234717" y="322156"/>
                          <a:pt x="232145" y="333967"/>
                          <a:pt x="223287" y="339587"/>
                        </a:cubicBezTo>
                        <a:cubicBezTo>
                          <a:pt x="220143" y="341682"/>
                          <a:pt x="216619" y="342635"/>
                          <a:pt x="213095" y="342635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301" name="Freeform: Shape 300">
                    <a:extLst>
                      <a:ext uri="{FF2B5EF4-FFF2-40B4-BE49-F238E27FC236}">
                        <a16:creationId xmlns:a16="http://schemas.microsoft.com/office/drawing/2014/main" id="{E62EC096-2172-4C89-AE5C-056BAFC81540}"/>
                      </a:ext>
                    </a:extLst>
                  </p:cNvPr>
                  <p:cNvSpPr/>
                  <p:nvPr/>
                </p:nvSpPr>
                <p:spPr>
                  <a:xfrm>
                    <a:off x="6198489" y="3466528"/>
                    <a:ext cx="252882" cy="324421"/>
                  </a:xfrm>
                  <a:custGeom>
                    <a:avLst/>
                    <a:gdLst>
                      <a:gd name="connsiteX0" fmla="*/ 233744 w 252882"/>
                      <a:gd name="connsiteY0" fmla="*/ 324422 h 324421"/>
                      <a:gd name="connsiteX1" fmla="*/ 216694 w 252882"/>
                      <a:gd name="connsiteY1" fmla="*/ 313849 h 324421"/>
                      <a:gd name="connsiteX2" fmla="*/ 78867 w 252882"/>
                      <a:gd name="connsiteY2" fmla="*/ 38100 h 324421"/>
                      <a:gd name="connsiteX3" fmla="*/ 19050 w 252882"/>
                      <a:gd name="connsiteY3" fmla="*/ 38100 h 324421"/>
                      <a:gd name="connsiteX4" fmla="*/ 0 w 252882"/>
                      <a:gd name="connsiteY4" fmla="*/ 19050 h 324421"/>
                      <a:gd name="connsiteX5" fmla="*/ 19050 w 252882"/>
                      <a:gd name="connsiteY5" fmla="*/ 0 h 324421"/>
                      <a:gd name="connsiteX6" fmla="*/ 90678 w 252882"/>
                      <a:gd name="connsiteY6" fmla="*/ 0 h 324421"/>
                      <a:gd name="connsiteX7" fmla="*/ 107728 w 252882"/>
                      <a:gd name="connsiteY7" fmla="*/ 10573 h 324421"/>
                      <a:gd name="connsiteX8" fmla="*/ 250888 w 252882"/>
                      <a:gd name="connsiteY8" fmla="*/ 296894 h 324421"/>
                      <a:gd name="connsiteX9" fmla="*/ 242411 w 252882"/>
                      <a:gd name="connsiteY9" fmla="*/ 322421 h 324421"/>
                      <a:gd name="connsiteX10" fmla="*/ 233744 w 252882"/>
                      <a:gd name="connsiteY10" fmla="*/ 324422 h 324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52882" h="324421">
                        <a:moveTo>
                          <a:pt x="233744" y="324422"/>
                        </a:moveTo>
                        <a:cubicBezTo>
                          <a:pt x="226790" y="324422"/>
                          <a:pt x="220027" y="320612"/>
                          <a:pt x="216694" y="313849"/>
                        </a:cubicBezTo>
                        <a:lnTo>
                          <a:pt x="78867" y="38100"/>
                        </a:lnTo>
                        <a:lnTo>
                          <a:pt x="19050" y="38100"/>
                        </a:lnTo>
                        <a:cubicBezTo>
                          <a:pt x="8477" y="38100"/>
                          <a:pt x="0" y="29623"/>
                          <a:pt x="0" y="19050"/>
                        </a:cubicBezTo>
                        <a:cubicBezTo>
                          <a:pt x="0" y="8477"/>
                          <a:pt x="8477" y="0"/>
                          <a:pt x="19050" y="0"/>
                        </a:cubicBezTo>
                        <a:lnTo>
                          <a:pt x="90678" y="0"/>
                        </a:lnTo>
                        <a:cubicBezTo>
                          <a:pt x="97917" y="0"/>
                          <a:pt x="104489" y="4096"/>
                          <a:pt x="107728" y="10573"/>
                        </a:cubicBezTo>
                        <a:lnTo>
                          <a:pt x="250888" y="296894"/>
                        </a:lnTo>
                        <a:cubicBezTo>
                          <a:pt x="255556" y="306324"/>
                          <a:pt x="251746" y="317754"/>
                          <a:pt x="242411" y="322421"/>
                        </a:cubicBezTo>
                        <a:cubicBezTo>
                          <a:pt x="239554" y="323755"/>
                          <a:pt x="236696" y="324422"/>
                          <a:pt x="233744" y="324422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302" name="Freeform: Shape 301">
                    <a:extLst>
                      <a:ext uri="{FF2B5EF4-FFF2-40B4-BE49-F238E27FC236}">
                        <a16:creationId xmlns:a16="http://schemas.microsoft.com/office/drawing/2014/main" id="{AF325086-2878-4CEF-9AD8-1C0DB8FFD2F6}"/>
                      </a:ext>
                    </a:extLst>
                  </p:cNvPr>
                  <p:cNvSpPr/>
                  <p:nvPr/>
                </p:nvSpPr>
                <p:spPr>
                  <a:xfrm>
                    <a:off x="6377368" y="3717035"/>
                    <a:ext cx="109727" cy="109728"/>
                  </a:xfrm>
                  <a:custGeom>
                    <a:avLst/>
                    <a:gdLst>
                      <a:gd name="connsiteX0" fmla="*/ 54864 w 109727"/>
                      <a:gd name="connsiteY0" fmla="*/ 109728 h 109728"/>
                      <a:gd name="connsiteX1" fmla="*/ 0 w 109727"/>
                      <a:gd name="connsiteY1" fmla="*/ 54864 h 109728"/>
                      <a:gd name="connsiteX2" fmla="*/ 54864 w 109727"/>
                      <a:gd name="connsiteY2" fmla="*/ 0 h 109728"/>
                      <a:gd name="connsiteX3" fmla="*/ 109728 w 109727"/>
                      <a:gd name="connsiteY3" fmla="*/ 54864 h 109728"/>
                      <a:gd name="connsiteX4" fmla="*/ 54864 w 109727"/>
                      <a:gd name="connsiteY4" fmla="*/ 109728 h 109728"/>
                      <a:gd name="connsiteX5" fmla="*/ 54864 w 109727"/>
                      <a:gd name="connsiteY5" fmla="*/ 38100 h 109728"/>
                      <a:gd name="connsiteX6" fmla="*/ 38100 w 109727"/>
                      <a:gd name="connsiteY6" fmla="*/ 54864 h 109728"/>
                      <a:gd name="connsiteX7" fmla="*/ 54864 w 109727"/>
                      <a:gd name="connsiteY7" fmla="*/ 71628 h 109728"/>
                      <a:gd name="connsiteX8" fmla="*/ 71628 w 109727"/>
                      <a:gd name="connsiteY8" fmla="*/ 54864 h 109728"/>
                      <a:gd name="connsiteX9" fmla="*/ 54864 w 109727"/>
                      <a:gd name="connsiteY9" fmla="*/ 38100 h 1097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9727" h="109728">
                        <a:moveTo>
                          <a:pt x="54864" y="109728"/>
                        </a:moveTo>
                        <a:cubicBezTo>
                          <a:pt x="24670" y="109728"/>
                          <a:pt x="0" y="85154"/>
                          <a:pt x="0" y="54864"/>
                        </a:cubicBezTo>
                        <a:cubicBezTo>
                          <a:pt x="0" y="24575"/>
                          <a:pt x="24575" y="0"/>
                          <a:pt x="54864" y="0"/>
                        </a:cubicBezTo>
                        <a:cubicBezTo>
                          <a:pt x="85154" y="0"/>
                          <a:pt x="109728" y="24575"/>
                          <a:pt x="109728" y="54864"/>
                        </a:cubicBezTo>
                        <a:cubicBezTo>
                          <a:pt x="109728" y="85154"/>
                          <a:pt x="85154" y="109728"/>
                          <a:pt x="54864" y="109728"/>
                        </a:cubicBezTo>
                        <a:close/>
                        <a:moveTo>
                          <a:pt x="54864" y="38100"/>
                        </a:moveTo>
                        <a:cubicBezTo>
                          <a:pt x="45625" y="38100"/>
                          <a:pt x="38100" y="45625"/>
                          <a:pt x="38100" y="54864"/>
                        </a:cubicBezTo>
                        <a:cubicBezTo>
                          <a:pt x="38100" y="64103"/>
                          <a:pt x="45625" y="71628"/>
                          <a:pt x="54864" y="71628"/>
                        </a:cubicBezTo>
                        <a:cubicBezTo>
                          <a:pt x="64103" y="71628"/>
                          <a:pt x="71628" y="64103"/>
                          <a:pt x="71628" y="54864"/>
                        </a:cubicBezTo>
                        <a:cubicBezTo>
                          <a:pt x="71628" y="45625"/>
                          <a:pt x="64103" y="38100"/>
                          <a:pt x="54864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303" name="Freeform: Shape 302">
                    <a:extLst>
                      <a:ext uri="{FF2B5EF4-FFF2-40B4-BE49-F238E27FC236}">
                        <a16:creationId xmlns:a16="http://schemas.microsoft.com/office/drawing/2014/main" id="{70F26F48-9AE8-4DF0-8CF6-330C0DB257E9}"/>
                      </a:ext>
                    </a:extLst>
                  </p:cNvPr>
                  <p:cNvSpPr/>
                  <p:nvPr/>
                </p:nvSpPr>
                <p:spPr>
                  <a:xfrm>
                    <a:off x="5876353" y="3717035"/>
                    <a:ext cx="109728" cy="109728"/>
                  </a:xfrm>
                  <a:custGeom>
                    <a:avLst/>
                    <a:gdLst>
                      <a:gd name="connsiteX0" fmla="*/ 54864 w 109728"/>
                      <a:gd name="connsiteY0" fmla="*/ 109728 h 109728"/>
                      <a:gd name="connsiteX1" fmla="*/ 0 w 109728"/>
                      <a:gd name="connsiteY1" fmla="*/ 54864 h 109728"/>
                      <a:gd name="connsiteX2" fmla="*/ 54864 w 109728"/>
                      <a:gd name="connsiteY2" fmla="*/ 0 h 109728"/>
                      <a:gd name="connsiteX3" fmla="*/ 109728 w 109728"/>
                      <a:gd name="connsiteY3" fmla="*/ 54864 h 109728"/>
                      <a:gd name="connsiteX4" fmla="*/ 54864 w 109728"/>
                      <a:gd name="connsiteY4" fmla="*/ 109728 h 109728"/>
                      <a:gd name="connsiteX5" fmla="*/ 54864 w 109728"/>
                      <a:gd name="connsiteY5" fmla="*/ 38100 h 109728"/>
                      <a:gd name="connsiteX6" fmla="*/ 38100 w 109728"/>
                      <a:gd name="connsiteY6" fmla="*/ 54864 h 109728"/>
                      <a:gd name="connsiteX7" fmla="*/ 54864 w 109728"/>
                      <a:gd name="connsiteY7" fmla="*/ 71628 h 109728"/>
                      <a:gd name="connsiteX8" fmla="*/ 71628 w 109728"/>
                      <a:gd name="connsiteY8" fmla="*/ 54864 h 109728"/>
                      <a:gd name="connsiteX9" fmla="*/ 54864 w 109728"/>
                      <a:gd name="connsiteY9" fmla="*/ 38100 h 1097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09728" h="109728">
                        <a:moveTo>
                          <a:pt x="54864" y="109728"/>
                        </a:moveTo>
                        <a:cubicBezTo>
                          <a:pt x="24575" y="109728"/>
                          <a:pt x="0" y="85154"/>
                          <a:pt x="0" y="54864"/>
                        </a:cubicBezTo>
                        <a:cubicBezTo>
                          <a:pt x="0" y="24575"/>
                          <a:pt x="24575" y="0"/>
                          <a:pt x="54864" y="0"/>
                        </a:cubicBezTo>
                        <a:cubicBezTo>
                          <a:pt x="85154" y="0"/>
                          <a:pt x="109728" y="24575"/>
                          <a:pt x="109728" y="54864"/>
                        </a:cubicBezTo>
                        <a:cubicBezTo>
                          <a:pt x="109728" y="85154"/>
                          <a:pt x="85058" y="109728"/>
                          <a:pt x="54864" y="109728"/>
                        </a:cubicBezTo>
                        <a:close/>
                        <a:moveTo>
                          <a:pt x="54864" y="38100"/>
                        </a:moveTo>
                        <a:cubicBezTo>
                          <a:pt x="45625" y="38100"/>
                          <a:pt x="38100" y="45625"/>
                          <a:pt x="38100" y="54864"/>
                        </a:cubicBezTo>
                        <a:cubicBezTo>
                          <a:pt x="38100" y="64103"/>
                          <a:pt x="45625" y="71628"/>
                          <a:pt x="54864" y="71628"/>
                        </a:cubicBezTo>
                        <a:cubicBezTo>
                          <a:pt x="64103" y="71628"/>
                          <a:pt x="71628" y="64103"/>
                          <a:pt x="71628" y="54864"/>
                        </a:cubicBezTo>
                        <a:cubicBezTo>
                          <a:pt x="71533" y="45625"/>
                          <a:pt x="64008" y="38100"/>
                          <a:pt x="54864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304" name="Freeform: Shape 303">
                    <a:extLst>
                      <a:ext uri="{FF2B5EF4-FFF2-40B4-BE49-F238E27FC236}">
                        <a16:creationId xmlns:a16="http://schemas.microsoft.com/office/drawing/2014/main" id="{A22AD463-A8A3-476F-B6B3-453D906A410A}"/>
                      </a:ext>
                    </a:extLst>
                  </p:cNvPr>
                  <p:cNvSpPr/>
                  <p:nvPr/>
                </p:nvSpPr>
                <p:spPr>
                  <a:xfrm>
                    <a:off x="6270021" y="3609689"/>
                    <a:ext cx="324421" cy="324421"/>
                  </a:xfrm>
                  <a:custGeom>
                    <a:avLst/>
                    <a:gdLst>
                      <a:gd name="connsiteX0" fmla="*/ 162211 w 324421"/>
                      <a:gd name="connsiteY0" fmla="*/ 324421 h 324421"/>
                      <a:gd name="connsiteX1" fmla="*/ 0 w 324421"/>
                      <a:gd name="connsiteY1" fmla="*/ 162211 h 324421"/>
                      <a:gd name="connsiteX2" fmla="*/ 162211 w 324421"/>
                      <a:gd name="connsiteY2" fmla="*/ 0 h 324421"/>
                      <a:gd name="connsiteX3" fmla="*/ 324422 w 324421"/>
                      <a:gd name="connsiteY3" fmla="*/ 162211 h 324421"/>
                      <a:gd name="connsiteX4" fmla="*/ 162211 w 324421"/>
                      <a:gd name="connsiteY4" fmla="*/ 324421 h 324421"/>
                      <a:gd name="connsiteX5" fmla="*/ 162211 w 324421"/>
                      <a:gd name="connsiteY5" fmla="*/ 38100 h 324421"/>
                      <a:gd name="connsiteX6" fmla="*/ 38100 w 324421"/>
                      <a:gd name="connsiteY6" fmla="*/ 162211 h 324421"/>
                      <a:gd name="connsiteX7" fmla="*/ 162211 w 324421"/>
                      <a:gd name="connsiteY7" fmla="*/ 286321 h 324421"/>
                      <a:gd name="connsiteX8" fmla="*/ 286322 w 324421"/>
                      <a:gd name="connsiteY8" fmla="*/ 162211 h 324421"/>
                      <a:gd name="connsiteX9" fmla="*/ 162211 w 324421"/>
                      <a:gd name="connsiteY9" fmla="*/ 38100 h 324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24421" h="324421">
                        <a:moveTo>
                          <a:pt x="162211" y="324421"/>
                        </a:moveTo>
                        <a:cubicBezTo>
                          <a:pt x="72771" y="324421"/>
                          <a:pt x="0" y="251650"/>
                          <a:pt x="0" y="162211"/>
                        </a:cubicBezTo>
                        <a:cubicBezTo>
                          <a:pt x="0" y="72771"/>
                          <a:pt x="72771" y="0"/>
                          <a:pt x="162211" y="0"/>
                        </a:cubicBezTo>
                        <a:cubicBezTo>
                          <a:pt x="251651" y="0"/>
                          <a:pt x="324422" y="72771"/>
                          <a:pt x="324422" y="162211"/>
                        </a:cubicBezTo>
                        <a:cubicBezTo>
                          <a:pt x="324422" y="251650"/>
                          <a:pt x="251651" y="324421"/>
                          <a:pt x="162211" y="324421"/>
                        </a:cubicBezTo>
                        <a:close/>
                        <a:moveTo>
                          <a:pt x="162211" y="38100"/>
                        </a:moveTo>
                        <a:cubicBezTo>
                          <a:pt x="93821" y="38100"/>
                          <a:pt x="38100" y="93821"/>
                          <a:pt x="38100" y="162211"/>
                        </a:cubicBezTo>
                        <a:cubicBezTo>
                          <a:pt x="38100" y="230696"/>
                          <a:pt x="93821" y="286321"/>
                          <a:pt x="162211" y="286321"/>
                        </a:cubicBezTo>
                        <a:cubicBezTo>
                          <a:pt x="230600" y="286321"/>
                          <a:pt x="286322" y="230600"/>
                          <a:pt x="286322" y="162211"/>
                        </a:cubicBezTo>
                        <a:cubicBezTo>
                          <a:pt x="286322" y="93726"/>
                          <a:pt x="230696" y="38100"/>
                          <a:pt x="162211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  <p:sp>
                <p:nvSpPr>
                  <p:cNvPr id="305" name="Freeform: Shape 304">
                    <a:extLst>
                      <a:ext uri="{FF2B5EF4-FFF2-40B4-BE49-F238E27FC236}">
                        <a16:creationId xmlns:a16="http://schemas.microsoft.com/office/drawing/2014/main" id="{18D92FD8-76D4-44C5-AB97-517017630A72}"/>
                      </a:ext>
                    </a:extLst>
                  </p:cNvPr>
                  <p:cNvSpPr/>
                  <p:nvPr/>
                </p:nvSpPr>
                <p:spPr>
                  <a:xfrm>
                    <a:off x="5769006" y="3609689"/>
                    <a:ext cx="324421" cy="324421"/>
                  </a:xfrm>
                  <a:custGeom>
                    <a:avLst/>
                    <a:gdLst>
                      <a:gd name="connsiteX0" fmla="*/ 162211 w 324421"/>
                      <a:gd name="connsiteY0" fmla="*/ 324421 h 324421"/>
                      <a:gd name="connsiteX1" fmla="*/ 0 w 324421"/>
                      <a:gd name="connsiteY1" fmla="*/ 162211 h 324421"/>
                      <a:gd name="connsiteX2" fmla="*/ 162211 w 324421"/>
                      <a:gd name="connsiteY2" fmla="*/ 0 h 324421"/>
                      <a:gd name="connsiteX3" fmla="*/ 324422 w 324421"/>
                      <a:gd name="connsiteY3" fmla="*/ 162211 h 324421"/>
                      <a:gd name="connsiteX4" fmla="*/ 162211 w 324421"/>
                      <a:gd name="connsiteY4" fmla="*/ 324421 h 324421"/>
                      <a:gd name="connsiteX5" fmla="*/ 162211 w 324421"/>
                      <a:gd name="connsiteY5" fmla="*/ 38100 h 324421"/>
                      <a:gd name="connsiteX6" fmla="*/ 38100 w 324421"/>
                      <a:gd name="connsiteY6" fmla="*/ 162211 h 324421"/>
                      <a:gd name="connsiteX7" fmla="*/ 162211 w 324421"/>
                      <a:gd name="connsiteY7" fmla="*/ 286321 h 324421"/>
                      <a:gd name="connsiteX8" fmla="*/ 286322 w 324421"/>
                      <a:gd name="connsiteY8" fmla="*/ 162211 h 324421"/>
                      <a:gd name="connsiteX9" fmla="*/ 162211 w 324421"/>
                      <a:gd name="connsiteY9" fmla="*/ 38100 h 3244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24421" h="324421">
                        <a:moveTo>
                          <a:pt x="162211" y="324421"/>
                        </a:moveTo>
                        <a:cubicBezTo>
                          <a:pt x="72771" y="324421"/>
                          <a:pt x="0" y="251650"/>
                          <a:pt x="0" y="162211"/>
                        </a:cubicBezTo>
                        <a:cubicBezTo>
                          <a:pt x="0" y="72771"/>
                          <a:pt x="72676" y="0"/>
                          <a:pt x="162211" y="0"/>
                        </a:cubicBezTo>
                        <a:cubicBezTo>
                          <a:pt x="251650" y="0"/>
                          <a:pt x="324422" y="72771"/>
                          <a:pt x="324422" y="162211"/>
                        </a:cubicBezTo>
                        <a:cubicBezTo>
                          <a:pt x="324422" y="251650"/>
                          <a:pt x="251650" y="324421"/>
                          <a:pt x="162211" y="324421"/>
                        </a:cubicBezTo>
                        <a:close/>
                        <a:moveTo>
                          <a:pt x="162211" y="38100"/>
                        </a:moveTo>
                        <a:cubicBezTo>
                          <a:pt x="93726" y="38100"/>
                          <a:pt x="38100" y="93821"/>
                          <a:pt x="38100" y="162211"/>
                        </a:cubicBezTo>
                        <a:cubicBezTo>
                          <a:pt x="38100" y="230696"/>
                          <a:pt x="93821" y="286321"/>
                          <a:pt x="162211" y="286321"/>
                        </a:cubicBezTo>
                        <a:cubicBezTo>
                          <a:pt x="230696" y="286321"/>
                          <a:pt x="286322" y="230600"/>
                          <a:pt x="286322" y="162211"/>
                        </a:cubicBezTo>
                        <a:cubicBezTo>
                          <a:pt x="286322" y="93726"/>
                          <a:pt x="230600" y="38100"/>
                          <a:pt x="162211" y="38100"/>
                        </a:cubicBezTo>
                        <a:close/>
                      </a:path>
                    </a:pathLst>
                  </a:custGeom>
                  <a:grpFill/>
                  <a:ln w="1270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000"/>
                  </a:p>
                </p:txBody>
              </p:sp>
            </p:grpSp>
          </p:grpSp>
        </p:grpSp>
        <p:grpSp>
          <p:nvGrpSpPr>
            <p:cNvPr id="278" name="Group 277">
              <a:extLst>
                <a:ext uri="{FF2B5EF4-FFF2-40B4-BE49-F238E27FC236}">
                  <a16:creationId xmlns:a16="http://schemas.microsoft.com/office/drawing/2014/main" id="{9C764DF7-21F0-4B52-9C33-B3A9531AA3B0}"/>
                </a:ext>
              </a:extLst>
            </p:cNvPr>
            <p:cNvGrpSpPr/>
            <p:nvPr/>
          </p:nvGrpSpPr>
          <p:grpSpPr>
            <a:xfrm>
              <a:off x="8502654" y="5714382"/>
              <a:ext cx="263476" cy="225927"/>
              <a:chOff x="9230360" y="2173322"/>
              <a:chExt cx="263476" cy="225927"/>
            </a:xfrm>
          </p:grpSpPr>
          <p:sp>
            <p:nvSpPr>
              <p:cNvPr id="287" name="Freeform 125">
                <a:extLst>
                  <a:ext uri="{FF2B5EF4-FFF2-40B4-BE49-F238E27FC236}">
                    <a16:creationId xmlns:a16="http://schemas.microsoft.com/office/drawing/2014/main" id="{6C20BC33-D4A2-4E8B-BE17-BF0178D97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9818" y="2212780"/>
                <a:ext cx="183288" cy="186469"/>
              </a:xfrm>
              <a:custGeom>
                <a:avLst/>
                <a:gdLst>
                  <a:gd name="T0" fmla="*/ 288 w 288"/>
                  <a:gd name="T1" fmla="*/ 129 h 293"/>
                  <a:gd name="T2" fmla="*/ 145 w 288"/>
                  <a:gd name="T3" fmla="*/ 0 h 293"/>
                  <a:gd name="T4" fmla="*/ 145 w 288"/>
                  <a:gd name="T5" fmla="*/ 0 h 293"/>
                  <a:gd name="T6" fmla="*/ 145 w 288"/>
                  <a:gd name="T7" fmla="*/ 0 h 293"/>
                  <a:gd name="T8" fmla="*/ 145 w 288"/>
                  <a:gd name="T9" fmla="*/ 0 h 293"/>
                  <a:gd name="T10" fmla="*/ 0 w 288"/>
                  <a:gd name="T11" fmla="*/ 129 h 293"/>
                  <a:gd name="T12" fmla="*/ 0 w 288"/>
                  <a:gd name="T13" fmla="*/ 293 h 293"/>
                  <a:gd name="T14" fmla="*/ 107 w 288"/>
                  <a:gd name="T15" fmla="*/ 293 h 293"/>
                  <a:gd name="T16" fmla="*/ 107 w 288"/>
                  <a:gd name="T17" fmla="*/ 198 h 293"/>
                  <a:gd name="T18" fmla="*/ 180 w 288"/>
                  <a:gd name="T19" fmla="*/ 198 h 293"/>
                  <a:gd name="T20" fmla="*/ 180 w 288"/>
                  <a:gd name="T21" fmla="*/ 293 h 293"/>
                  <a:gd name="T22" fmla="*/ 288 w 288"/>
                  <a:gd name="T23" fmla="*/ 293 h 293"/>
                  <a:gd name="T24" fmla="*/ 288 w 288"/>
                  <a:gd name="T25" fmla="*/ 129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8" h="293">
                    <a:moveTo>
                      <a:pt x="288" y="129"/>
                    </a:move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0" y="129"/>
                    </a:lnTo>
                    <a:lnTo>
                      <a:pt x="0" y="293"/>
                    </a:lnTo>
                    <a:lnTo>
                      <a:pt x="107" y="293"/>
                    </a:lnTo>
                    <a:lnTo>
                      <a:pt x="107" y="198"/>
                    </a:lnTo>
                    <a:lnTo>
                      <a:pt x="180" y="198"/>
                    </a:lnTo>
                    <a:lnTo>
                      <a:pt x="180" y="293"/>
                    </a:lnTo>
                    <a:lnTo>
                      <a:pt x="288" y="293"/>
                    </a:lnTo>
                    <a:lnTo>
                      <a:pt x="288" y="129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288" name="Freeform 126">
                <a:extLst>
                  <a:ext uri="{FF2B5EF4-FFF2-40B4-BE49-F238E27FC236}">
                    <a16:creationId xmlns:a16="http://schemas.microsoft.com/office/drawing/2014/main" id="{02CFDF59-B457-4563-82AE-AC21B0BDF1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0360" y="2173322"/>
                <a:ext cx="263476" cy="114554"/>
              </a:xfrm>
              <a:custGeom>
                <a:avLst/>
                <a:gdLst>
                  <a:gd name="T0" fmla="*/ 414 w 414"/>
                  <a:gd name="T1" fmla="*/ 180 h 180"/>
                  <a:gd name="T2" fmla="*/ 207 w 414"/>
                  <a:gd name="T3" fmla="*/ 0 h 180"/>
                  <a:gd name="T4" fmla="*/ 109 w 414"/>
                  <a:gd name="T5" fmla="*/ 84 h 180"/>
                  <a:gd name="T6" fmla="*/ 109 w 414"/>
                  <a:gd name="T7" fmla="*/ 30 h 180"/>
                  <a:gd name="T8" fmla="*/ 64 w 414"/>
                  <a:gd name="T9" fmla="*/ 30 h 180"/>
                  <a:gd name="T10" fmla="*/ 64 w 414"/>
                  <a:gd name="T11" fmla="*/ 123 h 180"/>
                  <a:gd name="T12" fmla="*/ 0 w 414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4" h="180">
                    <a:moveTo>
                      <a:pt x="414" y="180"/>
                    </a:moveTo>
                    <a:lnTo>
                      <a:pt x="207" y="0"/>
                    </a:lnTo>
                    <a:lnTo>
                      <a:pt x="109" y="84"/>
                    </a:lnTo>
                    <a:lnTo>
                      <a:pt x="109" y="30"/>
                    </a:lnTo>
                    <a:lnTo>
                      <a:pt x="64" y="30"/>
                    </a:lnTo>
                    <a:lnTo>
                      <a:pt x="64" y="123"/>
                    </a:lnTo>
                    <a:lnTo>
                      <a:pt x="0" y="180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</p:grpSp>
        <p:grpSp>
          <p:nvGrpSpPr>
            <p:cNvPr id="279" name="Group 278">
              <a:extLst>
                <a:ext uri="{FF2B5EF4-FFF2-40B4-BE49-F238E27FC236}">
                  <a16:creationId xmlns:a16="http://schemas.microsoft.com/office/drawing/2014/main" id="{A6F35CAB-FFBF-4926-B1D2-5DB139A3A8F0}"/>
                </a:ext>
              </a:extLst>
            </p:cNvPr>
            <p:cNvGrpSpPr/>
            <p:nvPr/>
          </p:nvGrpSpPr>
          <p:grpSpPr>
            <a:xfrm>
              <a:off x="8883312" y="5760976"/>
              <a:ext cx="224088" cy="182987"/>
              <a:chOff x="9250054" y="6147809"/>
              <a:chExt cx="224088" cy="182987"/>
            </a:xfrm>
          </p:grpSpPr>
          <p:sp>
            <p:nvSpPr>
              <p:cNvPr id="280" name="Freeform 114">
                <a:extLst>
                  <a:ext uri="{FF2B5EF4-FFF2-40B4-BE49-F238E27FC236}">
                    <a16:creationId xmlns:a16="http://schemas.microsoft.com/office/drawing/2014/main" id="{F6C7F8A7-3465-449B-8D79-A826BF9F51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5990" y="6147809"/>
                <a:ext cx="28152" cy="25337"/>
              </a:xfrm>
              <a:custGeom>
                <a:avLst/>
                <a:gdLst>
                  <a:gd name="T0" fmla="*/ 0 w 50"/>
                  <a:gd name="T1" fmla="*/ 0 h 45"/>
                  <a:gd name="T2" fmla="*/ 50 w 50"/>
                  <a:gd name="T3" fmla="*/ 0 h 45"/>
                  <a:gd name="T4" fmla="*/ 50 w 50"/>
                  <a:gd name="T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" h="45">
                    <a:moveTo>
                      <a:pt x="0" y="0"/>
                    </a:moveTo>
                    <a:lnTo>
                      <a:pt x="50" y="0"/>
                    </a:lnTo>
                    <a:lnTo>
                      <a:pt x="50" y="45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281" name="Freeform 115">
                <a:extLst>
                  <a:ext uri="{FF2B5EF4-FFF2-40B4-BE49-F238E27FC236}">
                    <a16:creationId xmlns:a16="http://schemas.microsoft.com/office/drawing/2014/main" id="{A8EC13CD-133A-4A3C-849B-7976474AD3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0054" y="6147809"/>
                <a:ext cx="224088" cy="182987"/>
              </a:xfrm>
              <a:custGeom>
                <a:avLst/>
                <a:gdLst>
                  <a:gd name="T0" fmla="*/ 398 w 398"/>
                  <a:gd name="T1" fmla="*/ 262 h 325"/>
                  <a:gd name="T2" fmla="*/ 398 w 398"/>
                  <a:gd name="T3" fmla="*/ 325 h 325"/>
                  <a:gd name="T4" fmla="*/ 0 w 398"/>
                  <a:gd name="T5" fmla="*/ 325 h 325"/>
                  <a:gd name="T6" fmla="*/ 0 w 398"/>
                  <a:gd name="T7" fmla="*/ 0 h 325"/>
                  <a:gd name="T8" fmla="*/ 284 w 398"/>
                  <a:gd name="T9" fmla="*/ 0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8" h="325">
                    <a:moveTo>
                      <a:pt x="398" y="262"/>
                    </a:moveTo>
                    <a:lnTo>
                      <a:pt x="398" y="325"/>
                    </a:lnTo>
                    <a:lnTo>
                      <a:pt x="0" y="325"/>
                    </a:lnTo>
                    <a:lnTo>
                      <a:pt x="0" y="0"/>
                    </a:lnTo>
                    <a:lnTo>
                      <a:pt x="284" y="0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282" name="Line 116">
                <a:extLst>
                  <a:ext uri="{FF2B5EF4-FFF2-40B4-BE49-F238E27FC236}">
                    <a16:creationId xmlns:a16="http://schemas.microsoft.com/office/drawing/2014/main" id="{DEC2F769-17BB-422F-8F7A-1FFDC9C70B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251180" y="6239584"/>
                <a:ext cx="97405" cy="0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283" name="Line 117">
                <a:extLst>
                  <a:ext uri="{FF2B5EF4-FFF2-40B4-BE49-F238E27FC236}">
                    <a16:creationId xmlns:a16="http://schemas.microsoft.com/office/drawing/2014/main" id="{A094E2DF-35B9-4558-A619-FB79153004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6211432"/>
                <a:ext cx="0" cy="56867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284" name="Line 118">
                <a:extLst>
                  <a:ext uri="{FF2B5EF4-FFF2-40B4-BE49-F238E27FC236}">
                    <a16:creationId xmlns:a16="http://schemas.microsoft.com/office/drawing/2014/main" id="{9F3CC5B0-E28C-4C7F-B2EF-504F006018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6147809"/>
                <a:ext cx="0" cy="34345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285" name="Line 119">
                <a:extLst>
                  <a:ext uri="{FF2B5EF4-FFF2-40B4-BE49-F238E27FC236}">
                    <a16:creationId xmlns:a16="http://schemas.microsoft.com/office/drawing/2014/main" id="{18B82AD9-2569-4FAB-91E4-CC7F294BC2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6300392"/>
                <a:ext cx="0" cy="30404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EA3DCC9A-97A0-4798-9249-D881C1B44A1C}"/>
                  </a:ext>
                </a:extLst>
              </p:cNvPr>
              <p:cNvCxnSpPr>
                <a:cxnSpLocks/>
                <a:stCxn id="280" idx="2"/>
                <a:endCxn id="281" idx="0"/>
              </p:cNvCxnSpPr>
              <p:nvPr/>
            </p:nvCxnSpPr>
            <p:spPr>
              <a:xfrm>
                <a:off x="9474142" y="6173146"/>
                <a:ext cx="0" cy="122179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cxnSp>
        </p:grpSp>
      </p:grp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C6D1EADB-4BC6-45CE-B85E-8CFA68A3DC8C}"/>
              </a:ext>
            </a:extLst>
          </p:cNvPr>
          <p:cNvCxnSpPr>
            <a:cxnSpLocks/>
          </p:cNvCxnSpPr>
          <p:nvPr/>
        </p:nvCxnSpPr>
        <p:spPr>
          <a:xfrm>
            <a:off x="538543" y="5611406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450B5E15-DDA1-4D61-B77F-385ED7C6F136}"/>
              </a:ext>
            </a:extLst>
          </p:cNvPr>
          <p:cNvGrpSpPr/>
          <p:nvPr/>
        </p:nvGrpSpPr>
        <p:grpSpPr>
          <a:xfrm>
            <a:off x="3351682" y="900941"/>
            <a:ext cx="8166619" cy="323122"/>
            <a:chOff x="2705120" y="920458"/>
            <a:chExt cx="8166619" cy="323122"/>
          </a:xfrm>
        </p:grpSpPr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E7233F7B-BE42-45AC-9D98-388EC31D1F2E}"/>
                </a:ext>
              </a:extLst>
            </p:cNvPr>
            <p:cNvGrpSpPr/>
            <p:nvPr/>
          </p:nvGrpSpPr>
          <p:grpSpPr>
            <a:xfrm>
              <a:off x="2705120" y="920458"/>
              <a:ext cx="3153057" cy="278052"/>
              <a:chOff x="5625268" y="920102"/>
              <a:chExt cx="3153057" cy="278052"/>
            </a:xfrm>
          </p:grpSpPr>
          <p:grpSp>
            <p:nvGrpSpPr>
              <p:cNvPr id="237" name="Group 236">
                <a:extLst>
                  <a:ext uri="{FF2B5EF4-FFF2-40B4-BE49-F238E27FC236}">
                    <a16:creationId xmlns:a16="http://schemas.microsoft.com/office/drawing/2014/main" id="{8F6F629B-0E2D-4AB7-AB9C-A1F0C543D6E4}"/>
                  </a:ext>
                </a:extLst>
              </p:cNvPr>
              <p:cNvGrpSpPr/>
              <p:nvPr/>
            </p:nvGrpSpPr>
            <p:grpSpPr>
              <a:xfrm>
                <a:off x="7425864" y="1016505"/>
                <a:ext cx="486181" cy="181649"/>
                <a:chOff x="7181501" y="986025"/>
                <a:chExt cx="486181" cy="181649"/>
              </a:xfrm>
            </p:grpSpPr>
            <p:sp>
              <p:nvSpPr>
                <p:cNvPr id="314" name="TextBox 313">
                  <a:extLst>
                    <a:ext uri="{FF2B5EF4-FFF2-40B4-BE49-F238E27FC236}">
                      <a16:creationId xmlns:a16="http://schemas.microsoft.com/office/drawing/2014/main" id="{D3BEF1D2-9908-4AE4-8B10-A7A4D3F47F0A}"/>
                    </a:ext>
                  </a:extLst>
                </p:cNvPr>
                <p:cNvSpPr txBox="1"/>
                <p:nvPr/>
              </p:nvSpPr>
              <p:spPr>
                <a:xfrm>
                  <a:off x="7419730" y="1044563"/>
                  <a:ext cx="247952" cy="123111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lang="en-US" sz="1400" dirty="0">
                      <a:sym typeface="+mn-lt"/>
                    </a:defRPr>
                  </a:lvl1pPr>
                  <a:lvl2pPr marL="230396" lvl="1" indent="-226796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10000"/>
                    <a:buFont typeface="Wingdings" panose="05000000000000000000" pitchFamily="2" charset="2"/>
                    <a:buChar char=""/>
                    <a:defRPr lang="en-US" sz="1400" dirty="0">
                      <a:sym typeface="+mn-lt"/>
                    </a:defRPr>
                  </a:lvl2pPr>
                  <a:lvl3pPr marL="442793" lvl="2" indent="-215997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10000"/>
                    <a:buFont typeface="Arial" panose="020B0604020202020204" pitchFamily="34" charset="0"/>
                    <a:buChar char="‒"/>
                    <a:defRPr lang="en-US" sz="1400" dirty="0">
                      <a:sym typeface="+mn-lt"/>
                    </a:defRPr>
                  </a:lvl3pPr>
                  <a:lvl4pPr marL="597590" lvl="3" indent="-15119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00000"/>
                    <a:buFont typeface="Arial" panose="020B0604020202020204" pitchFamily="34" charset="0"/>
                    <a:buChar char="•"/>
                    <a:defRPr lang="en-US" sz="1400" dirty="0">
                      <a:sym typeface="+mn-lt"/>
                    </a:defRPr>
                  </a:lvl4pPr>
                  <a:lvl5pPr marL="817187" lvl="4" indent="-14759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00000"/>
                    <a:buFont typeface="Arial" panose="020B0604020202020204" pitchFamily="34" charset="0"/>
                    <a:buChar char="̶"/>
                    <a:defRPr lang="en-US" sz="1400" dirty="0">
                      <a:sym typeface="+mn-lt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ru-RU" sz="800" dirty="0">
                      <a:solidFill>
                        <a:schemeClr val="accent5"/>
                      </a:solidFill>
                    </a:rPr>
                    <a:t>Дом</a:t>
                  </a:r>
                  <a:endParaRPr lang="en-US" sz="800" dirty="0">
                    <a:solidFill>
                      <a:schemeClr val="accent5"/>
                    </a:solidFill>
                  </a:endParaRPr>
                </a:p>
              </p:txBody>
            </p:sp>
            <p:grpSp>
              <p:nvGrpSpPr>
                <p:cNvPr id="315" name="Group 314">
                  <a:extLst>
                    <a:ext uri="{FF2B5EF4-FFF2-40B4-BE49-F238E27FC236}">
                      <a16:creationId xmlns:a16="http://schemas.microsoft.com/office/drawing/2014/main" id="{96395516-2773-4966-8C7F-C0F7A403AB45}"/>
                    </a:ext>
                  </a:extLst>
                </p:cNvPr>
                <p:cNvGrpSpPr/>
                <p:nvPr/>
              </p:nvGrpSpPr>
              <p:grpSpPr>
                <a:xfrm>
                  <a:off x="7181501" y="986025"/>
                  <a:ext cx="195755" cy="167857"/>
                  <a:chOff x="3885239" y="5650072"/>
                  <a:chExt cx="657225" cy="563563"/>
                </a:xfrm>
              </p:grpSpPr>
              <p:sp>
                <p:nvSpPr>
                  <p:cNvPr id="316" name="Freeform 125">
                    <a:extLst>
                      <a:ext uri="{FF2B5EF4-FFF2-40B4-BE49-F238E27FC236}">
                        <a16:creationId xmlns:a16="http://schemas.microsoft.com/office/drawing/2014/main" id="{F9F524DB-D12F-4771-896D-CDA70DE4C9A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983664" y="5748497"/>
                    <a:ext cx="457200" cy="465138"/>
                  </a:xfrm>
                  <a:custGeom>
                    <a:avLst/>
                    <a:gdLst>
                      <a:gd name="T0" fmla="*/ 288 w 288"/>
                      <a:gd name="T1" fmla="*/ 129 h 293"/>
                      <a:gd name="T2" fmla="*/ 145 w 288"/>
                      <a:gd name="T3" fmla="*/ 0 h 293"/>
                      <a:gd name="T4" fmla="*/ 145 w 288"/>
                      <a:gd name="T5" fmla="*/ 0 h 293"/>
                      <a:gd name="T6" fmla="*/ 145 w 288"/>
                      <a:gd name="T7" fmla="*/ 0 h 293"/>
                      <a:gd name="T8" fmla="*/ 145 w 288"/>
                      <a:gd name="T9" fmla="*/ 0 h 293"/>
                      <a:gd name="T10" fmla="*/ 0 w 288"/>
                      <a:gd name="T11" fmla="*/ 129 h 293"/>
                      <a:gd name="T12" fmla="*/ 0 w 288"/>
                      <a:gd name="T13" fmla="*/ 293 h 293"/>
                      <a:gd name="T14" fmla="*/ 107 w 288"/>
                      <a:gd name="T15" fmla="*/ 293 h 293"/>
                      <a:gd name="T16" fmla="*/ 107 w 288"/>
                      <a:gd name="T17" fmla="*/ 198 h 293"/>
                      <a:gd name="T18" fmla="*/ 180 w 288"/>
                      <a:gd name="T19" fmla="*/ 198 h 293"/>
                      <a:gd name="T20" fmla="*/ 180 w 288"/>
                      <a:gd name="T21" fmla="*/ 293 h 293"/>
                      <a:gd name="T22" fmla="*/ 288 w 288"/>
                      <a:gd name="T23" fmla="*/ 293 h 293"/>
                      <a:gd name="T24" fmla="*/ 288 w 288"/>
                      <a:gd name="T25" fmla="*/ 129 h 29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288" h="293">
                        <a:moveTo>
                          <a:pt x="288" y="129"/>
                        </a:moveTo>
                        <a:lnTo>
                          <a:pt x="145" y="0"/>
                        </a:lnTo>
                        <a:lnTo>
                          <a:pt x="145" y="0"/>
                        </a:lnTo>
                        <a:lnTo>
                          <a:pt x="145" y="0"/>
                        </a:lnTo>
                        <a:lnTo>
                          <a:pt x="145" y="0"/>
                        </a:lnTo>
                        <a:lnTo>
                          <a:pt x="0" y="129"/>
                        </a:lnTo>
                        <a:lnTo>
                          <a:pt x="0" y="293"/>
                        </a:lnTo>
                        <a:lnTo>
                          <a:pt x="107" y="293"/>
                        </a:lnTo>
                        <a:lnTo>
                          <a:pt x="107" y="198"/>
                        </a:lnTo>
                        <a:lnTo>
                          <a:pt x="180" y="198"/>
                        </a:lnTo>
                        <a:lnTo>
                          <a:pt x="180" y="293"/>
                        </a:lnTo>
                        <a:lnTo>
                          <a:pt x="288" y="293"/>
                        </a:lnTo>
                        <a:lnTo>
                          <a:pt x="288" y="129"/>
                        </a:lnTo>
                        <a:close/>
                      </a:path>
                    </a:pathLst>
                  </a:custGeom>
                  <a:noFill/>
                  <a:ln w="9525" cap="flat">
                    <a:solidFill>
                      <a:schemeClr val="tx2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/>
                  </a:p>
                </p:txBody>
              </p:sp>
              <p:sp>
                <p:nvSpPr>
                  <p:cNvPr id="317" name="Freeform 126">
                    <a:extLst>
                      <a:ext uri="{FF2B5EF4-FFF2-40B4-BE49-F238E27FC236}">
                        <a16:creationId xmlns:a16="http://schemas.microsoft.com/office/drawing/2014/main" id="{43993AE6-F01E-4DD6-9C57-2BE80476975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885239" y="5650072"/>
                    <a:ext cx="657225" cy="285750"/>
                  </a:xfrm>
                  <a:custGeom>
                    <a:avLst/>
                    <a:gdLst>
                      <a:gd name="T0" fmla="*/ 414 w 414"/>
                      <a:gd name="T1" fmla="*/ 180 h 180"/>
                      <a:gd name="T2" fmla="*/ 207 w 414"/>
                      <a:gd name="T3" fmla="*/ 0 h 180"/>
                      <a:gd name="T4" fmla="*/ 109 w 414"/>
                      <a:gd name="T5" fmla="*/ 84 h 180"/>
                      <a:gd name="T6" fmla="*/ 109 w 414"/>
                      <a:gd name="T7" fmla="*/ 30 h 180"/>
                      <a:gd name="T8" fmla="*/ 64 w 414"/>
                      <a:gd name="T9" fmla="*/ 30 h 180"/>
                      <a:gd name="T10" fmla="*/ 64 w 414"/>
                      <a:gd name="T11" fmla="*/ 123 h 180"/>
                      <a:gd name="T12" fmla="*/ 0 w 414"/>
                      <a:gd name="T13" fmla="*/ 180 h 18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414" h="180">
                        <a:moveTo>
                          <a:pt x="414" y="180"/>
                        </a:moveTo>
                        <a:lnTo>
                          <a:pt x="207" y="0"/>
                        </a:lnTo>
                        <a:lnTo>
                          <a:pt x="109" y="84"/>
                        </a:lnTo>
                        <a:lnTo>
                          <a:pt x="109" y="30"/>
                        </a:lnTo>
                        <a:lnTo>
                          <a:pt x="64" y="30"/>
                        </a:lnTo>
                        <a:lnTo>
                          <a:pt x="64" y="123"/>
                        </a:lnTo>
                        <a:lnTo>
                          <a:pt x="0" y="180"/>
                        </a:lnTo>
                      </a:path>
                    </a:pathLst>
                  </a:custGeom>
                  <a:noFill/>
                  <a:ln w="9525" cap="flat">
                    <a:solidFill>
                      <a:schemeClr val="tx2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/>
                  </a:p>
                </p:txBody>
              </p:sp>
            </p:grpSp>
          </p:grpSp>
          <p:grpSp>
            <p:nvGrpSpPr>
              <p:cNvPr id="238" name="Group 237">
                <a:extLst>
                  <a:ext uri="{FF2B5EF4-FFF2-40B4-BE49-F238E27FC236}">
                    <a16:creationId xmlns:a16="http://schemas.microsoft.com/office/drawing/2014/main" id="{96DF248D-0C36-438D-B52D-E9C4C8D61D0B}"/>
                  </a:ext>
                </a:extLst>
              </p:cNvPr>
              <p:cNvGrpSpPr/>
              <p:nvPr/>
            </p:nvGrpSpPr>
            <p:grpSpPr>
              <a:xfrm>
                <a:off x="5625268" y="920102"/>
                <a:ext cx="1719850" cy="278052"/>
                <a:chOff x="5138150" y="889622"/>
                <a:chExt cx="1719850" cy="278052"/>
              </a:xfrm>
            </p:grpSpPr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9652CA1C-DAEC-4FFA-8336-E75C4E246CA3}"/>
                    </a:ext>
                  </a:extLst>
                </p:cNvPr>
                <p:cNvSpPr txBox="1"/>
                <p:nvPr/>
              </p:nvSpPr>
              <p:spPr>
                <a:xfrm>
                  <a:off x="5561582" y="1044563"/>
                  <a:ext cx="1296418" cy="123111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lang="en-US" sz="1400" dirty="0">
                      <a:sym typeface="+mn-lt"/>
                    </a:defRPr>
                  </a:lvl1pPr>
                  <a:lvl2pPr marL="230396" lvl="1" indent="-226796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10000"/>
                    <a:buFont typeface="Wingdings" panose="05000000000000000000" pitchFamily="2" charset="2"/>
                    <a:buChar char=""/>
                    <a:defRPr lang="en-US" sz="1400" dirty="0">
                      <a:sym typeface="+mn-lt"/>
                    </a:defRPr>
                  </a:lvl2pPr>
                  <a:lvl3pPr marL="442793" lvl="2" indent="-215997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10000"/>
                    <a:buFont typeface="Arial" panose="020B0604020202020204" pitchFamily="34" charset="0"/>
                    <a:buChar char="‒"/>
                    <a:defRPr lang="en-US" sz="1400" dirty="0">
                      <a:sym typeface="+mn-lt"/>
                    </a:defRPr>
                  </a:lvl3pPr>
                  <a:lvl4pPr marL="597590" lvl="3" indent="-15119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00000"/>
                    <a:buFont typeface="Arial" panose="020B0604020202020204" pitchFamily="34" charset="0"/>
                    <a:buChar char="•"/>
                    <a:defRPr lang="en-US" sz="1400" dirty="0">
                      <a:sym typeface="+mn-lt"/>
                    </a:defRPr>
                  </a:lvl4pPr>
                  <a:lvl5pPr marL="817187" lvl="4" indent="-14759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00000"/>
                    <a:buFont typeface="Arial" panose="020B0604020202020204" pitchFamily="34" charset="0"/>
                    <a:buChar char="̶"/>
                    <a:defRPr lang="en-US" sz="1400" dirty="0">
                      <a:sym typeface="+mn-lt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ru-RU" sz="800" dirty="0">
                      <a:solidFill>
                        <a:schemeClr val="accent5"/>
                      </a:solidFill>
                    </a:rPr>
                    <a:t>Придомовая территория</a:t>
                  </a:r>
                  <a:endParaRPr lang="en-US" sz="800" dirty="0">
                    <a:solidFill>
                      <a:schemeClr val="accent5"/>
                    </a:solidFill>
                  </a:endParaRPr>
                </a:p>
              </p:txBody>
            </p:sp>
            <p:grpSp>
              <p:nvGrpSpPr>
                <p:cNvPr id="251" name="Group 250">
                  <a:extLst>
                    <a:ext uri="{FF2B5EF4-FFF2-40B4-BE49-F238E27FC236}">
                      <a16:creationId xmlns:a16="http://schemas.microsoft.com/office/drawing/2014/main" id="{B067C398-B45D-4F80-9FB0-DE1C1ED8D212}"/>
                    </a:ext>
                  </a:extLst>
                </p:cNvPr>
                <p:cNvGrpSpPr/>
                <p:nvPr/>
              </p:nvGrpSpPr>
              <p:grpSpPr>
                <a:xfrm>
                  <a:off x="5138150" y="889622"/>
                  <a:ext cx="345642" cy="255680"/>
                  <a:chOff x="6741602" y="3075312"/>
                  <a:chExt cx="1390650" cy="1028700"/>
                </a:xfrm>
                <a:solidFill>
                  <a:schemeClr val="accent3"/>
                </a:solidFill>
              </p:grpSpPr>
              <p:sp>
                <p:nvSpPr>
                  <p:cNvPr id="258" name="Freeform: Shape 257">
                    <a:extLst>
                      <a:ext uri="{FF2B5EF4-FFF2-40B4-BE49-F238E27FC236}">
                        <a16:creationId xmlns:a16="http://schemas.microsoft.com/office/drawing/2014/main" id="{BF3098E1-E1A6-47EB-ADE6-AD392834C13C}"/>
                      </a:ext>
                    </a:extLst>
                  </p:cNvPr>
                  <p:cNvSpPr/>
                  <p:nvPr/>
                </p:nvSpPr>
                <p:spPr>
                  <a:xfrm>
                    <a:off x="6741602" y="3151512"/>
                    <a:ext cx="495300" cy="495300"/>
                  </a:xfrm>
                  <a:custGeom>
                    <a:avLst/>
                    <a:gdLst>
                      <a:gd name="connsiteX0" fmla="*/ 247650 w 495300"/>
                      <a:gd name="connsiteY0" fmla="*/ 495300 h 495300"/>
                      <a:gd name="connsiteX1" fmla="*/ 0 w 495300"/>
                      <a:gd name="connsiteY1" fmla="*/ 247650 h 495300"/>
                      <a:gd name="connsiteX2" fmla="*/ 247650 w 495300"/>
                      <a:gd name="connsiteY2" fmla="*/ 0 h 495300"/>
                      <a:gd name="connsiteX3" fmla="*/ 495300 w 495300"/>
                      <a:gd name="connsiteY3" fmla="*/ 247650 h 495300"/>
                      <a:gd name="connsiteX4" fmla="*/ 247650 w 495300"/>
                      <a:gd name="connsiteY4" fmla="*/ 495300 h 495300"/>
                      <a:gd name="connsiteX5" fmla="*/ 247650 w 495300"/>
                      <a:gd name="connsiteY5" fmla="*/ 38100 h 495300"/>
                      <a:gd name="connsiteX6" fmla="*/ 38100 w 495300"/>
                      <a:gd name="connsiteY6" fmla="*/ 247650 h 495300"/>
                      <a:gd name="connsiteX7" fmla="*/ 247650 w 495300"/>
                      <a:gd name="connsiteY7" fmla="*/ 457200 h 495300"/>
                      <a:gd name="connsiteX8" fmla="*/ 457200 w 495300"/>
                      <a:gd name="connsiteY8" fmla="*/ 247650 h 495300"/>
                      <a:gd name="connsiteX9" fmla="*/ 247650 w 495300"/>
                      <a:gd name="connsiteY9" fmla="*/ 38100 h 495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95300" h="495300">
                        <a:moveTo>
                          <a:pt x="247650" y="495300"/>
                        </a:moveTo>
                        <a:cubicBezTo>
                          <a:pt x="111062" y="495300"/>
                          <a:pt x="0" y="384239"/>
                          <a:pt x="0" y="247650"/>
                        </a:cubicBezTo>
                        <a:cubicBezTo>
                          <a:pt x="0" y="111062"/>
                          <a:pt x="111062" y="0"/>
                          <a:pt x="247650" y="0"/>
                        </a:cubicBezTo>
                        <a:cubicBezTo>
                          <a:pt x="384239" y="0"/>
                          <a:pt x="495300" y="111062"/>
                          <a:pt x="495300" y="247650"/>
                        </a:cubicBezTo>
                        <a:cubicBezTo>
                          <a:pt x="495300" y="384239"/>
                          <a:pt x="384239" y="495300"/>
                          <a:pt x="247650" y="495300"/>
                        </a:cubicBezTo>
                        <a:close/>
                        <a:moveTo>
                          <a:pt x="247650" y="38100"/>
                        </a:moveTo>
                        <a:cubicBezTo>
                          <a:pt x="132112" y="38100"/>
                          <a:pt x="38100" y="132112"/>
                          <a:pt x="38100" y="247650"/>
                        </a:cubicBezTo>
                        <a:cubicBezTo>
                          <a:pt x="38100" y="363188"/>
                          <a:pt x="132112" y="457200"/>
                          <a:pt x="247650" y="457200"/>
                        </a:cubicBezTo>
                        <a:cubicBezTo>
                          <a:pt x="363188" y="457200"/>
                          <a:pt x="457200" y="363188"/>
                          <a:pt x="457200" y="247650"/>
                        </a:cubicBezTo>
                        <a:cubicBezTo>
                          <a:pt x="457200" y="132112"/>
                          <a:pt x="363188" y="38100"/>
                          <a:pt x="247650" y="381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59" name="Freeform: Shape 258">
                    <a:extLst>
                      <a:ext uri="{FF2B5EF4-FFF2-40B4-BE49-F238E27FC236}">
                        <a16:creationId xmlns:a16="http://schemas.microsoft.com/office/drawing/2014/main" id="{83D023C7-FFAA-4B9F-8D8B-5B840148F3A4}"/>
                      </a:ext>
                    </a:extLst>
                  </p:cNvPr>
                  <p:cNvSpPr/>
                  <p:nvPr/>
                </p:nvSpPr>
                <p:spPr>
                  <a:xfrm>
                    <a:off x="6970202" y="3532512"/>
                    <a:ext cx="38100" cy="571500"/>
                  </a:xfrm>
                  <a:custGeom>
                    <a:avLst/>
                    <a:gdLst>
                      <a:gd name="connsiteX0" fmla="*/ 19050 w 38100"/>
                      <a:gd name="connsiteY0" fmla="*/ 571500 h 571500"/>
                      <a:gd name="connsiteX1" fmla="*/ 0 w 38100"/>
                      <a:gd name="connsiteY1" fmla="*/ 552450 h 571500"/>
                      <a:gd name="connsiteX2" fmla="*/ 0 w 38100"/>
                      <a:gd name="connsiteY2" fmla="*/ 19050 h 571500"/>
                      <a:gd name="connsiteX3" fmla="*/ 19050 w 38100"/>
                      <a:gd name="connsiteY3" fmla="*/ 0 h 571500"/>
                      <a:gd name="connsiteX4" fmla="*/ 38100 w 38100"/>
                      <a:gd name="connsiteY4" fmla="*/ 19050 h 571500"/>
                      <a:gd name="connsiteX5" fmla="*/ 38100 w 38100"/>
                      <a:gd name="connsiteY5" fmla="*/ 552450 h 571500"/>
                      <a:gd name="connsiteX6" fmla="*/ 19050 w 38100"/>
                      <a:gd name="connsiteY6" fmla="*/ 571500 h 5715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8100" h="571500">
                        <a:moveTo>
                          <a:pt x="19050" y="571500"/>
                        </a:moveTo>
                        <a:cubicBezTo>
                          <a:pt x="8477" y="571500"/>
                          <a:pt x="0" y="563023"/>
                          <a:pt x="0" y="552450"/>
                        </a:cubicBezTo>
                        <a:lnTo>
                          <a:pt x="0" y="19050"/>
                        </a:lnTo>
                        <a:cubicBezTo>
                          <a:pt x="0" y="8477"/>
                          <a:pt x="8477" y="0"/>
                          <a:pt x="19050" y="0"/>
                        </a:cubicBezTo>
                        <a:cubicBezTo>
                          <a:pt x="29623" y="0"/>
                          <a:pt x="38100" y="8477"/>
                          <a:pt x="38100" y="19050"/>
                        </a:cubicBezTo>
                        <a:lnTo>
                          <a:pt x="38100" y="552450"/>
                        </a:lnTo>
                        <a:cubicBezTo>
                          <a:pt x="38100" y="563023"/>
                          <a:pt x="29623" y="571500"/>
                          <a:pt x="19050" y="5715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60" name="Freeform: Shape 259">
                    <a:extLst>
                      <a:ext uri="{FF2B5EF4-FFF2-40B4-BE49-F238E27FC236}">
                        <a16:creationId xmlns:a16="http://schemas.microsoft.com/office/drawing/2014/main" id="{266B1719-DEE9-48A0-AB78-63B497D7A53D}"/>
                      </a:ext>
                    </a:extLst>
                  </p:cNvPr>
                  <p:cNvSpPr/>
                  <p:nvPr/>
                </p:nvSpPr>
                <p:spPr>
                  <a:xfrm>
                    <a:off x="6894049" y="3456264"/>
                    <a:ext cx="190499" cy="114347"/>
                  </a:xfrm>
                  <a:custGeom>
                    <a:avLst/>
                    <a:gdLst>
                      <a:gd name="connsiteX0" fmla="*/ 95202 w 190499"/>
                      <a:gd name="connsiteY0" fmla="*/ 114348 h 114347"/>
                      <a:gd name="connsiteX1" fmla="*/ 81772 w 190499"/>
                      <a:gd name="connsiteY1" fmla="*/ 108728 h 114347"/>
                      <a:gd name="connsiteX2" fmla="*/ 5572 w 190499"/>
                      <a:gd name="connsiteY2" fmla="*/ 32528 h 114347"/>
                      <a:gd name="connsiteX3" fmla="*/ 5572 w 190499"/>
                      <a:gd name="connsiteY3" fmla="*/ 5572 h 114347"/>
                      <a:gd name="connsiteX4" fmla="*/ 32528 w 190499"/>
                      <a:gd name="connsiteY4" fmla="*/ 5572 h 114347"/>
                      <a:gd name="connsiteX5" fmla="*/ 95202 w 190499"/>
                      <a:gd name="connsiteY5" fmla="*/ 68342 h 114347"/>
                      <a:gd name="connsiteX6" fmla="*/ 157972 w 190499"/>
                      <a:gd name="connsiteY6" fmla="*/ 5572 h 114347"/>
                      <a:gd name="connsiteX7" fmla="*/ 184928 w 190499"/>
                      <a:gd name="connsiteY7" fmla="*/ 5572 h 114347"/>
                      <a:gd name="connsiteX8" fmla="*/ 184928 w 190499"/>
                      <a:gd name="connsiteY8" fmla="*/ 32528 h 114347"/>
                      <a:gd name="connsiteX9" fmla="*/ 108728 w 190499"/>
                      <a:gd name="connsiteY9" fmla="*/ 108728 h 114347"/>
                      <a:gd name="connsiteX10" fmla="*/ 95202 w 190499"/>
                      <a:gd name="connsiteY10" fmla="*/ 114348 h 1143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90499" h="114347">
                        <a:moveTo>
                          <a:pt x="95202" y="114348"/>
                        </a:moveTo>
                        <a:cubicBezTo>
                          <a:pt x="90345" y="114348"/>
                          <a:pt x="85487" y="112443"/>
                          <a:pt x="81772" y="108728"/>
                        </a:cubicBezTo>
                        <a:lnTo>
                          <a:pt x="5572" y="32528"/>
                        </a:lnTo>
                        <a:cubicBezTo>
                          <a:pt x="-1857" y="25098"/>
                          <a:pt x="-1857" y="13002"/>
                          <a:pt x="5572" y="5572"/>
                        </a:cubicBezTo>
                        <a:cubicBezTo>
                          <a:pt x="13002" y="-1857"/>
                          <a:pt x="25098" y="-1857"/>
                          <a:pt x="32528" y="5572"/>
                        </a:cubicBezTo>
                        <a:lnTo>
                          <a:pt x="95202" y="68342"/>
                        </a:lnTo>
                        <a:lnTo>
                          <a:pt x="157972" y="5572"/>
                        </a:lnTo>
                        <a:cubicBezTo>
                          <a:pt x="165402" y="-1857"/>
                          <a:pt x="177498" y="-1857"/>
                          <a:pt x="184928" y="5572"/>
                        </a:cubicBezTo>
                        <a:cubicBezTo>
                          <a:pt x="192357" y="13002"/>
                          <a:pt x="192357" y="25098"/>
                          <a:pt x="184928" y="32528"/>
                        </a:cubicBezTo>
                        <a:lnTo>
                          <a:pt x="108728" y="108728"/>
                        </a:lnTo>
                        <a:cubicBezTo>
                          <a:pt x="104918" y="112443"/>
                          <a:pt x="100060" y="114348"/>
                          <a:pt x="95202" y="114348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61" name="Freeform: Shape 260">
                    <a:extLst>
                      <a:ext uri="{FF2B5EF4-FFF2-40B4-BE49-F238E27FC236}">
                        <a16:creationId xmlns:a16="http://schemas.microsoft.com/office/drawing/2014/main" id="{1C94C454-45A4-4416-BB17-757710A5E9F5}"/>
                      </a:ext>
                    </a:extLst>
                  </p:cNvPr>
                  <p:cNvSpPr/>
                  <p:nvPr/>
                </p:nvSpPr>
                <p:spPr>
                  <a:xfrm>
                    <a:off x="6913052" y="4065912"/>
                    <a:ext cx="1219200" cy="38100"/>
                  </a:xfrm>
                  <a:custGeom>
                    <a:avLst/>
                    <a:gdLst>
                      <a:gd name="connsiteX0" fmla="*/ 0 w 1219200"/>
                      <a:gd name="connsiteY0" fmla="*/ 0 h 38100"/>
                      <a:gd name="connsiteX1" fmla="*/ 1219200 w 1219200"/>
                      <a:gd name="connsiteY1" fmla="*/ 0 h 38100"/>
                      <a:gd name="connsiteX2" fmla="*/ 1219200 w 1219200"/>
                      <a:gd name="connsiteY2" fmla="*/ 38100 h 38100"/>
                      <a:gd name="connsiteX3" fmla="*/ 0 w 12192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19200" h="38100">
                        <a:moveTo>
                          <a:pt x="0" y="0"/>
                        </a:moveTo>
                        <a:lnTo>
                          <a:pt x="1219200" y="0"/>
                        </a:lnTo>
                        <a:lnTo>
                          <a:pt x="12192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62" name="Freeform: Shape 261">
                    <a:extLst>
                      <a:ext uri="{FF2B5EF4-FFF2-40B4-BE49-F238E27FC236}">
                        <a16:creationId xmlns:a16="http://schemas.microsoft.com/office/drawing/2014/main" id="{2B22AC59-8358-4AC6-8EAE-C0F229D9D1F4}"/>
                      </a:ext>
                    </a:extLst>
                  </p:cNvPr>
                  <p:cNvSpPr/>
                  <p:nvPr/>
                </p:nvSpPr>
                <p:spPr>
                  <a:xfrm>
                    <a:off x="7427496" y="3075312"/>
                    <a:ext cx="190405" cy="114300"/>
                  </a:xfrm>
                  <a:custGeom>
                    <a:avLst/>
                    <a:gdLst>
                      <a:gd name="connsiteX0" fmla="*/ 95156 w 190405"/>
                      <a:gd name="connsiteY0" fmla="*/ 114300 h 114300"/>
                      <a:gd name="connsiteX1" fmla="*/ 76106 w 190405"/>
                      <a:gd name="connsiteY1" fmla="*/ 95536 h 114300"/>
                      <a:gd name="connsiteX2" fmla="*/ 76106 w 190405"/>
                      <a:gd name="connsiteY2" fmla="*/ 95536 h 114300"/>
                      <a:gd name="connsiteX3" fmla="*/ 76106 w 190405"/>
                      <a:gd name="connsiteY3" fmla="*/ 95536 h 114300"/>
                      <a:gd name="connsiteX4" fmla="*/ 76106 w 190405"/>
                      <a:gd name="connsiteY4" fmla="*/ 95536 h 114300"/>
                      <a:gd name="connsiteX5" fmla="*/ 76106 w 190405"/>
                      <a:gd name="connsiteY5" fmla="*/ 95441 h 114300"/>
                      <a:gd name="connsiteX6" fmla="*/ 76106 w 190405"/>
                      <a:gd name="connsiteY6" fmla="*/ 95345 h 114300"/>
                      <a:gd name="connsiteX7" fmla="*/ 76106 w 190405"/>
                      <a:gd name="connsiteY7" fmla="*/ 95345 h 114300"/>
                      <a:gd name="connsiteX8" fmla="*/ 76106 w 190405"/>
                      <a:gd name="connsiteY8" fmla="*/ 95250 h 114300"/>
                      <a:gd name="connsiteX9" fmla="*/ 18860 w 190405"/>
                      <a:gd name="connsiteY9" fmla="*/ 38100 h 114300"/>
                      <a:gd name="connsiteX10" fmla="*/ 1 w 190405"/>
                      <a:gd name="connsiteY10" fmla="*/ 18955 h 114300"/>
                      <a:gd name="connsiteX11" fmla="*/ 18956 w 190405"/>
                      <a:gd name="connsiteY11" fmla="*/ 0 h 114300"/>
                      <a:gd name="connsiteX12" fmla="*/ 95441 w 190405"/>
                      <a:gd name="connsiteY12" fmla="*/ 35243 h 114300"/>
                      <a:gd name="connsiteX13" fmla="*/ 171356 w 190405"/>
                      <a:gd name="connsiteY13" fmla="*/ 0 h 114300"/>
                      <a:gd name="connsiteX14" fmla="*/ 190406 w 190405"/>
                      <a:gd name="connsiteY14" fmla="*/ 19050 h 114300"/>
                      <a:gd name="connsiteX15" fmla="*/ 171356 w 190405"/>
                      <a:gd name="connsiteY15" fmla="*/ 38100 h 114300"/>
                      <a:gd name="connsiteX16" fmla="*/ 114206 w 190405"/>
                      <a:gd name="connsiteY16" fmla="*/ 95345 h 114300"/>
                      <a:gd name="connsiteX17" fmla="*/ 95156 w 190405"/>
                      <a:gd name="connsiteY17" fmla="*/ 114300 h 114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90405" h="114300">
                        <a:moveTo>
                          <a:pt x="95156" y="114300"/>
                        </a:moveTo>
                        <a:cubicBezTo>
                          <a:pt x="84678" y="114300"/>
                          <a:pt x="76296" y="105918"/>
                          <a:pt x="76106" y="95536"/>
                        </a:cubicBezTo>
                        <a:cubicBezTo>
                          <a:pt x="76106" y="95536"/>
                          <a:pt x="76106" y="95536"/>
                          <a:pt x="76106" y="95536"/>
                        </a:cubicBezTo>
                        <a:lnTo>
                          <a:pt x="76106" y="95536"/>
                        </a:lnTo>
                        <a:lnTo>
                          <a:pt x="76106" y="95536"/>
                        </a:lnTo>
                        <a:cubicBezTo>
                          <a:pt x="76106" y="95536"/>
                          <a:pt x="76106" y="95441"/>
                          <a:pt x="76106" y="95441"/>
                        </a:cubicBezTo>
                        <a:cubicBezTo>
                          <a:pt x="76106" y="95441"/>
                          <a:pt x="76106" y="95441"/>
                          <a:pt x="76106" y="95345"/>
                        </a:cubicBezTo>
                        <a:lnTo>
                          <a:pt x="76106" y="95345"/>
                        </a:lnTo>
                        <a:cubicBezTo>
                          <a:pt x="76106" y="95345"/>
                          <a:pt x="76106" y="95345"/>
                          <a:pt x="76106" y="95250"/>
                        </a:cubicBezTo>
                        <a:cubicBezTo>
                          <a:pt x="76106" y="41434"/>
                          <a:pt x="28385" y="38195"/>
                          <a:pt x="18860" y="38100"/>
                        </a:cubicBezTo>
                        <a:cubicBezTo>
                          <a:pt x="8383" y="38005"/>
                          <a:pt x="-94" y="29432"/>
                          <a:pt x="1" y="18955"/>
                        </a:cubicBezTo>
                        <a:cubicBezTo>
                          <a:pt x="1" y="8477"/>
                          <a:pt x="8478" y="0"/>
                          <a:pt x="18956" y="0"/>
                        </a:cubicBezTo>
                        <a:cubicBezTo>
                          <a:pt x="40482" y="0"/>
                          <a:pt x="74391" y="8477"/>
                          <a:pt x="95441" y="35243"/>
                        </a:cubicBezTo>
                        <a:cubicBezTo>
                          <a:pt x="109824" y="15621"/>
                          <a:pt x="133637" y="0"/>
                          <a:pt x="171356" y="0"/>
                        </a:cubicBezTo>
                        <a:cubicBezTo>
                          <a:pt x="181928" y="0"/>
                          <a:pt x="190406" y="8573"/>
                          <a:pt x="190406" y="19050"/>
                        </a:cubicBezTo>
                        <a:cubicBezTo>
                          <a:pt x="190406" y="29528"/>
                          <a:pt x="181928" y="38100"/>
                          <a:pt x="171356" y="38100"/>
                        </a:cubicBezTo>
                        <a:cubicBezTo>
                          <a:pt x="117635" y="38100"/>
                          <a:pt x="114301" y="85725"/>
                          <a:pt x="114206" y="95345"/>
                        </a:cubicBezTo>
                        <a:cubicBezTo>
                          <a:pt x="114110" y="105823"/>
                          <a:pt x="105633" y="114300"/>
                          <a:pt x="95156" y="1143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63" name="Freeform: Shape 262">
                    <a:extLst>
                      <a:ext uri="{FF2B5EF4-FFF2-40B4-BE49-F238E27FC236}">
                        <a16:creationId xmlns:a16="http://schemas.microsoft.com/office/drawing/2014/main" id="{DA75BF50-4C53-48C5-8F9B-D9521023DBCD}"/>
                      </a:ext>
                    </a:extLst>
                  </p:cNvPr>
                  <p:cNvSpPr/>
                  <p:nvPr/>
                </p:nvSpPr>
                <p:spPr>
                  <a:xfrm>
                    <a:off x="7579896" y="3151512"/>
                    <a:ext cx="190405" cy="114300"/>
                  </a:xfrm>
                  <a:custGeom>
                    <a:avLst/>
                    <a:gdLst>
                      <a:gd name="connsiteX0" fmla="*/ 95156 w 190405"/>
                      <a:gd name="connsiteY0" fmla="*/ 114300 h 114300"/>
                      <a:gd name="connsiteX1" fmla="*/ 76106 w 190405"/>
                      <a:gd name="connsiteY1" fmla="*/ 95536 h 114300"/>
                      <a:gd name="connsiteX2" fmla="*/ 76106 w 190405"/>
                      <a:gd name="connsiteY2" fmla="*/ 95536 h 114300"/>
                      <a:gd name="connsiteX3" fmla="*/ 76106 w 190405"/>
                      <a:gd name="connsiteY3" fmla="*/ 95536 h 114300"/>
                      <a:gd name="connsiteX4" fmla="*/ 76106 w 190405"/>
                      <a:gd name="connsiteY4" fmla="*/ 95536 h 114300"/>
                      <a:gd name="connsiteX5" fmla="*/ 76106 w 190405"/>
                      <a:gd name="connsiteY5" fmla="*/ 95441 h 114300"/>
                      <a:gd name="connsiteX6" fmla="*/ 76106 w 190405"/>
                      <a:gd name="connsiteY6" fmla="*/ 95345 h 114300"/>
                      <a:gd name="connsiteX7" fmla="*/ 76106 w 190405"/>
                      <a:gd name="connsiteY7" fmla="*/ 95345 h 114300"/>
                      <a:gd name="connsiteX8" fmla="*/ 76106 w 190405"/>
                      <a:gd name="connsiteY8" fmla="*/ 95250 h 114300"/>
                      <a:gd name="connsiteX9" fmla="*/ 18860 w 190405"/>
                      <a:gd name="connsiteY9" fmla="*/ 38100 h 114300"/>
                      <a:gd name="connsiteX10" fmla="*/ 1 w 190405"/>
                      <a:gd name="connsiteY10" fmla="*/ 18955 h 114300"/>
                      <a:gd name="connsiteX11" fmla="*/ 18956 w 190405"/>
                      <a:gd name="connsiteY11" fmla="*/ 0 h 114300"/>
                      <a:gd name="connsiteX12" fmla="*/ 95441 w 190405"/>
                      <a:gd name="connsiteY12" fmla="*/ 35243 h 114300"/>
                      <a:gd name="connsiteX13" fmla="*/ 171356 w 190405"/>
                      <a:gd name="connsiteY13" fmla="*/ 0 h 114300"/>
                      <a:gd name="connsiteX14" fmla="*/ 190406 w 190405"/>
                      <a:gd name="connsiteY14" fmla="*/ 19050 h 114300"/>
                      <a:gd name="connsiteX15" fmla="*/ 171356 w 190405"/>
                      <a:gd name="connsiteY15" fmla="*/ 38100 h 114300"/>
                      <a:gd name="connsiteX16" fmla="*/ 114206 w 190405"/>
                      <a:gd name="connsiteY16" fmla="*/ 95345 h 114300"/>
                      <a:gd name="connsiteX17" fmla="*/ 95156 w 190405"/>
                      <a:gd name="connsiteY17" fmla="*/ 114300 h 114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90405" h="114300">
                        <a:moveTo>
                          <a:pt x="95156" y="114300"/>
                        </a:moveTo>
                        <a:cubicBezTo>
                          <a:pt x="84678" y="114300"/>
                          <a:pt x="76296" y="105918"/>
                          <a:pt x="76106" y="95536"/>
                        </a:cubicBezTo>
                        <a:cubicBezTo>
                          <a:pt x="76106" y="95536"/>
                          <a:pt x="76106" y="95536"/>
                          <a:pt x="76106" y="95536"/>
                        </a:cubicBezTo>
                        <a:lnTo>
                          <a:pt x="76106" y="95536"/>
                        </a:lnTo>
                        <a:lnTo>
                          <a:pt x="76106" y="95536"/>
                        </a:lnTo>
                        <a:cubicBezTo>
                          <a:pt x="76106" y="95536"/>
                          <a:pt x="76106" y="95441"/>
                          <a:pt x="76106" y="95441"/>
                        </a:cubicBezTo>
                        <a:cubicBezTo>
                          <a:pt x="76106" y="95441"/>
                          <a:pt x="76106" y="95441"/>
                          <a:pt x="76106" y="95345"/>
                        </a:cubicBezTo>
                        <a:lnTo>
                          <a:pt x="76106" y="95345"/>
                        </a:lnTo>
                        <a:cubicBezTo>
                          <a:pt x="76106" y="95345"/>
                          <a:pt x="76106" y="95345"/>
                          <a:pt x="76106" y="95250"/>
                        </a:cubicBezTo>
                        <a:cubicBezTo>
                          <a:pt x="76106" y="41434"/>
                          <a:pt x="28385" y="38195"/>
                          <a:pt x="18860" y="38100"/>
                        </a:cubicBezTo>
                        <a:cubicBezTo>
                          <a:pt x="8383" y="38005"/>
                          <a:pt x="-94" y="29432"/>
                          <a:pt x="1" y="18955"/>
                        </a:cubicBezTo>
                        <a:cubicBezTo>
                          <a:pt x="1" y="8477"/>
                          <a:pt x="8478" y="0"/>
                          <a:pt x="18956" y="0"/>
                        </a:cubicBezTo>
                        <a:cubicBezTo>
                          <a:pt x="40482" y="0"/>
                          <a:pt x="74391" y="8477"/>
                          <a:pt x="95441" y="35243"/>
                        </a:cubicBezTo>
                        <a:cubicBezTo>
                          <a:pt x="109824" y="15621"/>
                          <a:pt x="133637" y="0"/>
                          <a:pt x="171356" y="0"/>
                        </a:cubicBezTo>
                        <a:cubicBezTo>
                          <a:pt x="181928" y="0"/>
                          <a:pt x="190406" y="8572"/>
                          <a:pt x="190406" y="19050"/>
                        </a:cubicBezTo>
                        <a:cubicBezTo>
                          <a:pt x="190406" y="29528"/>
                          <a:pt x="181928" y="38100"/>
                          <a:pt x="171356" y="38100"/>
                        </a:cubicBezTo>
                        <a:cubicBezTo>
                          <a:pt x="117635" y="38100"/>
                          <a:pt x="114301" y="85725"/>
                          <a:pt x="114206" y="95345"/>
                        </a:cubicBezTo>
                        <a:cubicBezTo>
                          <a:pt x="114110" y="105823"/>
                          <a:pt x="105633" y="114300"/>
                          <a:pt x="95156" y="1143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64" name="Freeform: Shape 263">
                    <a:extLst>
                      <a:ext uri="{FF2B5EF4-FFF2-40B4-BE49-F238E27FC236}">
                        <a16:creationId xmlns:a16="http://schemas.microsoft.com/office/drawing/2014/main" id="{E9EEF73C-8B5C-48BE-A68B-5D68C1DC4CFB}"/>
                      </a:ext>
                    </a:extLst>
                  </p:cNvPr>
                  <p:cNvSpPr/>
                  <p:nvPr/>
                </p:nvSpPr>
                <p:spPr>
                  <a:xfrm>
                    <a:off x="7351296" y="3227712"/>
                    <a:ext cx="190405" cy="114300"/>
                  </a:xfrm>
                  <a:custGeom>
                    <a:avLst/>
                    <a:gdLst>
                      <a:gd name="connsiteX0" fmla="*/ 95156 w 190405"/>
                      <a:gd name="connsiteY0" fmla="*/ 114300 h 114300"/>
                      <a:gd name="connsiteX1" fmla="*/ 76106 w 190405"/>
                      <a:gd name="connsiteY1" fmla="*/ 95536 h 114300"/>
                      <a:gd name="connsiteX2" fmla="*/ 76106 w 190405"/>
                      <a:gd name="connsiteY2" fmla="*/ 95536 h 114300"/>
                      <a:gd name="connsiteX3" fmla="*/ 76106 w 190405"/>
                      <a:gd name="connsiteY3" fmla="*/ 95536 h 114300"/>
                      <a:gd name="connsiteX4" fmla="*/ 76106 w 190405"/>
                      <a:gd name="connsiteY4" fmla="*/ 95536 h 114300"/>
                      <a:gd name="connsiteX5" fmla="*/ 76106 w 190405"/>
                      <a:gd name="connsiteY5" fmla="*/ 95441 h 114300"/>
                      <a:gd name="connsiteX6" fmla="*/ 76106 w 190405"/>
                      <a:gd name="connsiteY6" fmla="*/ 95345 h 114300"/>
                      <a:gd name="connsiteX7" fmla="*/ 76106 w 190405"/>
                      <a:gd name="connsiteY7" fmla="*/ 95345 h 114300"/>
                      <a:gd name="connsiteX8" fmla="*/ 76106 w 190405"/>
                      <a:gd name="connsiteY8" fmla="*/ 95250 h 114300"/>
                      <a:gd name="connsiteX9" fmla="*/ 18860 w 190405"/>
                      <a:gd name="connsiteY9" fmla="*/ 38100 h 114300"/>
                      <a:gd name="connsiteX10" fmla="*/ 1 w 190405"/>
                      <a:gd name="connsiteY10" fmla="*/ 18955 h 114300"/>
                      <a:gd name="connsiteX11" fmla="*/ 18956 w 190405"/>
                      <a:gd name="connsiteY11" fmla="*/ 0 h 114300"/>
                      <a:gd name="connsiteX12" fmla="*/ 95441 w 190405"/>
                      <a:gd name="connsiteY12" fmla="*/ 35243 h 114300"/>
                      <a:gd name="connsiteX13" fmla="*/ 171356 w 190405"/>
                      <a:gd name="connsiteY13" fmla="*/ 0 h 114300"/>
                      <a:gd name="connsiteX14" fmla="*/ 190406 w 190405"/>
                      <a:gd name="connsiteY14" fmla="*/ 19050 h 114300"/>
                      <a:gd name="connsiteX15" fmla="*/ 171356 w 190405"/>
                      <a:gd name="connsiteY15" fmla="*/ 38100 h 114300"/>
                      <a:gd name="connsiteX16" fmla="*/ 114206 w 190405"/>
                      <a:gd name="connsiteY16" fmla="*/ 95345 h 114300"/>
                      <a:gd name="connsiteX17" fmla="*/ 95156 w 190405"/>
                      <a:gd name="connsiteY17" fmla="*/ 114300 h 114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90405" h="114300">
                        <a:moveTo>
                          <a:pt x="95156" y="114300"/>
                        </a:moveTo>
                        <a:cubicBezTo>
                          <a:pt x="84678" y="114300"/>
                          <a:pt x="76296" y="105918"/>
                          <a:pt x="76106" y="95536"/>
                        </a:cubicBezTo>
                        <a:cubicBezTo>
                          <a:pt x="76106" y="95536"/>
                          <a:pt x="76106" y="95536"/>
                          <a:pt x="76106" y="95536"/>
                        </a:cubicBezTo>
                        <a:lnTo>
                          <a:pt x="76106" y="95536"/>
                        </a:lnTo>
                        <a:lnTo>
                          <a:pt x="76106" y="95536"/>
                        </a:lnTo>
                        <a:cubicBezTo>
                          <a:pt x="76106" y="95536"/>
                          <a:pt x="76106" y="95441"/>
                          <a:pt x="76106" y="95441"/>
                        </a:cubicBezTo>
                        <a:cubicBezTo>
                          <a:pt x="76106" y="95441"/>
                          <a:pt x="76106" y="95441"/>
                          <a:pt x="76106" y="95345"/>
                        </a:cubicBezTo>
                        <a:lnTo>
                          <a:pt x="76106" y="95345"/>
                        </a:lnTo>
                        <a:cubicBezTo>
                          <a:pt x="76106" y="95345"/>
                          <a:pt x="76106" y="95345"/>
                          <a:pt x="76106" y="95250"/>
                        </a:cubicBezTo>
                        <a:cubicBezTo>
                          <a:pt x="76106" y="41434"/>
                          <a:pt x="28385" y="38195"/>
                          <a:pt x="18860" y="38100"/>
                        </a:cubicBezTo>
                        <a:cubicBezTo>
                          <a:pt x="8383" y="38005"/>
                          <a:pt x="-94" y="29432"/>
                          <a:pt x="1" y="18955"/>
                        </a:cubicBezTo>
                        <a:cubicBezTo>
                          <a:pt x="1" y="8477"/>
                          <a:pt x="8478" y="0"/>
                          <a:pt x="18956" y="0"/>
                        </a:cubicBezTo>
                        <a:cubicBezTo>
                          <a:pt x="40482" y="0"/>
                          <a:pt x="74391" y="8477"/>
                          <a:pt x="95441" y="35243"/>
                        </a:cubicBezTo>
                        <a:cubicBezTo>
                          <a:pt x="109824" y="15621"/>
                          <a:pt x="133637" y="0"/>
                          <a:pt x="171356" y="0"/>
                        </a:cubicBezTo>
                        <a:cubicBezTo>
                          <a:pt x="181928" y="0"/>
                          <a:pt x="190406" y="8572"/>
                          <a:pt x="190406" y="19050"/>
                        </a:cubicBezTo>
                        <a:cubicBezTo>
                          <a:pt x="190406" y="29528"/>
                          <a:pt x="181928" y="38100"/>
                          <a:pt x="171356" y="38100"/>
                        </a:cubicBezTo>
                        <a:cubicBezTo>
                          <a:pt x="117635" y="38100"/>
                          <a:pt x="114301" y="85725"/>
                          <a:pt x="114206" y="95345"/>
                        </a:cubicBezTo>
                        <a:cubicBezTo>
                          <a:pt x="114110" y="105823"/>
                          <a:pt x="105633" y="114300"/>
                          <a:pt x="95156" y="1143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267" name="Graphic 112">
                    <a:extLst>
                      <a:ext uri="{FF2B5EF4-FFF2-40B4-BE49-F238E27FC236}">
                        <a16:creationId xmlns:a16="http://schemas.microsoft.com/office/drawing/2014/main" id="{68689DA3-9CEE-48B6-B623-F4BE1EE3196A}"/>
                      </a:ext>
                    </a:extLst>
                  </p:cNvPr>
                  <p:cNvGrpSpPr/>
                  <p:nvPr/>
                </p:nvGrpSpPr>
                <p:grpSpPr>
                  <a:xfrm>
                    <a:off x="7109933" y="3608977"/>
                    <a:ext cx="825436" cy="485795"/>
                    <a:chOff x="5769006" y="3448315"/>
                    <a:chExt cx="825436" cy="485795"/>
                  </a:xfrm>
                  <a:grpFill/>
                </p:grpSpPr>
                <p:sp>
                  <p:nvSpPr>
                    <p:cNvPr id="268" name="Freeform: Shape 267">
                      <a:extLst>
                        <a:ext uri="{FF2B5EF4-FFF2-40B4-BE49-F238E27FC236}">
                          <a16:creationId xmlns:a16="http://schemas.microsoft.com/office/drawing/2014/main" id="{6E37284C-1EAB-484A-99FB-FDA5F05DC4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32836" y="3448335"/>
                      <a:ext cx="133540" cy="38100"/>
                    </a:xfrm>
                    <a:custGeom>
                      <a:avLst/>
                      <a:gdLst>
                        <a:gd name="connsiteX0" fmla="*/ 114491 w 133540"/>
                        <a:gd name="connsiteY0" fmla="*/ 38100 h 38100"/>
                        <a:gd name="connsiteX1" fmla="*/ 19050 w 133540"/>
                        <a:gd name="connsiteY1" fmla="*/ 38100 h 38100"/>
                        <a:gd name="connsiteX2" fmla="*/ 0 w 133540"/>
                        <a:gd name="connsiteY2" fmla="*/ 19050 h 38100"/>
                        <a:gd name="connsiteX3" fmla="*/ 19050 w 133540"/>
                        <a:gd name="connsiteY3" fmla="*/ 0 h 38100"/>
                        <a:gd name="connsiteX4" fmla="*/ 114491 w 133540"/>
                        <a:gd name="connsiteY4" fmla="*/ 0 h 38100"/>
                        <a:gd name="connsiteX5" fmla="*/ 133541 w 133540"/>
                        <a:gd name="connsiteY5" fmla="*/ 19050 h 38100"/>
                        <a:gd name="connsiteX6" fmla="*/ 114491 w 133540"/>
                        <a:gd name="connsiteY6" fmla="*/ 38100 h 38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33540" h="38100">
                          <a:moveTo>
                            <a:pt x="114491" y="38100"/>
                          </a:moveTo>
                          <a:lnTo>
                            <a:pt x="19050" y="38100"/>
                          </a:lnTo>
                          <a:cubicBezTo>
                            <a:pt x="8477" y="38100"/>
                            <a:pt x="0" y="29623"/>
                            <a:pt x="0" y="19050"/>
                          </a:cubicBezTo>
                          <a:cubicBezTo>
                            <a:pt x="0" y="8477"/>
                            <a:pt x="8477" y="0"/>
                            <a:pt x="19050" y="0"/>
                          </a:cubicBezTo>
                          <a:lnTo>
                            <a:pt x="114491" y="0"/>
                          </a:lnTo>
                          <a:cubicBezTo>
                            <a:pt x="125063" y="0"/>
                            <a:pt x="133541" y="8477"/>
                            <a:pt x="133541" y="19050"/>
                          </a:cubicBezTo>
                          <a:cubicBezTo>
                            <a:pt x="133541" y="29528"/>
                            <a:pt x="125063" y="38100"/>
                            <a:pt x="114491" y="38100"/>
                          </a:cubicBez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269" name="Graphic 112">
                      <a:extLst>
                        <a:ext uri="{FF2B5EF4-FFF2-40B4-BE49-F238E27FC236}">
                          <a16:creationId xmlns:a16="http://schemas.microsoft.com/office/drawing/2014/main" id="{EFBE3C46-C1CB-4F79-866B-CA3BE93170E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69006" y="3448315"/>
                      <a:ext cx="825436" cy="485795"/>
                      <a:chOff x="5769006" y="3448315"/>
                      <a:chExt cx="825436" cy="485795"/>
                    </a:xfrm>
                    <a:grpFill/>
                  </p:grpSpPr>
                  <p:sp>
                    <p:nvSpPr>
                      <p:cNvPr id="307" name="Freeform: Shape 306">
                        <a:extLst>
                          <a:ext uri="{FF2B5EF4-FFF2-40B4-BE49-F238E27FC236}">
                            <a16:creationId xmlns:a16="http://schemas.microsoft.com/office/drawing/2014/main" id="{0A417317-D733-40DF-8131-D6F190B91B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2148" y="3538061"/>
                        <a:ext cx="431762" cy="252888"/>
                      </a:xfrm>
                      <a:custGeom>
                        <a:avLst/>
                        <a:gdLst>
                          <a:gd name="connsiteX0" fmla="*/ 269576 w 431762"/>
                          <a:gd name="connsiteY0" fmla="*/ 252889 h 252888"/>
                          <a:gd name="connsiteX1" fmla="*/ 19069 w 431762"/>
                          <a:gd name="connsiteY1" fmla="*/ 252889 h 252888"/>
                          <a:gd name="connsiteX2" fmla="*/ 2876 w 431762"/>
                          <a:gd name="connsiteY2" fmla="*/ 243840 h 252888"/>
                          <a:gd name="connsiteX3" fmla="*/ 2019 w 431762"/>
                          <a:gd name="connsiteY3" fmla="*/ 225266 h 252888"/>
                          <a:gd name="connsiteX4" fmla="*/ 109366 w 431762"/>
                          <a:gd name="connsiteY4" fmla="*/ 10573 h 252888"/>
                          <a:gd name="connsiteX5" fmla="*/ 126416 w 431762"/>
                          <a:gd name="connsiteY5" fmla="*/ 0 h 252888"/>
                          <a:gd name="connsiteX6" fmla="*/ 412737 w 431762"/>
                          <a:gd name="connsiteY6" fmla="*/ 0 h 252888"/>
                          <a:gd name="connsiteX7" fmla="*/ 429501 w 431762"/>
                          <a:gd name="connsiteY7" fmla="*/ 10097 h 252888"/>
                          <a:gd name="connsiteX8" fmla="*/ 428549 w 431762"/>
                          <a:gd name="connsiteY8" fmla="*/ 29623 h 252888"/>
                          <a:gd name="connsiteX9" fmla="*/ 285388 w 431762"/>
                          <a:gd name="connsiteY9" fmla="*/ 244412 h 252888"/>
                          <a:gd name="connsiteX10" fmla="*/ 269576 w 431762"/>
                          <a:gd name="connsiteY10" fmla="*/ 252889 h 252888"/>
                          <a:gd name="connsiteX11" fmla="*/ 49835 w 431762"/>
                          <a:gd name="connsiteY11" fmla="*/ 214789 h 252888"/>
                          <a:gd name="connsiteX12" fmla="*/ 259385 w 431762"/>
                          <a:gd name="connsiteY12" fmla="*/ 214789 h 252888"/>
                          <a:gd name="connsiteX13" fmla="*/ 377114 w 431762"/>
                          <a:gd name="connsiteY13" fmla="*/ 38195 h 252888"/>
                          <a:gd name="connsiteX14" fmla="*/ 138227 w 431762"/>
                          <a:gd name="connsiteY14" fmla="*/ 38195 h 252888"/>
                          <a:gd name="connsiteX15" fmla="*/ 49835 w 431762"/>
                          <a:gd name="connsiteY15" fmla="*/ 214789 h 2528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431762" h="252888">
                            <a:moveTo>
                              <a:pt x="269576" y="252889"/>
                            </a:moveTo>
                            <a:lnTo>
                              <a:pt x="19069" y="252889"/>
                            </a:lnTo>
                            <a:cubicBezTo>
                              <a:pt x="12497" y="252889"/>
                              <a:pt x="6305" y="249460"/>
                              <a:pt x="2876" y="243840"/>
                            </a:cubicBezTo>
                            <a:cubicBezTo>
                              <a:pt x="-648" y="238220"/>
                              <a:pt x="-934" y="231172"/>
                              <a:pt x="2019" y="225266"/>
                            </a:cubicBezTo>
                            <a:lnTo>
                              <a:pt x="109366" y="10573"/>
                            </a:lnTo>
                            <a:cubicBezTo>
                              <a:pt x="112604" y="4096"/>
                              <a:pt x="119177" y="0"/>
                              <a:pt x="126416" y="0"/>
                            </a:cubicBezTo>
                            <a:lnTo>
                              <a:pt x="412737" y="0"/>
                            </a:lnTo>
                            <a:cubicBezTo>
                              <a:pt x="419786" y="0"/>
                              <a:pt x="426263" y="3905"/>
                              <a:pt x="429501" y="10097"/>
                            </a:cubicBezTo>
                            <a:cubicBezTo>
                              <a:pt x="432835" y="16288"/>
                              <a:pt x="432454" y="23813"/>
                              <a:pt x="428549" y="29623"/>
                            </a:cubicBezTo>
                            <a:lnTo>
                              <a:pt x="285388" y="244412"/>
                            </a:lnTo>
                            <a:cubicBezTo>
                              <a:pt x="281864" y="249746"/>
                              <a:pt x="275958" y="252889"/>
                              <a:pt x="269576" y="252889"/>
                            </a:cubicBezTo>
                            <a:close/>
                            <a:moveTo>
                              <a:pt x="49835" y="214789"/>
                            </a:moveTo>
                            <a:lnTo>
                              <a:pt x="259385" y="214789"/>
                            </a:lnTo>
                            <a:lnTo>
                              <a:pt x="377114" y="38195"/>
                            </a:lnTo>
                            <a:lnTo>
                              <a:pt x="138227" y="38195"/>
                            </a:lnTo>
                            <a:lnTo>
                              <a:pt x="49835" y="214789"/>
                            </a:ln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08" name="Freeform: Shape 307">
                        <a:extLst>
                          <a:ext uri="{FF2B5EF4-FFF2-40B4-BE49-F238E27FC236}">
                            <a16:creationId xmlns:a16="http://schemas.microsoft.com/office/drawing/2014/main" id="{E4297313-A777-4752-BC1D-9D4C754AE5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68630" y="3448315"/>
                        <a:ext cx="232070" cy="342634"/>
                      </a:xfrm>
                      <a:custGeom>
                        <a:avLst/>
                        <a:gdLst>
                          <a:gd name="connsiteX0" fmla="*/ 213095 w 232070"/>
                          <a:gd name="connsiteY0" fmla="*/ 342635 h 342634"/>
                          <a:gd name="connsiteX1" fmla="*/ 196998 w 232070"/>
                          <a:gd name="connsiteY1" fmla="*/ 333777 h 342634"/>
                          <a:gd name="connsiteX2" fmla="*/ 2973 w 232070"/>
                          <a:gd name="connsiteY2" fmla="*/ 29262 h 342634"/>
                          <a:gd name="connsiteX3" fmla="*/ 8784 w 232070"/>
                          <a:gd name="connsiteY3" fmla="*/ 2973 h 342634"/>
                          <a:gd name="connsiteX4" fmla="*/ 35073 w 232070"/>
                          <a:gd name="connsiteY4" fmla="*/ 8784 h 342634"/>
                          <a:gd name="connsiteX5" fmla="*/ 229097 w 232070"/>
                          <a:gd name="connsiteY5" fmla="*/ 313298 h 342634"/>
                          <a:gd name="connsiteX6" fmla="*/ 223287 w 232070"/>
                          <a:gd name="connsiteY6" fmla="*/ 339587 h 342634"/>
                          <a:gd name="connsiteX7" fmla="*/ 213095 w 232070"/>
                          <a:gd name="connsiteY7" fmla="*/ 342635 h 34263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232070" h="342634">
                            <a:moveTo>
                              <a:pt x="213095" y="342635"/>
                            </a:moveTo>
                            <a:cubicBezTo>
                              <a:pt x="206808" y="342635"/>
                              <a:pt x="200617" y="339492"/>
                              <a:pt x="196998" y="333777"/>
                            </a:cubicBezTo>
                            <a:lnTo>
                              <a:pt x="2973" y="29262"/>
                            </a:lnTo>
                            <a:cubicBezTo>
                              <a:pt x="-2646" y="20404"/>
                              <a:pt x="-75" y="8593"/>
                              <a:pt x="8784" y="2973"/>
                            </a:cubicBezTo>
                            <a:cubicBezTo>
                              <a:pt x="17642" y="-2646"/>
                              <a:pt x="29453" y="-75"/>
                              <a:pt x="35073" y="8784"/>
                            </a:cubicBezTo>
                            <a:lnTo>
                              <a:pt x="229097" y="313298"/>
                            </a:lnTo>
                            <a:cubicBezTo>
                              <a:pt x="234717" y="322156"/>
                              <a:pt x="232145" y="333967"/>
                              <a:pt x="223287" y="339587"/>
                            </a:cubicBezTo>
                            <a:cubicBezTo>
                              <a:pt x="220143" y="341682"/>
                              <a:pt x="216619" y="342635"/>
                              <a:pt x="213095" y="342635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09" name="Freeform: Shape 308">
                        <a:extLst>
                          <a:ext uri="{FF2B5EF4-FFF2-40B4-BE49-F238E27FC236}">
                            <a16:creationId xmlns:a16="http://schemas.microsoft.com/office/drawing/2014/main" id="{1C3B7FF2-E1CF-41C1-83E9-31C4B1C61B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198489" y="3466528"/>
                        <a:ext cx="252882" cy="324421"/>
                      </a:xfrm>
                      <a:custGeom>
                        <a:avLst/>
                        <a:gdLst>
                          <a:gd name="connsiteX0" fmla="*/ 233744 w 252882"/>
                          <a:gd name="connsiteY0" fmla="*/ 324422 h 324421"/>
                          <a:gd name="connsiteX1" fmla="*/ 216694 w 252882"/>
                          <a:gd name="connsiteY1" fmla="*/ 313849 h 324421"/>
                          <a:gd name="connsiteX2" fmla="*/ 78867 w 252882"/>
                          <a:gd name="connsiteY2" fmla="*/ 38100 h 324421"/>
                          <a:gd name="connsiteX3" fmla="*/ 19050 w 252882"/>
                          <a:gd name="connsiteY3" fmla="*/ 38100 h 324421"/>
                          <a:gd name="connsiteX4" fmla="*/ 0 w 252882"/>
                          <a:gd name="connsiteY4" fmla="*/ 19050 h 324421"/>
                          <a:gd name="connsiteX5" fmla="*/ 19050 w 252882"/>
                          <a:gd name="connsiteY5" fmla="*/ 0 h 324421"/>
                          <a:gd name="connsiteX6" fmla="*/ 90678 w 252882"/>
                          <a:gd name="connsiteY6" fmla="*/ 0 h 324421"/>
                          <a:gd name="connsiteX7" fmla="*/ 107728 w 252882"/>
                          <a:gd name="connsiteY7" fmla="*/ 10573 h 324421"/>
                          <a:gd name="connsiteX8" fmla="*/ 250888 w 252882"/>
                          <a:gd name="connsiteY8" fmla="*/ 296894 h 324421"/>
                          <a:gd name="connsiteX9" fmla="*/ 242411 w 252882"/>
                          <a:gd name="connsiteY9" fmla="*/ 322421 h 324421"/>
                          <a:gd name="connsiteX10" fmla="*/ 233744 w 252882"/>
                          <a:gd name="connsiteY10" fmla="*/ 324422 h 32442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52882" h="324421">
                            <a:moveTo>
                              <a:pt x="233744" y="324422"/>
                            </a:moveTo>
                            <a:cubicBezTo>
                              <a:pt x="226790" y="324422"/>
                              <a:pt x="220027" y="320612"/>
                              <a:pt x="216694" y="313849"/>
                            </a:cubicBezTo>
                            <a:lnTo>
                              <a:pt x="78867" y="38100"/>
                            </a:lnTo>
                            <a:lnTo>
                              <a:pt x="19050" y="38100"/>
                            </a:lnTo>
                            <a:cubicBezTo>
                              <a:pt x="8477" y="38100"/>
                              <a:pt x="0" y="29623"/>
                              <a:pt x="0" y="19050"/>
                            </a:cubicBezTo>
                            <a:cubicBezTo>
                              <a:pt x="0" y="8477"/>
                              <a:pt x="8477" y="0"/>
                              <a:pt x="19050" y="0"/>
                            </a:cubicBezTo>
                            <a:lnTo>
                              <a:pt x="90678" y="0"/>
                            </a:lnTo>
                            <a:cubicBezTo>
                              <a:pt x="97917" y="0"/>
                              <a:pt x="104489" y="4096"/>
                              <a:pt x="107728" y="10573"/>
                            </a:cubicBezTo>
                            <a:lnTo>
                              <a:pt x="250888" y="296894"/>
                            </a:lnTo>
                            <a:cubicBezTo>
                              <a:pt x="255556" y="306324"/>
                              <a:pt x="251746" y="317754"/>
                              <a:pt x="242411" y="322421"/>
                            </a:cubicBezTo>
                            <a:cubicBezTo>
                              <a:pt x="239554" y="323755"/>
                              <a:pt x="236696" y="324422"/>
                              <a:pt x="233744" y="324422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10" name="Freeform: Shape 309">
                        <a:extLst>
                          <a:ext uri="{FF2B5EF4-FFF2-40B4-BE49-F238E27FC236}">
                            <a16:creationId xmlns:a16="http://schemas.microsoft.com/office/drawing/2014/main" id="{CF2D16AF-0941-48F7-9174-F6A6D44867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377368" y="3717035"/>
                        <a:ext cx="109727" cy="109728"/>
                      </a:xfrm>
                      <a:custGeom>
                        <a:avLst/>
                        <a:gdLst>
                          <a:gd name="connsiteX0" fmla="*/ 54864 w 109727"/>
                          <a:gd name="connsiteY0" fmla="*/ 109728 h 109728"/>
                          <a:gd name="connsiteX1" fmla="*/ 0 w 109727"/>
                          <a:gd name="connsiteY1" fmla="*/ 54864 h 109728"/>
                          <a:gd name="connsiteX2" fmla="*/ 54864 w 109727"/>
                          <a:gd name="connsiteY2" fmla="*/ 0 h 109728"/>
                          <a:gd name="connsiteX3" fmla="*/ 109728 w 109727"/>
                          <a:gd name="connsiteY3" fmla="*/ 54864 h 109728"/>
                          <a:gd name="connsiteX4" fmla="*/ 54864 w 109727"/>
                          <a:gd name="connsiteY4" fmla="*/ 109728 h 109728"/>
                          <a:gd name="connsiteX5" fmla="*/ 54864 w 109727"/>
                          <a:gd name="connsiteY5" fmla="*/ 38100 h 109728"/>
                          <a:gd name="connsiteX6" fmla="*/ 38100 w 109727"/>
                          <a:gd name="connsiteY6" fmla="*/ 54864 h 109728"/>
                          <a:gd name="connsiteX7" fmla="*/ 54864 w 109727"/>
                          <a:gd name="connsiteY7" fmla="*/ 71628 h 109728"/>
                          <a:gd name="connsiteX8" fmla="*/ 71628 w 109727"/>
                          <a:gd name="connsiteY8" fmla="*/ 54864 h 109728"/>
                          <a:gd name="connsiteX9" fmla="*/ 54864 w 109727"/>
                          <a:gd name="connsiteY9" fmla="*/ 38100 h 10972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109727" h="109728">
                            <a:moveTo>
                              <a:pt x="54864" y="109728"/>
                            </a:moveTo>
                            <a:cubicBezTo>
                              <a:pt x="24670" y="109728"/>
                              <a:pt x="0" y="85154"/>
                              <a:pt x="0" y="54864"/>
                            </a:cubicBezTo>
                            <a:cubicBezTo>
                              <a:pt x="0" y="24575"/>
                              <a:pt x="24575" y="0"/>
                              <a:pt x="54864" y="0"/>
                            </a:cubicBezTo>
                            <a:cubicBezTo>
                              <a:pt x="85154" y="0"/>
                              <a:pt x="109728" y="24575"/>
                              <a:pt x="109728" y="54864"/>
                            </a:cubicBezTo>
                            <a:cubicBezTo>
                              <a:pt x="109728" y="85154"/>
                              <a:pt x="85154" y="109728"/>
                              <a:pt x="54864" y="109728"/>
                            </a:cubicBezTo>
                            <a:close/>
                            <a:moveTo>
                              <a:pt x="54864" y="38100"/>
                            </a:moveTo>
                            <a:cubicBezTo>
                              <a:pt x="45625" y="38100"/>
                              <a:pt x="38100" y="45625"/>
                              <a:pt x="38100" y="54864"/>
                            </a:cubicBezTo>
                            <a:cubicBezTo>
                              <a:pt x="38100" y="64103"/>
                              <a:pt x="45625" y="71628"/>
                              <a:pt x="54864" y="71628"/>
                            </a:cubicBezTo>
                            <a:cubicBezTo>
                              <a:pt x="64103" y="71628"/>
                              <a:pt x="71628" y="64103"/>
                              <a:pt x="71628" y="54864"/>
                            </a:cubicBezTo>
                            <a:cubicBezTo>
                              <a:pt x="71628" y="45625"/>
                              <a:pt x="64103" y="38100"/>
                              <a:pt x="54864" y="38100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11" name="Freeform: Shape 310">
                        <a:extLst>
                          <a:ext uri="{FF2B5EF4-FFF2-40B4-BE49-F238E27FC236}">
                            <a16:creationId xmlns:a16="http://schemas.microsoft.com/office/drawing/2014/main" id="{99A1F994-86C2-4EC0-8F9F-DA73359F00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76353" y="3717035"/>
                        <a:ext cx="109728" cy="109728"/>
                      </a:xfrm>
                      <a:custGeom>
                        <a:avLst/>
                        <a:gdLst>
                          <a:gd name="connsiteX0" fmla="*/ 54864 w 109728"/>
                          <a:gd name="connsiteY0" fmla="*/ 109728 h 109728"/>
                          <a:gd name="connsiteX1" fmla="*/ 0 w 109728"/>
                          <a:gd name="connsiteY1" fmla="*/ 54864 h 109728"/>
                          <a:gd name="connsiteX2" fmla="*/ 54864 w 109728"/>
                          <a:gd name="connsiteY2" fmla="*/ 0 h 109728"/>
                          <a:gd name="connsiteX3" fmla="*/ 109728 w 109728"/>
                          <a:gd name="connsiteY3" fmla="*/ 54864 h 109728"/>
                          <a:gd name="connsiteX4" fmla="*/ 54864 w 109728"/>
                          <a:gd name="connsiteY4" fmla="*/ 109728 h 109728"/>
                          <a:gd name="connsiteX5" fmla="*/ 54864 w 109728"/>
                          <a:gd name="connsiteY5" fmla="*/ 38100 h 109728"/>
                          <a:gd name="connsiteX6" fmla="*/ 38100 w 109728"/>
                          <a:gd name="connsiteY6" fmla="*/ 54864 h 109728"/>
                          <a:gd name="connsiteX7" fmla="*/ 54864 w 109728"/>
                          <a:gd name="connsiteY7" fmla="*/ 71628 h 109728"/>
                          <a:gd name="connsiteX8" fmla="*/ 71628 w 109728"/>
                          <a:gd name="connsiteY8" fmla="*/ 54864 h 109728"/>
                          <a:gd name="connsiteX9" fmla="*/ 54864 w 109728"/>
                          <a:gd name="connsiteY9" fmla="*/ 38100 h 10972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109728" h="109728">
                            <a:moveTo>
                              <a:pt x="54864" y="109728"/>
                            </a:moveTo>
                            <a:cubicBezTo>
                              <a:pt x="24575" y="109728"/>
                              <a:pt x="0" y="85154"/>
                              <a:pt x="0" y="54864"/>
                            </a:cubicBezTo>
                            <a:cubicBezTo>
                              <a:pt x="0" y="24575"/>
                              <a:pt x="24575" y="0"/>
                              <a:pt x="54864" y="0"/>
                            </a:cubicBezTo>
                            <a:cubicBezTo>
                              <a:pt x="85154" y="0"/>
                              <a:pt x="109728" y="24575"/>
                              <a:pt x="109728" y="54864"/>
                            </a:cubicBezTo>
                            <a:cubicBezTo>
                              <a:pt x="109728" y="85154"/>
                              <a:pt x="85058" y="109728"/>
                              <a:pt x="54864" y="109728"/>
                            </a:cubicBezTo>
                            <a:close/>
                            <a:moveTo>
                              <a:pt x="54864" y="38100"/>
                            </a:moveTo>
                            <a:cubicBezTo>
                              <a:pt x="45625" y="38100"/>
                              <a:pt x="38100" y="45625"/>
                              <a:pt x="38100" y="54864"/>
                            </a:cubicBezTo>
                            <a:cubicBezTo>
                              <a:pt x="38100" y="64103"/>
                              <a:pt x="45625" y="71628"/>
                              <a:pt x="54864" y="71628"/>
                            </a:cubicBezTo>
                            <a:cubicBezTo>
                              <a:pt x="64103" y="71628"/>
                              <a:pt x="71628" y="64103"/>
                              <a:pt x="71628" y="54864"/>
                            </a:cubicBezTo>
                            <a:cubicBezTo>
                              <a:pt x="71533" y="45625"/>
                              <a:pt x="64008" y="38100"/>
                              <a:pt x="54864" y="38100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12" name="Freeform: Shape 311">
                        <a:extLst>
                          <a:ext uri="{FF2B5EF4-FFF2-40B4-BE49-F238E27FC236}">
                            <a16:creationId xmlns:a16="http://schemas.microsoft.com/office/drawing/2014/main" id="{BCB13D58-DA5B-4F30-AAF3-4ED9C2CC98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70021" y="3609689"/>
                        <a:ext cx="324421" cy="324421"/>
                      </a:xfrm>
                      <a:custGeom>
                        <a:avLst/>
                        <a:gdLst>
                          <a:gd name="connsiteX0" fmla="*/ 162211 w 324421"/>
                          <a:gd name="connsiteY0" fmla="*/ 324421 h 324421"/>
                          <a:gd name="connsiteX1" fmla="*/ 0 w 324421"/>
                          <a:gd name="connsiteY1" fmla="*/ 162211 h 324421"/>
                          <a:gd name="connsiteX2" fmla="*/ 162211 w 324421"/>
                          <a:gd name="connsiteY2" fmla="*/ 0 h 324421"/>
                          <a:gd name="connsiteX3" fmla="*/ 324422 w 324421"/>
                          <a:gd name="connsiteY3" fmla="*/ 162211 h 324421"/>
                          <a:gd name="connsiteX4" fmla="*/ 162211 w 324421"/>
                          <a:gd name="connsiteY4" fmla="*/ 324421 h 324421"/>
                          <a:gd name="connsiteX5" fmla="*/ 162211 w 324421"/>
                          <a:gd name="connsiteY5" fmla="*/ 38100 h 324421"/>
                          <a:gd name="connsiteX6" fmla="*/ 38100 w 324421"/>
                          <a:gd name="connsiteY6" fmla="*/ 162211 h 324421"/>
                          <a:gd name="connsiteX7" fmla="*/ 162211 w 324421"/>
                          <a:gd name="connsiteY7" fmla="*/ 286321 h 324421"/>
                          <a:gd name="connsiteX8" fmla="*/ 286322 w 324421"/>
                          <a:gd name="connsiteY8" fmla="*/ 162211 h 324421"/>
                          <a:gd name="connsiteX9" fmla="*/ 162211 w 324421"/>
                          <a:gd name="connsiteY9" fmla="*/ 38100 h 32442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324421" h="324421">
                            <a:moveTo>
                              <a:pt x="162211" y="324421"/>
                            </a:moveTo>
                            <a:cubicBezTo>
                              <a:pt x="72771" y="324421"/>
                              <a:pt x="0" y="251650"/>
                              <a:pt x="0" y="162211"/>
                            </a:cubicBezTo>
                            <a:cubicBezTo>
                              <a:pt x="0" y="72771"/>
                              <a:pt x="72771" y="0"/>
                              <a:pt x="162211" y="0"/>
                            </a:cubicBezTo>
                            <a:cubicBezTo>
                              <a:pt x="251651" y="0"/>
                              <a:pt x="324422" y="72771"/>
                              <a:pt x="324422" y="162211"/>
                            </a:cubicBezTo>
                            <a:cubicBezTo>
                              <a:pt x="324422" y="251650"/>
                              <a:pt x="251651" y="324421"/>
                              <a:pt x="162211" y="324421"/>
                            </a:cubicBezTo>
                            <a:close/>
                            <a:moveTo>
                              <a:pt x="162211" y="38100"/>
                            </a:moveTo>
                            <a:cubicBezTo>
                              <a:pt x="93821" y="38100"/>
                              <a:pt x="38100" y="93821"/>
                              <a:pt x="38100" y="162211"/>
                            </a:cubicBezTo>
                            <a:cubicBezTo>
                              <a:pt x="38100" y="230696"/>
                              <a:pt x="93821" y="286321"/>
                              <a:pt x="162211" y="286321"/>
                            </a:cubicBezTo>
                            <a:cubicBezTo>
                              <a:pt x="230600" y="286321"/>
                              <a:pt x="286322" y="230600"/>
                              <a:pt x="286322" y="162211"/>
                            </a:cubicBezTo>
                            <a:cubicBezTo>
                              <a:pt x="286322" y="93726"/>
                              <a:pt x="230696" y="38100"/>
                              <a:pt x="162211" y="38100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13" name="Freeform: Shape 312">
                        <a:extLst>
                          <a:ext uri="{FF2B5EF4-FFF2-40B4-BE49-F238E27FC236}">
                            <a16:creationId xmlns:a16="http://schemas.microsoft.com/office/drawing/2014/main" id="{713DE898-C0A4-4689-B00C-9E6D0EEC5E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69006" y="3609689"/>
                        <a:ext cx="324421" cy="324421"/>
                      </a:xfrm>
                      <a:custGeom>
                        <a:avLst/>
                        <a:gdLst>
                          <a:gd name="connsiteX0" fmla="*/ 162211 w 324421"/>
                          <a:gd name="connsiteY0" fmla="*/ 324421 h 324421"/>
                          <a:gd name="connsiteX1" fmla="*/ 0 w 324421"/>
                          <a:gd name="connsiteY1" fmla="*/ 162211 h 324421"/>
                          <a:gd name="connsiteX2" fmla="*/ 162211 w 324421"/>
                          <a:gd name="connsiteY2" fmla="*/ 0 h 324421"/>
                          <a:gd name="connsiteX3" fmla="*/ 324422 w 324421"/>
                          <a:gd name="connsiteY3" fmla="*/ 162211 h 324421"/>
                          <a:gd name="connsiteX4" fmla="*/ 162211 w 324421"/>
                          <a:gd name="connsiteY4" fmla="*/ 324421 h 324421"/>
                          <a:gd name="connsiteX5" fmla="*/ 162211 w 324421"/>
                          <a:gd name="connsiteY5" fmla="*/ 38100 h 324421"/>
                          <a:gd name="connsiteX6" fmla="*/ 38100 w 324421"/>
                          <a:gd name="connsiteY6" fmla="*/ 162211 h 324421"/>
                          <a:gd name="connsiteX7" fmla="*/ 162211 w 324421"/>
                          <a:gd name="connsiteY7" fmla="*/ 286321 h 324421"/>
                          <a:gd name="connsiteX8" fmla="*/ 286322 w 324421"/>
                          <a:gd name="connsiteY8" fmla="*/ 162211 h 324421"/>
                          <a:gd name="connsiteX9" fmla="*/ 162211 w 324421"/>
                          <a:gd name="connsiteY9" fmla="*/ 38100 h 32442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324421" h="324421">
                            <a:moveTo>
                              <a:pt x="162211" y="324421"/>
                            </a:moveTo>
                            <a:cubicBezTo>
                              <a:pt x="72771" y="324421"/>
                              <a:pt x="0" y="251650"/>
                              <a:pt x="0" y="162211"/>
                            </a:cubicBezTo>
                            <a:cubicBezTo>
                              <a:pt x="0" y="72771"/>
                              <a:pt x="72676" y="0"/>
                              <a:pt x="162211" y="0"/>
                            </a:cubicBezTo>
                            <a:cubicBezTo>
                              <a:pt x="251650" y="0"/>
                              <a:pt x="324422" y="72771"/>
                              <a:pt x="324422" y="162211"/>
                            </a:cubicBezTo>
                            <a:cubicBezTo>
                              <a:pt x="324422" y="251650"/>
                              <a:pt x="251650" y="324421"/>
                              <a:pt x="162211" y="324421"/>
                            </a:cubicBezTo>
                            <a:close/>
                            <a:moveTo>
                              <a:pt x="162211" y="38100"/>
                            </a:moveTo>
                            <a:cubicBezTo>
                              <a:pt x="93726" y="38100"/>
                              <a:pt x="38100" y="93821"/>
                              <a:pt x="38100" y="162211"/>
                            </a:cubicBezTo>
                            <a:cubicBezTo>
                              <a:pt x="38100" y="230696"/>
                              <a:pt x="93821" y="286321"/>
                              <a:pt x="162211" y="286321"/>
                            </a:cubicBezTo>
                            <a:cubicBezTo>
                              <a:pt x="230696" y="286321"/>
                              <a:pt x="286322" y="230600"/>
                              <a:pt x="286322" y="162211"/>
                            </a:cubicBezTo>
                            <a:cubicBezTo>
                              <a:pt x="286322" y="93726"/>
                              <a:pt x="230600" y="38100"/>
                              <a:pt x="162211" y="38100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</p:grpSp>
              </p:grpSp>
            </p:grpSp>
          </p:grp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C864BB37-C3BC-417A-9337-C5699ADE4E61}"/>
                  </a:ext>
                </a:extLst>
              </p:cNvPr>
              <p:cNvSpPr txBox="1"/>
              <p:nvPr/>
            </p:nvSpPr>
            <p:spPr>
              <a:xfrm>
                <a:off x="8267985" y="1075043"/>
                <a:ext cx="510340" cy="123111"/>
              </a:xfrm>
              <a:prstGeom prst="rect">
                <a:avLst/>
              </a:prstGeom>
            </p:spPr>
            <p:txBody>
              <a:bodyPr vert="horz" wrap="square" lIns="0" tIns="0" rIns="0" bIns="0" rtlCol="0" anchor="ctr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sym typeface="+mn-lt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sym typeface="+mn-lt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sym typeface="+mn-lt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sym typeface="+mn-lt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sym typeface="+mn-lt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r>
                  <a:rPr lang="ru-RU" sz="800" dirty="0">
                    <a:solidFill>
                      <a:schemeClr val="accent5"/>
                    </a:solidFill>
                  </a:rPr>
                  <a:t>Квартира</a:t>
                </a:r>
              </a:p>
            </p:txBody>
          </p:sp>
          <p:grpSp>
            <p:nvGrpSpPr>
              <p:cNvPr id="241" name="Group 240">
                <a:extLst>
                  <a:ext uri="{FF2B5EF4-FFF2-40B4-BE49-F238E27FC236}">
                    <a16:creationId xmlns:a16="http://schemas.microsoft.com/office/drawing/2014/main" id="{1C4A8220-9126-49CD-B140-28B063A7248A}"/>
                  </a:ext>
                </a:extLst>
              </p:cNvPr>
              <p:cNvGrpSpPr/>
              <p:nvPr/>
            </p:nvGrpSpPr>
            <p:grpSpPr>
              <a:xfrm>
                <a:off x="7975095" y="1031191"/>
                <a:ext cx="204465" cy="166963"/>
                <a:chOff x="6948660" y="842380"/>
                <a:chExt cx="631825" cy="515938"/>
              </a:xfrm>
            </p:grpSpPr>
            <p:sp>
              <p:nvSpPr>
                <p:cNvPr id="243" name="Freeform 114">
                  <a:extLst>
                    <a:ext uri="{FF2B5EF4-FFF2-40B4-BE49-F238E27FC236}">
                      <a16:creationId xmlns:a16="http://schemas.microsoft.com/office/drawing/2014/main" id="{8CC3392D-FBB1-499B-8776-E45094FDA8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1110" y="842380"/>
                  <a:ext cx="79375" cy="71438"/>
                </a:xfrm>
                <a:custGeom>
                  <a:avLst/>
                  <a:gdLst>
                    <a:gd name="T0" fmla="*/ 0 w 50"/>
                    <a:gd name="T1" fmla="*/ 0 h 45"/>
                    <a:gd name="T2" fmla="*/ 50 w 50"/>
                    <a:gd name="T3" fmla="*/ 0 h 45"/>
                    <a:gd name="T4" fmla="*/ 50 w 50"/>
                    <a:gd name="T5" fmla="*/ 45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0" h="45">
                      <a:moveTo>
                        <a:pt x="0" y="0"/>
                      </a:moveTo>
                      <a:lnTo>
                        <a:pt x="50" y="0"/>
                      </a:lnTo>
                      <a:lnTo>
                        <a:pt x="50" y="45"/>
                      </a:lnTo>
                    </a:path>
                  </a:pathLst>
                </a:cu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244" name="Freeform 115">
                  <a:extLst>
                    <a:ext uri="{FF2B5EF4-FFF2-40B4-BE49-F238E27FC236}">
                      <a16:creationId xmlns:a16="http://schemas.microsoft.com/office/drawing/2014/main" id="{3AD633DD-5C23-4054-B438-3213FA45D7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48660" y="842380"/>
                  <a:ext cx="631825" cy="515938"/>
                </a:xfrm>
                <a:custGeom>
                  <a:avLst/>
                  <a:gdLst>
                    <a:gd name="T0" fmla="*/ 398 w 398"/>
                    <a:gd name="T1" fmla="*/ 262 h 325"/>
                    <a:gd name="T2" fmla="*/ 398 w 398"/>
                    <a:gd name="T3" fmla="*/ 325 h 325"/>
                    <a:gd name="T4" fmla="*/ 0 w 398"/>
                    <a:gd name="T5" fmla="*/ 325 h 325"/>
                    <a:gd name="T6" fmla="*/ 0 w 398"/>
                    <a:gd name="T7" fmla="*/ 0 h 325"/>
                    <a:gd name="T8" fmla="*/ 284 w 398"/>
                    <a:gd name="T9" fmla="*/ 0 h 3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8" h="325">
                      <a:moveTo>
                        <a:pt x="398" y="262"/>
                      </a:moveTo>
                      <a:lnTo>
                        <a:pt x="398" y="325"/>
                      </a:lnTo>
                      <a:lnTo>
                        <a:pt x="0" y="325"/>
                      </a:lnTo>
                      <a:lnTo>
                        <a:pt x="0" y="0"/>
                      </a:lnTo>
                      <a:lnTo>
                        <a:pt x="284" y="0"/>
                      </a:lnTo>
                    </a:path>
                  </a:pathLst>
                </a:cu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245" name="Line 116">
                  <a:extLst>
                    <a:ext uri="{FF2B5EF4-FFF2-40B4-BE49-F238E27FC236}">
                      <a16:creationId xmlns:a16="http://schemas.microsoft.com/office/drawing/2014/main" id="{9E69C2CD-6213-4D01-8334-061A8E0CAC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51835" y="1101143"/>
                  <a:ext cx="274638" cy="0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246" name="Line 117">
                  <a:extLst>
                    <a:ext uri="{FF2B5EF4-FFF2-40B4-BE49-F238E27FC236}">
                      <a16:creationId xmlns:a16="http://schemas.microsoft.com/office/drawing/2014/main" id="{10597EE6-4184-4593-AB03-1939CBF206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226473" y="1021768"/>
                  <a:ext cx="0" cy="160338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247" name="Line 118">
                  <a:extLst>
                    <a:ext uri="{FF2B5EF4-FFF2-40B4-BE49-F238E27FC236}">
                      <a16:creationId xmlns:a16="http://schemas.microsoft.com/office/drawing/2014/main" id="{DDBFDE61-CBBC-47CE-877E-B11D027B99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226473" y="842380"/>
                  <a:ext cx="0" cy="96838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248" name="Line 119">
                  <a:extLst>
                    <a:ext uri="{FF2B5EF4-FFF2-40B4-BE49-F238E27FC236}">
                      <a16:creationId xmlns:a16="http://schemas.microsoft.com/office/drawing/2014/main" id="{319AC7F0-F52B-40E3-A999-8557F9AB0E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226473" y="1272593"/>
                  <a:ext cx="0" cy="85725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cxnSp>
              <p:nvCxnSpPr>
                <p:cNvPr id="249" name="Straight Connector 248">
                  <a:extLst>
                    <a:ext uri="{FF2B5EF4-FFF2-40B4-BE49-F238E27FC236}">
                      <a16:creationId xmlns:a16="http://schemas.microsoft.com/office/drawing/2014/main" id="{7132CF48-A0D9-47CD-9364-4836A45DA3B9}"/>
                    </a:ext>
                  </a:extLst>
                </p:cNvPr>
                <p:cNvCxnSpPr>
                  <a:cxnSpLocks/>
                  <a:stCxn id="243" idx="2"/>
                  <a:endCxn id="244" idx="0"/>
                </p:cNvCxnSpPr>
                <p:nvPr/>
              </p:nvCxnSpPr>
              <p:spPr>
                <a:xfrm>
                  <a:off x="7580485" y="913818"/>
                  <a:ext cx="0" cy="344487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cxnSp>
          </p:grpSp>
        </p:grp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2FBC6164-3BA5-4974-B90C-A85F1C87BDB5}"/>
                </a:ext>
              </a:extLst>
            </p:cNvPr>
            <p:cNvSpPr txBox="1">
              <a:spLocks/>
            </p:cNvSpPr>
            <p:nvPr/>
          </p:nvSpPr>
          <p:spPr>
            <a:xfrm>
              <a:off x="5929403" y="1010118"/>
              <a:ext cx="137160" cy="137160"/>
            </a:xfrm>
            <a:prstGeom prst="rect">
              <a:avLst/>
            </a:prstGeom>
            <a:solidFill>
              <a:srgbClr val="00B050"/>
            </a:solidFill>
          </p:spPr>
          <p:txBody>
            <a:bodyPr vert="horz" wrap="square" lIns="36000" tIns="36000" rIns="36000" bIns="36000" rtlCol="0" anchor="ctr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FFFFFF"/>
                </a:buClr>
              </a:pPr>
              <a:endParaRPr lang="en-US" sz="600" b="1" dirty="0">
                <a:solidFill>
                  <a:srgbClr val="FFFFFF"/>
                </a:solidFill>
              </a:endParaRPr>
            </a:p>
          </p:txBody>
        </p: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752E3AE1-A489-4B30-8C65-52399786EBD8}"/>
                </a:ext>
              </a:extLst>
            </p:cNvPr>
            <p:cNvGrpSpPr/>
            <p:nvPr/>
          </p:nvGrpSpPr>
          <p:grpSpPr>
            <a:xfrm>
              <a:off x="9294049" y="987294"/>
              <a:ext cx="1577690" cy="246221"/>
              <a:chOff x="9133184" y="952789"/>
              <a:chExt cx="1577690" cy="246221"/>
            </a:xfrm>
          </p:grpSpPr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4E4C6E1A-27E6-42A6-B2EA-8B279674ACB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33184" y="984391"/>
                <a:ext cx="137160" cy="137160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vert="horz" wrap="square" lIns="36000" tIns="18000" rIns="18000" bIns="18000" rtlCol="0" anchor="ctr" anchorCtr="0">
                <a:no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sym typeface="+mn-lt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sym typeface="+mn-lt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sym typeface="+mn-lt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sym typeface="+mn-lt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sym typeface="+mn-lt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endParaRPr lang="en-US" sz="600" b="1" dirty="0"/>
              </a:p>
            </p:txBody>
          </p:sp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41B6961B-8D19-4BAF-9B2F-1AA03A89555D}"/>
                  </a:ext>
                </a:extLst>
              </p:cNvPr>
              <p:cNvSpPr txBox="1"/>
              <p:nvPr/>
            </p:nvSpPr>
            <p:spPr>
              <a:xfrm>
                <a:off x="9336701" y="952789"/>
                <a:ext cx="1374173" cy="246221"/>
              </a:xfrm>
              <a:prstGeom prst="rect">
                <a:avLst/>
              </a:prstGeom>
            </p:spPr>
            <p:txBody>
              <a:bodyPr vert="horz" wrap="square" lIns="0" tIns="0" rIns="0" bIns="0" rtlCol="0" anchor="ctr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sym typeface="+mn-lt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sym typeface="+mn-lt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sym typeface="+mn-lt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sym typeface="+mn-lt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sym typeface="+mn-lt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r>
                  <a:rPr lang="ru-RU" sz="800" dirty="0"/>
                  <a:t>Решения с низким приоритетом реализации</a:t>
                </a:r>
              </a:p>
            </p:txBody>
          </p:sp>
        </p:grp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A34DF31E-8F51-4F6B-BB06-024B7A8ED91E}"/>
                </a:ext>
              </a:extLst>
            </p:cNvPr>
            <p:cNvSpPr txBox="1"/>
            <p:nvPr/>
          </p:nvSpPr>
          <p:spPr>
            <a:xfrm>
              <a:off x="6152704" y="997359"/>
              <a:ext cx="3137979" cy="246221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800" dirty="0"/>
                <a:t>Решения с высоким </a:t>
              </a:r>
              <a:br>
                <a:rPr lang="ru-RU" sz="800" dirty="0"/>
              </a:br>
              <a:r>
                <a:rPr lang="ru-RU" sz="800" dirty="0"/>
                <a:t>приоритетом реализации</a:t>
              </a: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242628B8-0F89-4F17-8FB1-A378F8A6C3DF}"/>
                </a:ext>
              </a:extLst>
            </p:cNvPr>
            <p:cNvSpPr txBox="1">
              <a:spLocks/>
            </p:cNvSpPr>
            <p:nvPr/>
          </p:nvSpPr>
          <p:spPr>
            <a:xfrm>
              <a:off x="7612586" y="1006819"/>
              <a:ext cx="137160" cy="137160"/>
            </a:xfrm>
            <a:prstGeom prst="rect">
              <a:avLst/>
            </a:prstGeom>
            <a:solidFill>
              <a:srgbClr val="92D050"/>
            </a:solidFill>
          </p:spPr>
          <p:txBody>
            <a:bodyPr vert="horz" wrap="square" lIns="36000" tIns="36000" rIns="36000" bIns="36000" rtlCol="0" anchor="ctr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FFFFFF"/>
                </a:buClr>
              </a:pPr>
              <a:endParaRPr lang="en-US" sz="600" b="1" dirty="0">
                <a:solidFill>
                  <a:srgbClr val="FFFFFF"/>
                </a:solidFill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A3D43D7-563F-4E10-8C37-228CCD558E82}"/>
                </a:ext>
              </a:extLst>
            </p:cNvPr>
            <p:cNvSpPr txBox="1"/>
            <p:nvPr/>
          </p:nvSpPr>
          <p:spPr>
            <a:xfrm>
              <a:off x="7867684" y="989745"/>
              <a:ext cx="2023818" cy="246221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800" dirty="0"/>
                <a:t>Решения со средним </a:t>
              </a:r>
              <a:br>
                <a:rPr lang="ru-RU" sz="800" dirty="0"/>
              </a:br>
              <a:r>
                <a:rPr lang="ru-RU" sz="800" dirty="0"/>
                <a:t>приоритетом реализации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8996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6" hidden="1">
            <a:extLst>
              <a:ext uri="{FF2B5EF4-FFF2-40B4-BE49-F238E27FC236}">
                <a16:creationId xmlns:a16="http://schemas.microsoft.com/office/drawing/2014/main" id="{863554F6-8425-469D-9D9D-C0C14E878D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359" imgH="355" progId="TCLayout.ActiveDocument.1">
                  <p:embed/>
                </p:oleObj>
              </mc:Choice>
              <mc:Fallback>
                <p:oleObj name="think-cell Slide" r:id="rId10" imgW="359" imgH="355" progId="TCLayout.ActiveDocument.1">
                  <p:embed/>
                  <p:pic>
                    <p:nvPicPr>
                      <p:cNvPr id="5" name="Object 6" hidden="1">
                        <a:extLst>
                          <a:ext uri="{FF2B5EF4-FFF2-40B4-BE49-F238E27FC236}">
                            <a16:creationId xmlns:a16="http://schemas.microsoft.com/office/drawing/2014/main" id="{863554F6-8425-469D-9D9D-C0C14E878D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Rectangle 1" hidden="1">
            <a:extLst>
              <a:ext uri="{FF2B5EF4-FFF2-40B4-BE49-F238E27FC236}">
                <a16:creationId xmlns:a16="http://schemas.microsoft.com/office/drawing/2014/main" id="{F4C1BE3A-AC6D-40CA-9B9C-A61E7A06533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2200" b="1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3D767D-253D-4E7B-ABE0-60989D79A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ru-RU" dirty="0"/>
              <a:t>Описание сценариев для умного дома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45D209-1291-4451-ADFF-A983B42943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36" y="958596"/>
            <a:ext cx="11082528" cy="2462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ru-RU" dirty="0"/>
              <a:t>Комфорт (3/4)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60E1B4-044D-40EB-9993-11A60611D3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Комфорт</a:t>
            </a:r>
            <a:endParaRPr lang="en-US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DE66182-93EC-4D29-8FFE-7C6E4D2BC359}"/>
              </a:ext>
            </a:extLst>
          </p:cNvPr>
          <p:cNvCxnSpPr>
            <a:cxnSpLocks/>
          </p:cNvCxnSpPr>
          <p:nvPr/>
        </p:nvCxnSpPr>
        <p:spPr>
          <a:xfrm>
            <a:off x="547688" y="2899842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95B90320-B38B-41FF-B91A-6F20AFA12E4A}"/>
              </a:ext>
            </a:extLst>
          </p:cNvPr>
          <p:cNvCxnSpPr>
            <a:cxnSpLocks/>
          </p:cNvCxnSpPr>
          <p:nvPr/>
        </p:nvCxnSpPr>
        <p:spPr>
          <a:xfrm>
            <a:off x="547688" y="5089747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0AAE10E5-B95E-4FF3-8BD4-1462F6D5FC7F}"/>
              </a:ext>
            </a:extLst>
          </p:cNvPr>
          <p:cNvCxnSpPr>
            <a:cxnSpLocks/>
          </p:cNvCxnSpPr>
          <p:nvPr/>
        </p:nvCxnSpPr>
        <p:spPr>
          <a:xfrm>
            <a:off x="547688" y="3655731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BA1CEF9E-1163-4302-A873-142E995BB0A6}"/>
              </a:ext>
            </a:extLst>
          </p:cNvPr>
          <p:cNvCxnSpPr>
            <a:cxnSpLocks/>
          </p:cNvCxnSpPr>
          <p:nvPr/>
        </p:nvCxnSpPr>
        <p:spPr>
          <a:xfrm>
            <a:off x="547688" y="2256135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sp>
        <p:nvSpPr>
          <p:cNvPr id="264" name="Rectangle 17">
            <a:extLst>
              <a:ext uri="{FF2B5EF4-FFF2-40B4-BE49-F238E27FC236}">
                <a16:creationId xmlns:a16="http://schemas.microsoft.com/office/drawing/2014/main" id="{461A989E-0EB2-4C2D-BA5B-3F4CFC462402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547688" y="1666516"/>
            <a:ext cx="2588281" cy="535531"/>
          </a:xfrm>
          <a:prstGeom prst="rect">
            <a:avLst/>
          </a:prstGeom>
          <a:solidFill>
            <a:srgbClr val="EBEFF3"/>
          </a:solidFill>
          <a:ln>
            <a:noFill/>
          </a:ln>
        </p:spPr>
        <p:txBody>
          <a:bodyPr vert="horz" lIns="72000" tIns="37806" rIns="37806" bIns="37806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1000" b="1" dirty="0"/>
              <a:t>Временные цифровые ключи доступа в квартиру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8542A9C8-A604-4B06-9318-454D8348D1E6}"/>
              </a:ext>
            </a:extLst>
          </p:cNvPr>
          <p:cNvSpPr txBox="1">
            <a:spLocks/>
          </p:cNvSpPr>
          <p:nvPr/>
        </p:nvSpPr>
        <p:spPr>
          <a:xfrm>
            <a:off x="3351682" y="1666516"/>
            <a:ext cx="6507071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Временный электронный ключ можно отправить другу, родственнику или гостю, даже если вас нет на месте. Возможно настраивать ограничения по времени, или отозвать ключ, когда это требуется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93583FA2-44C4-45F3-B753-B273DDE81222}"/>
              </a:ext>
            </a:extLst>
          </p:cNvPr>
          <p:cNvSpPr txBox="1">
            <a:spLocks/>
          </p:cNvSpPr>
          <p:nvPr/>
        </p:nvSpPr>
        <p:spPr>
          <a:xfrm>
            <a:off x="3351682" y="2310223"/>
            <a:ext cx="6507071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Вне зависимости от времени года и погодных условий в подъезде всегда будет стоять комфортная температура, а воздух будет чистым и увлажненным. Можно выбрать комфортные температуру и уровень влажности воздуха для каждой комнаты</a:t>
            </a:r>
          </a:p>
        </p:txBody>
      </p:sp>
      <p:sp>
        <p:nvSpPr>
          <p:cNvPr id="267" name="Rectangle 17">
            <a:extLst>
              <a:ext uri="{FF2B5EF4-FFF2-40B4-BE49-F238E27FC236}">
                <a16:creationId xmlns:a16="http://schemas.microsoft.com/office/drawing/2014/main" id="{E4B6B320-B8EB-4B11-BA22-77D605FF9040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547688" y="2310223"/>
            <a:ext cx="2588281" cy="535531"/>
          </a:xfrm>
          <a:prstGeom prst="rect">
            <a:avLst/>
          </a:prstGeom>
          <a:solidFill>
            <a:srgbClr val="EBEFF3"/>
          </a:solidFill>
          <a:ln>
            <a:noFill/>
          </a:ln>
        </p:spPr>
        <p:txBody>
          <a:bodyPr vert="horz" lIns="72000" tIns="37806" rIns="37806" bIns="37806" rtlCol="0" anchor="ctr" anchorCtr="0">
            <a:noAutofit/>
          </a:bodyPr>
          <a:lstStyle>
            <a:defPPr>
              <a:defRPr lang="en-US"/>
            </a:defPPr>
            <a:lvl1pPr lvl="0" indent="0" defTabSz="1299242">
              <a:buClr>
                <a:schemeClr val="tx2"/>
              </a:buClr>
              <a:buSzPct val="100000"/>
              <a:defRPr sz="1000" b="1" baseline="0">
                <a:solidFill>
                  <a:schemeClr val="tx2"/>
                </a:solidFill>
              </a:defRPr>
            </a:lvl1pPr>
            <a:lvl2pPr marL="281042" lvl="1" indent="-278739" defTabSz="1299242">
              <a:buClr>
                <a:schemeClr val="tx2"/>
              </a:buClr>
              <a:buSzPct val="125000"/>
              <a:buFont typeface="Arial" charset="0"/>
              <a:buChar char="▪"/>
              <a:defRPr sz="1600" baseline="0"/>
            </a:lvl2pPr>
            <a:lvl3pPr marL="663443" lvl="2" indent="-380098" defTabSz="1299242">
              <a:buClr>
                <a:schemeClr val="tx2"/>
              </a:buClr>
              <a:buSzPct val="120000"/>
              <a:buFont typeface="Arial" charset="0"/>
              <a:buChar char="–"/>
              <a:defRPr sz="1600" baseline="0"/>
            </a:lvl3pPr>
            <a:lvl4pPr marL="891502" lvl="3" indent="-225755" defTabSz="1299242">
              <a:buClr>
                <a:schemeClr val="tx2"/>
              </a:buClr>
              <a:buSzPct val="120000"/>
              <a:buFont typeface="Arial" charset="0"/>
              <a:buChar char="▫"/>
              <a:defRPr sz="1600" baseline="0"/>
            </a:lvl4pPr>
            <a:lvl5pPr marL="1088046" lvl="4" indent="-188897" defTabSz="1299242">
              <a:buClr>
                <a:schemeClr val="tx2"/>
              </a:buClr>
              <a:buSzPct val="89000"/>
              <a:buFont typeface="Arial" charset="0"/>
              <a:buChar char="-"/>
              <a:defRPr sz="1600" baseline="0"/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/>
            </a:lvl9pPr>
          </a:lstStyle>
          <a:p>
            <a:r>
              <a:rPr lang="ru-RU" dirty="0">
                <a:solidFill>
                  <a:schemeClr val="tx1"/>
                </a:solidFill>
              </a:rPr>
              <a:t>Климат-контроль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7" name="Rectangle 17">
            <a:extLst>
              <a:ext uri="{FF2B5EF4-FFF2-40B4-BE49-F238E27FC236}">
                <a16:creationId xmlns:a16="http://schemas.microsoft.com/office/drawing/2014/main" id="{13269A38-8617-44C6-940D-72DD1FF4C304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547688" y="2953931"/>
            <a:ext cx="2588281" cy="6715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lIns="72000" tIns="37806" rIns="37806" bIns="37806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1000" b="1" dirty="0">
                <a:solidFill>
                  <a:schemeClr val="bg1"/>
                </a:solidFill>
              </a:rPr>
              <a:t>Автоматизированный контроль наполнения мусорных баков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0890076-3835-41BC-B494-0A8D44FD767B}"/>
              </a:ext>
            </a:extLst>
          </p:cNvPr>
          <p:cNvSpPr txBox="1">
            <a:spLocks/>
          </p:cNvSpPr>
          <p:nvPr/>
        </p:nvSpPr>
        <p:spPr>
          <a:xfrm>
            <a:off x="3351682" y="2953930"/>
            <a:ext cx="6507071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Система мониторинга наполнения контейнеров с помощью датчиков с применением мобильного приложения для навигации водителей и сдачи ими фотоотчетности</a:t>
            </a:r>
          </a:p>
        </p:txBody>
      </p:sp>
      <p:sp>
        <p:nvSpPr>
          <p:cNvPr id="67" name="Rectangle 17">
            <a:extLst>
              <a:ext uri="{FF2B5EF4-FFF2-40B4-BE49-F238E27FC236}">
                <a16:creationId xmlns:a16="http://schemas.microsoft.com/office/drawing/2014/main" id="{9C9EB31B-D9FB-4AC1-8057-BF1A8C3731B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547688" y="4500128"/>
            <a:ext cx="2588281" cy="535531"/>
          </a:xfrm>
          <a:prstGeom prst="rect">
            <a:avLst/>
          </a:prstGeom>
          <a:solidFill>
            <a:srgbClr val="EBEFF3"/>
          </a:solidFill>
          <a:ln>
            <a:noFill/>
          </a:ln>
        </p:spPr>
        <p:txBody>
          <a:bodyPr vert="horz" lIns="72000" tIns="37806" rIns="37806" bIns="37806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1000" b="1" dirty="0" err="1"/>
              <a:t>Снегоплавильный</a:t>
            </a:r>
            <a:r>
              <a:rPr lang="ru-RU" sz="1000" b="1" dirty="0"/>
              <a:t> пункт</a:t>
            </a:r>
            <a:endParaRPr lang="en-US" sz="10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FA8F7ED-CD00-4363-819D-C9F0E1691E3C}"/>
              </a:ext>
            </a:extLst>
          </p:cNvPr>
          <p:cNvSpPr txBox="1">
            <a:spLocks/>
          </p:cNvSpPr>
          <p:nvPr/>
        </p:nvSpPr>
        <p:spPr>
          <a:xfrm>
            <a:off x="3351682" y="4500128"/>
            <a:ext cx="6507071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Уборка дорог и тротуаров становится гораздо эффективнее при наличии снегоплавильного пункта – число парковочных мест не уменьшается из-за сугробов, и кучи снега больше не мешают движению</a:t>
            </a:r>
          </a:p>
        </p:txBody>
      </p:sp>
      <p:sp>
        <p:nvSpPr>
          <p:cNvPr id="151" name="Rectangle 17">
            <a:extLst>
              <a:ext uri="{FF2B5EF4-FFF2-40B4-BE49-F238E27FC236}">
                <a16:creationId xmlns:a16="http://schemas.microsoft.com/office/drawing/2014/main" id="{86D8790C-27A8-4044-B2B0-47A20AAD28E0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547688" y="5143838"/>
            <a:ext cx="2588281" cy="535531"/>
          </a:xfrm>
          <a:prstGeom prst="rect">
            <a:avLst/>
          </a:prstGeom>
          <a:solidFill>
            <a:srgbClr val="EBEFF3"/>
          </a:solidFill>
          <a:ln>
            <a:noFill/>
          </a:ln>
        </p:spPr>
        <p:txBody>
          <a:bodyPr vert="horz" lIns="72000" tIns="37806" rIns="37806" bIns="37806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1000" b="1" dirty="0"/>
              <a:t>Умные бытовые устройства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E34E52B0-F9E7-469D-8AB7-8AEF8E8E5361}"/>
              </a:ext>
            </a:extLst>
          </p:cNvPr>
          <p:cNvSpPr txBox="1">
            <a:spLocks/>
          </p:cNvSpPr>
          <p:nvPr/>
        </p:nvSpPr>
        <p:spPr>
          <a:xfrm>
            <a:off x="3351682" y="5143838"/>
            <a:ext cx="6507071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В квартире можно установить «умную» лампочку, включающуюся через приложение, робот-пылесос, который убирает сам, «умную» духовку с функцией удаленного контроля и другие устройства. Всеми «умными» приборами можно управлять через виртуального помощника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0591E63A-9904-4526-9CB3-4B23368981CF}"/>
              </a:ext>
            </a:extLst>
          </p:cNvPr>
          <p:cNvSpPr txBox="1">
            <a:spLocks/>
          </p:cNvSpPr>
          <p:nvPr/>
        </p:nvSpPr>
        <p:spPr>
          <a:xfrm>
            <a:off x="10083447" y="1373675"/>
            <a:ext cx="1146719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b="1" dirty="0"/>
              <a:t>Применение</a:t>
            </a:r>
          </a:p>
        </p:txBody>
      </p: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2641BDE0-9292-4898-A7A0-74FD1EE5CA19}"/>
              </a:ext>
            </a:extLst>
          </p:cNvPr>
          <p:cNvGrpSpPr/>
          <p:nvPr/>
        </p:nvGrpSpPr>
        <p:grpSpPr>
          <a:xfrm>
            <a:off x="10544762" y="1898731"/>
            <a:ext cx="224088" cy="182987"/>
            <a:chOff x="9250054" y="6147809"/>
            <a:chExt cx="224088" cy="182987"/>
          </a:xfrm>
        </p:grpSpPr>
        <p:sp>
          <p:nvSpPr>
            <p:cNvPr id="324" name="Freeform 114">
              <a:extLst>
                <a:ext uri="{FF2B5EF4-FFF2-40B4-BE49-F238E27FC236}">
                  <a16:creationId xmlns:a16="http://schemas.microsoft.com/office/drawing/2014/main" id="{8D48AFD7-85B1-488A-A5ED-C49164E38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45990" y="6147809"/>
              <a:ext cx="28152" cy="25337"/>
            </a:xfrm>
            <a:custGeom>
              <a:avLst/>
              <a:gdLst>
                <a:gd name="T0" fmla="*/ 0 w 50"/>
                <a:gd name="T1" fmla="*/ 0 h 45"/>
                <a:gd name="T2" fmla="*/ 50 w 50"/>
                <a:gd name="T3" fmla="*/ 0 h 45"/>
                <a:gd name="T4" fmla="*/ 50 w 50"/>
                <a:gd name="T5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" h="45">
                  <a:moveTo>
                    <a:pt x="0" y="0"/>
                  </a:moveTo>
                  <a:lnTo>
                    <a:pt x="50" y="0"/>
                  </a:lnTo>
                  <a:lnTo>
                    <a:pt x="50" y="45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325" name="Freeform 115">
              <a:extLst>
                <a:ext uri="{FF2B5EF4-FFF2-40B4-BE49-F238E27FC236}">
                  <a16:creationId xmlns:a16="http://schemas.microsoft.com/office/drawing/2014/main" id="{3CEE6E64-7A57-426A-87FF-B9BDEA9154A9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0054" y="6147809"/>
              <a:ext cx="224088" cy="182987"/>
            </a:xfrm>
            <a:custGeom>
              <a:avLst/>
              <a:gdLst>
                <a:gd name="T0" fmla="*/ 398 w 398"/>
                <a:gd name="T1" fmla="*/ 262 h 325"/>
                <a:gd name="T2" fmla="*/ 398 w 398"/>
                <a:gd name="T3" fmla="*/ 325 h 325"/>
                <a:gd name="T4" fmla="*/ 0 w 398"/>
                <a:gd name="T5" fmla="*/ 325 h 325"/>
                <a:gd name="T6" fmla="*/ 0 w 398"/>
                <a:gd name="T7" fmla="*/ 0 h 325"/>
                <a:gd name="T8" fmla="*/ 284 w 398"/>
                <a:gd name="T9" fmla="*/ 0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8" h="325">
                  <a:moveTo>
                    <a:pt x="398" y="262"/>
                  </a:moveTo>
                  <a:lnTo>
                    <a:pt x="398" y="325"/>
                  </a:lnTo>
                  <a:lnTo>
                    <a:pt x="0" y="325"/>
                  </a:lnTo>
                  <a:lnTo>
                    <a:pt x="0" y="0"/>
                  </a:lnTo>
                  <a:lnTo>
                    <a:pt x="284" y="0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326" name="Line 116">
              <a:extLst>
                <a:ext uri="{FF2B5EF4-FFF2-40B4-BE49-F238E27FC236}">
                  <a16:creationId xmlns:a16="http://schemas.microsoft.com/office/drawing/2014/main" id="{1E837110-3F78-418E-A07D-DCD5C2AC54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51180" y="6239584"/>
              <a:ext cx="97405" cy="0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327" name="Line 117">
              <a:extLst>
                <a:ext uri="{FF2B5EF4-FFF2-40B4-BE49-F238E27FC236}">
                  <a16:creationId xmlns:a16="http://schemas.microsoft.com/office/drawing/2014/main" id="{2D3DEAE1-28A4-477F-A01F-734E4EE360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48585" y="6211432"/>
              <a:ext cx="0" cy="56867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328" name="Line 118">
              <a:extLst>
                <a:ext uri="{FF2B5EF4-FFF2-40B4-BE49-F238E27FC236}">
                  <a16:creationId xmlns:a16="http://schemas.microsoft.com/office/drawing/2014/main" id="{0D274AC2-B624-401D-A244-DDA01A8F48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48585" y="6147809"/>
              <a:ext cx="0" cy="34345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329" name="Line 119">
              <a:extLst>
                <a:ext uri="{FF2B5EF4-FFF2-40B4-BE49-F238E27FC236}">
                  <a16:creationId xmlns:a16="http://schemas.microsoft.com/office/drawing/2014/main" id="{6488E812-8C38-4710-BC83-32FA730BDA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48585" y="6300392"/>
              <a:ext cx="0" cy="30404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9133123D-DB9D-42B1-B9B8-1477736844B7}"/>
                </a:ext>
              </a:extLst>
            </p:cNvPr>
            <p:cNvCxnSpPr>
              <a:cxnSpLocks/>
              <a:stCxn id="324" idx="2"/>
              <a:endCxn id="325" idx="0"/>
            </p:cNvCxnSpPr>
            <p:nvPr/>
          </p:nvCxnSpPr>
          <p:spPr>
            <a:xfrm>
              <a:off x="9474142" y="6173146"/>
              <a:ext cx="0" cy="122179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8B558F6-58BB-49BB-8278-374B30D421A9}"/>
              </a:ext>
            </a:extLst>
          </p:cNvPr>
          <p:cNvGrpSpPr/>
          <p:nvPr/>
        </p:nvGrpSpPr>
        <p:grpSpPr>
          <a:xfrm>
            <a:off x="10354433" y="2495844"/>
            <a:ext cx="604746" cy="229581"/>
            <a:chOff x="8502654" y="2499441"/>
            <a:chExt cx="604746" cy="229581"/>
          </a:xfrm>
        </p:grpSpPr>
        <p:grpSp>
          <p:nvGrpSpPr>
            <p:cNvPr id="352" name="Group 351">
              <a:extLst>
                <a:ext uri="{FF2B5EF4-FFF2-40B4-BE49-F238E27FC236}">
                  <a16:creationId xmlns:a16="http://schemas.microsoft.com/office/drawing/2014/main" id="{77ACDA33-7C90-4A9E-90CE-633D2DA71F98}"/>
                </a:ext>
              </a:extLst>
            </p:cNvPr>
            <p:cNvGrpSpPr/>
            <p:nvPr/>
          </p:nvGrpSpPr>
          <p:grpSpPr>
            <a:xfrm>
              <a:off x="8502654" y="2499441"/>
              <a:ext cx="263476" cy="225927"/>
              <a:chOff x="9230360" y="2173322"/>
              <a:chExt cx="263476" cy="225927"/>
            </a:xfrm>
          </p:grpSpPr>
          <p:sp>
            <p:nvSpPr>
              <p:cNvPr id="361" name="Freeform 125">
                <a:extLst>
                  <a:ext uri="{FF2B5EF4-FFF2-40B4-BE49-F238E27FC236}">
                    <a16:creationId xmlns:a16="http://schemas.microsoft.com/office/drawing/2014/main" id="{6EC620CE-2B6B-4DE6-9BAB-0FCEC36044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9818" y="2212780"/>
                <a:ext cx="183288" cy="186469"/>
              </a:xfrm>
              <a:custGeom>
                <a:avLst/>
                <a:gdLst>
                  <a:gd name="T0" fmla="*/ 288 w 288"/>
                  <a:gd name="T1" fmla="*/ 129 h 293"/>
                  <a:gd name="T2" fmla="*/ 145 w 288"/>
                  <a:gd name="T3" fmla="*/ 0 h 293"/>
                  <a:gd name="T4" fmla="*/ 145 w 288"/>
                  <a:gd name="T5" fmla="*/ 0 h 293"/>
                  <a:gd name="T6" fmla="*/ 145 w 288"/>
                  <a:gd name="T7" fmla="*/ 0 h 293"/>
                  <a:gd name="T8" fmla="*/ 145 w 288"/>
                  <a:gd name="T9" fmla="*/ 0 h 293"/>
                  <a:gd name="T10" fmla="*/ 0 w 288"/>
                  <a:gd name="T11" fmla="*/ 129 h 293"/>
                  <a:gd name="T12" fmla="*/ 0 w 288"/>
                  <a:gd name="T13" fmla="*/ 293 h 293"/>
                  <a:gd name="T14" fmla="*/ 107 w 288"/>
                  <a:gd name="T15" fmla="*/ 293 h 293"/>
                  <a:gd name="T16" fmla="*/ 107 w 288"/>
                  <a:gd name="T17" fmla="*/ 198 h 293"/>
                  <a:gd name="T18" fmla="*/ 180 w 288"/>
                  <a:gd name="T19" fmla="*/ 198 h 293"/>
                  <a:gd name="T20" fmla="*/ 180 w 288"/>
                  <a:gd name="T21" fmla="*/ 293 h 293"/>
                  <a:gd name="T22" fmla="*/ 288 w 288"/>
                  <a:gd name="T23" fmla="*/ 293 h 293"/>
                  <a:gd name="T24" fmla="*/ 288 w 288"/>
                  <a:gd name="T25" fmla="*/ 129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8" h="293">
                    <a:moveTo>
                      <a:pt x="288" y="129"/>
                    </a:move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0" y="129"/>
                    </a:lnTo>
                    <a:lnTo>
                      <a:pt x="0" y="293"/>
                    </a:lnTo>
                    <a:lnTo>
                      <a:pt x="107" y="293"/>
                    </a:lnTo>
                    <a:lnTo>
                      <a:pt x="107" y="198"/>
                    </a:lnTo>
                    <a:lnTo>
                      <a:pt x="180" y="198"/>
                    </a:lnTo>
                    <a:lnTo>
                      <a:pt x="180" y="293"/>
                    </a:lnTo>
                    <a:lnTo>
                      <a:pt x="288" y="293"/>
                    </a:lnTo>
                    <a:lnTo>
                      <a:pt x="288" y="129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362" name="Freeform 126">
                <a:extLst>
                  <a:ext uri="{FF2B5EF4-FFF2-40B4-BE49-F238E27FC236}">
                    <a16:creationId xmlns:a16="http://schemas.microsoft.com/office/drawing/2014/main" id="{82EE6E21-1D7C-4E96-BC23-6540CBEDE5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0360" y="2173322"/>
                <a:ext cx="263476" cy="114554"/>
              </a:xfrm>
              <a:custGeom>
                <a:avLst/>
                <a:gdLst>
                  <a:gd name="T0" fmla="*/ 414 w 414"/>
                  <a:gd name="T1" fmla="*/ 180 h 180"/>
                  <a:gd name="T2" fmla="*/ 207 w 414"/>
                  <a:gd name="T3" fmla="*/ 0 h 180"/>
                  <a:gd name="T4" fmla="*/ 109 w 414"/>
                  <a:gd name="T5" fmla="*/ 84 h 180"/>
                  <a:gd name="T6" fmla="*/ 109 w 414"/>
                  <a:gd name="T7" fmla="*/ 30 h 180"/>
                  <a:gd name="T8" fmla="*/ 64 w 414"/>
                  <a:gd name="T9" fmla="*/ 30 h 180"/>
                  <a:gd name="T10" fmla="*/ 64 w 414"/>
                  <a:gd name="T11" fmla="*/ 123 h 180"/>
                  <a:gd name="T12" fmla="*/ 0 w 414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4" h="180">
                    <a:moveTo>
                      <a:pt x="414" y="180"/>
                    </a:moveTo>
                    <a:lnTo>
                      <a:pt x="207" y="0"/>
                    </a:lnTo>
                    <a:lnTo>
                      <a:pt x="109" y="84"/>
                    </a:lnTo>
                    <a:lnTo>
                      <a:pt x="109" y="30"/>
                    </a:lnTo>
                    <a:lnTo>
                      <a:pt x="64" y="30"/>
                    </a:lnTo>
                    <a:lnTo>
                      <a:pt x="64" y="123"/>
                    </a:lnTo>
                    <a:lnTo>
                      <a:pt x="0" y="180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</p:grpSp>
        <p:grpSp>
          <p:nvGrpSpPr>
            <p:cNvPr id="353" name="Group 352">
              <a:extLst>
                <a:ext uri="{FF2B5EF4-FFF2-40B4-BE49-F238E27FC236}">
                  <a16:creationId xmlns:a16="http://schemas.microsoft.com/office/drawing/2014/main" id="{29AC22B8-E38B-4C07-B5B1-DE6DAEE4A268}"/>
                </a:ext>
              </a:extLst>
            </p:cNvPr>
            <p:cNvGrpSpPr/>
            <p:nvPr/>
          </p:nvGrpSpPr>
          <p:grpSpPr>
            <a:xfrm>
              <a:off x="8883312" y="2546035"/>
              <a:ext cx="224088" cy="182987"/>
              <a:chOff x="9250054" y="6147809"/>
              <a:chExt cx="224088" cy="182987"/>
            </a:xfrm>
          </p:grpSpPr>
          <p:sp>
            <p:nvSpPr>
              <p:cNvPr id="354" name="Freeform 114">
                <a:extLst>
                  <a:ext uri="{FF2B5EF4-FFF2-40B4-BE49-F238E27FC236}">
                    <a16:creationId xmlns:a16="http://schemas.microsoft.com/office/drawing/2014/main" id="{83068B68-D999-4521-8D3D-C733037A41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5990" y="6147809"/>
                <a:ext cx="28152" cy="25337"/>
              </a:xfrm>
              <a:custGeom>
                <a:avLst/>
                <a:gdLst>
                  <a:gd name="T0" fmla="*/ 0 w 50"/>
                  <a:gd name="T1" fmla="*/ 0 h 45"/>
                  <a:gd name="T2" fmla="*/ 50 w 50"/>
                  <a:gd name="T3" fmla="*/ 0 h 45"/>
                  <a:gd name="T4" fmla="*/ 50 w 50"/>
                  <a:gd name="T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" h="45">
                    <a:moveTo>
                      <a:pt x="0" y="0"/>
                    </a:moveTo>
                    <a:lnTo>
                      <a:pt x="50" y="0"/>
                    </a:lnTo>
                    <a:lnTo>
                      <a:pt x="50" y="45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355" name="Freeform 115">
                <a:extLst>
                  <a:ext uri="{FF2B5EF4-FFF2-40B4-BE49-F238E27FC236}">
                    <a16:creationId xmlns:a16="http://schemas.microsoft.com/office/drawing/2014/main" id="{7584DEEA-83ED-46A9-9D35-5DCE45DC9B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0054" y="6147809"/>
                <a:ext cx="224088" cy="182987"/>
              </a:xfrm>
              <a:custGeom>
                <a:avLst/>
                <a:gdLst>
                  <a:gd name="T0" fmla="*/ 398 w 398"/>
                  <a:gd name="T1" fmla="*/ 262 h 325"/>
                  <a:gd name="T2" fmla="*/ 398 w 398"/>
                  <a:gd name="T3" fmla="*/ 325 h 325"/>
                  <a:gd name="T4" fmla="*/ 0 w 398"/>
                  <a:gd name="T5" fmla="*/ 325 h 325"/>
                  <a:gd name="T6" fmla="*/ 0 w 398"/>
                  <a:gd name="T7" fmla="*/ 0 h 325"/>
                  <a:gd name="T8" fmla="*/ 284 w 398"/>
                  <a:gd name="T9" fmla="*/ 0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8" h="325">
                    <a:moveTo>
                      <a:pt x="398" y="262"/>
                    </a:moveTo>
                    <a:lnTo>
                      <a:pt x="398" y="325"/>
                    </a:lnTo>
                    <a:lnTo>
                      <a:pt x="0" y="325"/>
                    </a:lnTo>
                    <a:lnTo>
                      <a:pt x="0" y="0"/>
                    </a:lnTo>
                    <a:lnTo>
                      <a:pt x="284" y="0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356" name="Line 116">
                <a:extLst>
                  <a:ext uri="{FF2B5EF4-FFF2-40B4-BE49-F238E27FC236}">
                    <a16:creationId xmlns:a16="http://schemas.microsoft.com/office/drawing/2014/main" id="{11691650-316B-4E3E-88CB-FCE67D2ED6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251180" y="6239584"/>
                <a:ext cx="97405" cy="0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357" name="Line 117">
                <a:extLst>
                  <a:ext uri="{FF2B5EF4-FFF2-40B4-BE49-F238E27FC236}">
                    <a16:creationId xmlns:a16="http://schemas.microsoft.com/office/drawing/2014/main" id="{48879831-7CCA-45AB-A0B9-15F3E6B19F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6211432"/>
                <a:ext cx="0" cy="56867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358" name="Line 118">
                <a:extLst>
                  <a:ext uri="{FF2B5EF4-FFF2-40B4-BE49-F238E27FC236}">
                    <a16:creationId xmlns:a16="http://schemas.microsoft.com/office/drawing/2014/main" id="{5BF750B1-F3C8-47CB-BDE1-89918317C9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6147809"/>
                <a:ext cx="0" cy="34345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359" name="Line 119">
                <a:extLst>
                  <a:ext uri="{FF2B5EF4-FFF2-40B4-BE49-F238E27FC236}">
                    <a16:creationId xmlns:a16="http://schemas.microsoft.com/office/drawing/2014/main" id="{C5D3BB2D-4319-496D-8154-008A11C13C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6300392"/>
                <a:ext cx="0" cy="30404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cxnSp>
            <p:nvCxnSpPr>
              <p:cNvPr id="360" name="Straight Connector 359">
                <a:extLst>
                  <a:ext uri="{FF2B5EF4-FFF2-40B4-BE49-F238E27FC236}">
                    <a16:creationId xmlns:a16="http://schemas.microsoft.com/office/drawing/2014/main" id="{746390A6-7EC2-4901-A2F4-067A60EE93EE}"/>
                  </a:ext>
                </a:extLst>
              </p:cNvPr>
              <p:cNvCxnSpPr>
                <a:cxnSpLocks/>
                <a:stCxn id="354" idx="2"/>
                <a:endCxn id="355" idx="0"/>
              </p:cNvCxnSpPr>
              <p:nvPr/>
            </p:nvCxnSpPr>
            <p:spPr>
              <a:xfrm>
                <a:off x="9474142" y="6173146"/>
                <a:ext cx="0" cy="122179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cxnSp>
        </p:grpSp>
      </p:grpSp>
      <p:grpSp>
        <p:nvGrpSpPr>
          <p:cNvPr id="381" name="Group 380">
            <a:extLst>
              <a:ext uri="{FF2B5EF4-FFF2-40B4-BE49-F238E27FC236}">
                <a16:creationId xmlns:a16="http://schemas.microsoft.com/office/drawing/2014/main" id="{D28A88FF-569F-44CF-8DA3-D41DA39DAE91}"/>
              </a:ext>
            </a:extLst>
          </p:cNvPr>
          <p:cNvGrpSpPr/>
          <p:nvPr/>
        </p:nvGrpSpPr>
        <p:grpSpPr>
          <a:xfrm>
            <a:off x="10446883" y="3226096"/>
            <a:ext cx="419847" cy="310571"/>
            <a:chOff x="8609927" y="1562831"/>
            <a:chExt cx="419847" cy="310571"/>
          </a:xfrm>
        </p:grpSpPr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0796990C-F169-447F-97A7-AE79C82C7CFE}"/>
                </a:ext>
              </a:extLst>
            </p:cNvPr>
            <p:cNvSpPr/>
            <p:nvPr/>
          </p:nvSpPr>
          <p:spPr>
            <a:xfrm>
              <a:off x="8609927" y="1585836"/>
              <a:ext cx="149535" cy="149534"/>
            </a:xfrm>
            <a:custGeom>
              <a:avLst/>
              <a:gdLst>
                <a:gd name="connsiteX0" fmla="*/ 247650 w 495300"/>
                <a:gd name="connsiteY0" fmla="*/ 495300 h 495300"/>
                <a:gd name="connsiteX1" fmla="*/ 0 w 495300"/>
                <a:gd name="connsiteY1" fmla="*/ 247650 h 495300"/>
                <a:gd name="connsiteX2" fmla="*/ 247650 w 495300"/>
                <a:gd name="connsiteY2" fmla="*/ 0 h 495300"/>
                <a:gd name="connsiteX3" fmla="*/ 495300 w 495300"/>
                <a:gd name="connsiteY3" fmla="*/ 247650 h 495300"/>
                <a:gd name="connsiteX4" fmla="*/ 247650 w 495300"/>
                <a:gd name="connsiteY4" fmla="*/ 495300 h 495300"/>
                <a:gd name="connsiteX5" fmla="*/ 247650 w 495300"/>
                <a:gd name="connsiteY5" fmla="*/ 38100 h 495300"/>
                <a:gd name="connsiteX6" fmla="*/ 38100 w 495300"/>
                <a:gd name="connsiteY6" fmla="*/ 247650 h 495300"/>
                <a:gd name="connsiteX7" fmla="*/ 247650 w 495300"/>
                <a:gd name="connsiteY7" fmla="*/ 457200 h 495300"/>
                <a:gd name="connsiteX8" fmla="*/ 457200 w 495300"/>
                <a:gd name="connsiteY8" fmla="*/ 247650 h 495300"/>
                <a:gd name="connsiteX9" fmla="*/ 247650 w 495300"/>
                <a:gd name="connsiteY9" fmla="*/ 38100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5300" h="495300">
                  <a:moveTo>
                    <a:pt x="247650" y="495300"/>
                  </a:moveTo>
                  <a:cubicBezTo>
                    <a:pt x="111062" y="495300"/>
                    <a:pt x="0" y="384239"/>
                    <a:pt x="0" y="247650"/>
                  </a:cubicBezTo>
                  <a:cubicBezTo>
                    <a:pt x="0" y="111062"/>
                    <a:pt x="111062" y="0"/>
                    <a:pt x="247650" y="0"/>
                  </a:cubicBezTo>
                  <a:cubicBezTo>
                    <a:pt x="384239" y="0"/>
                    <a:pt x="495300" y="111062"/>
                    <a:pt x="495300" y="247650"/>
                  </a:cubicBezTo>
                  <a:cubicBezTo>
                    <a:pt x="495300" y="384239"/>
                    <a:pt x="384239" y="495300"/>
                    <a:pt x="247650" y="495300"/>
                  </a:cubicBezTo>
                  <a:close/>
                  <a:moveTo>
                    <a:pt x="247650" y="38100"/>
                  </a:moveTo>
                  <a:cubicBezTo>
                    <a:pt x="132112" y="38100"/>
                    <a:pt x="38100" y="132112"/>
                    <a:pt x="38100" y="247650"/>
                  </a:cubicBezTo>
                  <a:cubicBezTo>
                    <a:pt x="38100" y="363188"/>
                    <a:pt x="132112" y="457200"/>
                    <a:pt x="247650" y="457200"/>
                  </a:cubicBezTo>
                  <a:cubicBezTo>
                    <a:pt x="363188" y="457200"/>
                    <a:pt x="457200" y="363188"/>
                    <a:pt x="457200" y="247650"/>
                  </a:cubicBezTo>
                  <a:cubicBezTo>
                    <a:pt x="457200" y="132112"/>
                    <a:pt x="363188" y="38100"/>
                    <a:pt x="247650" y="381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A6E25285-5584-4732-ACE5-876169F1E011}"/>
                </a:ext>
              </a:extLst>
            </p:cNvPr>
            <p:cNvSpPr/>
            <p:nvPr/>
          </p:nvSpPr>
          <p:spPr>
            <a:xfrm>
              <a:off x="8678943" y="1700863"/>
              <a:ext cx="11503" cy="172539"/>
            </a:xfrm>
            <a:custGeom>
              <a:avLst/>
              <a:gdLst>
                <a:gd name="connsiteX0" fmla="*/ 19050 w 38100"/>
                <a:gd name="connsiteY0" fmla="*/ 571500 h 571500"/>
                <a:gd name="connsiteX1" fmla="*/ 0 w 38100"/>
                <a:gd name="connsiteY1" fmla="*/ 552450 h 571500"/>
                <a:gd name="connsiteX2" fmla="*/ 0 w 38100"/>
                <a:gd name="connsiteY2" fmla="*/ 19050 h 571500"/>
                <a:gd name="connsiteX3" fmla="*/ 19050 w 38100"/>
                <a:gd name="connsiteY3" fmla="*/ 0 h 571500"/>
                <a:gd name="connsiteX4" fmla="*/ 38100 w 38100"/>
                <a:gd name="connsiteY4" fmla="*/ 19050 h 571500"/>
                <a:gd name="connsiteX5" fmla="*/ 38100 w 38100"/>
                <a:gd name="connsiteY5" fmla="*/ 552450 h 571500"/>
                <a:gd name="connsiteX6" fmla="*/ 19050 w 38100"/>
                <a:gd name="connsiteY6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571500">
                  <a:moveTo>
                    <a:pt x="19050" y="571500"/>
                  </a:moveTo>
                  <a:cubicBezTo>
                    <a:pt x="8477" y="571500"/>
                    <a:pt x="0" y="563023"/>
                    <a:pt x="0" y="552450"/>
                  </a:cubicBezTo>
                  <a:lnTo>
                    <a:pt x="0" y="19050"/>
                  </a:lnTo>
                  <a:cubicBezTo>
                    <a:pt x="0" y="8477"/>
                    <a:pt x="8477" y="0"/>
                    <a:pt x="19050" y="0"/>
                  </a:cubicBezTo>
                  <a:cubicBezTo>
                    <a:pt x="29623" y="0"/>
                    <a:pt x="38100" y="8477"/>
                    <a:pt x="38100" y="19050"/>
                  </a:cubicBezTo>
                  <a:lnTo>
                    <a:pt x="38100" y="552450"/>
                  </a:lnTo>
                  <a:cubicBezTo>
                    <a:pt x="38100" y="563023"/>
                    <a:pt x="29623" y="571500"/>
                    <a:pt x="19050" y="5715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B3388444-5B32-47C9-90F3-B18135379A17}"/>
                </a:ext>
              </a:extLst>
            </p:cNvPr>
            <p:cNvSpPr/>
            <p:nvPr/>
          </p:nvSpPr>
          <p:spPr>
            <a:xfrm>
              <a:off x="8655952" y="1677843"/>
              <a:ext cx="57513" cy="34522"/>
            </a:xfrm>
            <a:custGeom>
              <a:avLst/>
              <a:gdLst>
                <a:gd name="connsiteX0" fmla="*/ 95202 w 190499"/>
                <a:gd name="connsiteY0" fmla="*/ 114348 h 114347"/>
                <a:gd name="connsiteX1" fmla="*/ 81772 w 190499"/>
                <a:gd name="connsiteY1" fmla="*/ 108728 h 114347"/>
                <a:gd name="connsiteX2" fmla="*/ 5572 w 190499"/>
                <a:gd name="connsiteY2" fmla="*/ 32528 h 114347"/>
                <a:gd name="connsiteX3" fmla="*/ 5572 w 190499"/>
                <a:gd name="connsiteY3" fmla="*/ 5572 h 114347"/>
                <a:gd name="connsiteX4" fmla="*/ 32528 w 190499"/>
                <a:gd name="connsiteY4" fmla="*/ 5572 h 114347"/>
                <a:gd name="connsiteX5" fmla="*/ 95202 w 190499"/>
                <a:gd name="connsiteY5" fmla="*/ 68342 h 114347"/>
                <a:gd name="connsiteX6" fmla="*/ 157972 w 190499"/>
                <a:gd name="connsiteY6" fmla="*/ 5572 h 114347"/>
                <a:gd name="connsiteX7" fmla="*/ 184928 w 190499"/>
                <a:gd name="connsiteY7" fmla="*/ 5572 h 114347"/>
                <a:gd name="connsiteX8" fmla="*/ 184928 w 190499"/>
                <a:gd name="connsiteY8" fmla="*/ 32528 h 114347"/>
                <a:gd name="connsiteX9" fmla="*/ 108728 w 190499"/>
                <a:gd name="connsiteY9" fmla="*/ 108728 h 114347"/>
                <a:gd name="connsiteX10" fmla="*/ 95202 w 190499"/>
                <a:gd name="connsiteY10" fmla="*/ 114348 h 114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499" h="114347">
                  <a:moveTo>
                    <a:pt x="95202" y="114348"/>
                  </a:moveTo>
                  <a:cubicBezTo>
                    <a:pt x="90345" y="114348"/>
                    <a:pt x="85487" y="112443"/>
                    <a:pt x="81772" y="108728"/>
                  </a:cubicBezTo>
                  <a:lnTo>
                    <a:pt x="5572" y="32528"/>
                  </a:lnTo>
                  <a:cubicBezTo>
                    <a:pt x="-1857" y="25098"/>
                    <a:pt x="-1857" y="13002"/>
                    <a:pt x="5572" y="5572"/>
                  </a:cubicBezTo>
                  <a:cubicBezTo>
                    <a:pt x="13002" y="-1857"/>
                    <a:pt x="25098" y="-1857"/>
                    <a:pt x="32528" y="5572"/>
                  </a:cubicBezTo>
                  <a:lnTo>
                    <a:pt x="95202" y="68342"/>
                  </a:lnTo>
                  <a:lnTo>
                    <a:pt x="157972" y="5572"/>
                  </a:lnTo>
                  <a:cubicBezTo>
                    <a:pt x="165402" y="-1857"/>
                    <a:pt x="177498" y="-1857"/>
                    <a:pt x="184928" y="5572"/>
                  </a:cubicBezTo>
                  <a:cubicBezTo>
                    <a:pt x="192357" y="13002"/>
                    <a:pt x="192357" y="25098"/>
                    <a:pt x="184928" y="32528"/>
                  </a:cubicBezTo>
                  <a:lnTo>
                    <a:pt x="108728" y="108728"/>
                  </a:lnTo>
                  <a:cubicBezTo>
                    <a:pt x="104918" y="112443"/>
                    <a:pt x="100060" y="114348"/>
                    <a:pt x="95202" y="114348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FA64576D-6BD5-429E-B157-1FC56CECF305}"/>
                </a:ext>
              </a:extLst>
            </p:cNvPr>
            <p:cNvSpPr/>
            <p:nvPr/>
          </p:nvSpPr>
          <p:spPr>
            <a:xfrm>
              <a:off x="8661689" y="1861899"/>
              <a:ext cx="368085" cy="11503"/>
            </a:xfrm>
            <a:custGeom>
              <a:avLst/>
              <a:gdLst>
                <a:gd name="connsiteX0" fmla="*/ 0 w 1219200"/>
                <a:gd name="connsiteY0" fmla="*/ 0 h 38100"/>
                <a:gd name="connsiteX1" fmla="*/ 1219200 w 1219200"/>
                <a:gd name="connsiteY1" fmla="*/ 0 h 38100"/>
                <a:gd name="connsiteX2" fmla="*/ 1219200 w 1219200"/>
                <a:gd name="connsiteY2" fmla="*/ 38100 h 38100"/>
                <a:gd name="connsiteX3" fmla="*/ 0 w 12192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" h="38100">
                  <a:moveTo>
                    <a:pt x="0" y="0"/>
                  </a:moveTo>
                  <a:lnTo>
                    <a:pt x="1219200" y="0"/>
                  </a:lnTo>
                  <a:lnTo>
                    <a:pt x="1219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2C5CC90D-16E7-4F17-AC16-31F1B2A819E5}"/>
                </a:ext>
              </a:extLst>
            </p:cNvPr>
            <p:cNvSpPr/>
            <p:nvPr/>
          </p:nvSpPr>
          <p:spPr>
            <a:xfrm>
              <a:off x="8817003" y="1562831"/>
              <a:ext cx="57485" cy="34508"/>
            </a:xfrm>
            <a:custGeom>
              <a:avLst/>
              <a:gdLst>
                <a:gd name="connsiteX0" fmla="*/ 95156 w 190405"/>
                <a:gd name="connsiteY0" fmla="*/ 114300 h 114300"/>
                <a:gd name="connsiteX1" fmla="*/ 76106 w 190405"/>
                <a:gd name="connsiteY1" fmla="*/ 95536 h 114300"/>
                <a:gd name="connsiteX2" fmla="*/ 76106 w 190405"/>
                <a:gd name="connsiteY2" fmla="*/ 95536 h 114300"/>
                <a:gd name="connsiteX3" fmla="*/ 76106 w 190405"/>
                <a:gd name="connsiteY3" fmla="*/ 95536 h 114300"/>
                <a:gd name="connsiteX4" fmla="*/ 76106 w 190405"/>
                <a:gd name="connsiteY4" fmla="*/ 95536 h 114300"/>
                <a:gd name="connsiteX5" fmla="*/ 76106 w 190405"/>
                <a:gd name="connsiteY5" fmla="*/ 95441 h 114300"/>
                <a:gd name="connsiteX6" fmla="*/ 76106 w 190405"/>
                <a:gd name="connsiteY6" fmla="*/ 95345 h 114300"/>
                <a:gd name="connsiteX7" fmla="*/ 76106 w 190405"/>
                <a:gd name="connsiteY7" fmla="*/ 95345 h 114300"/>
                <a:gd name="connsiteX8" fmla="*/ 76106 w 190405"/>
                <a:gd name="connsiteY8" fmla="*/ 95250 h 114300"/>
                <a:gd name="connsiteX9" fmla="*/ 18860 w 190405"/>
                <a:gd name="connsiteY9" fmla="*/ 38100 h 114300"/>
                <a:gd name="connsiteX10" fmla="*/ 1 w 190405"/>
                <a:gd name="connsiteY10" fmla="*/ 18955 h 114300"/>
                <a:gd name="connsiteX11" fmla="*/ 18956 w 190405"/>
                <a:gd name="connsiteY11" fmla="*/ 0 h 114300"/>
                <a:gd name="connsiteX12" fmla="*/ 95441 w 190405"/>
                <a:gd name="connsiteY12" fmla="*/ 35243 h 114300"/>
                <a:gd name="connsiteX13" fmla="*/ 171356 w 190405"/>
                <a:gd name="connsiteY13" fmla="*/ 0 h 114300"/>
                <a:gd name="connsiteX14" fmla="*/ 190406 w 190405"/>
                <a:gd name="connsiteY14" fmla="*/ 19050 h 114300"/>
                <a:gd name="connsiteX15" fmla="*/ 171356 w 190405"/>
                <a:gd name="connsiteY15" fmla="*/ 38100 h 114300"/>
                <a:gd name="connsiteX16" fmla="*/ 114206 w 190405"/>
                <a:gd name="connsiteY16" fmla="*/ 95345 h 114300"/>
                <a:gd name="connsiteX17" fmla="*/ 95156 w 190405"/>
                <a:gd name="connsiteY17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0405" h="114300">
                  <a:moveTo>
                    <a:pt x="95156" y="114300"/>
                  </a:moveTo>
                  <a:cubicBezTo>
                    <a:pt x="84678" y="114300"/>
                    <a:pt x="76296" y="105918"/>
                    <a:pt x="76106" y="95536"/>
                  </a:cubicBezTo>
                  <a:cubicBezTo>
                    <a:pt x="76106" y="95536"/>
                    <a:pt x="76106" y="95536"/>
                    <a:pt x="76106" y="95536"/>
                  </a:cubicBezTo>
                  <a:lnTo>
                    <a:pt x="76106" y="95536"/>
                  </a:lnTo>
                  <a:lnTo>
                    <a:pt x="76106" y="95536"/>
                  </a:lnTo>
                  <a:cubicBezTo>
                    <a:pt x="76106" y="95536"/>
                    <a:pt x="76106" y="95441"/>
                    <a:pt x="76106" y="95441"/>
                  </a:cubicBezTo>
                  <a:cubicBezTo>
                    <a:pt x="76106" y="95441"/>
                    <a:pt x="76106" y="95441"/>
                    <a:pt x="76106" y="95345"/>
                  </a:cubicBezTo>
                  <a:lnTo>
                    <a:pt x="76106" y="95345"/>
                  </a:lnTo>
                  <a:cubicBezTo>
                    <a:pt x="76106" y="95345"/>
                    <a:pt x="76106" y="95345"/>
                    <a:pt x="76106" y="95250"/>
                  </a:cubicBezTo>
                  <a:cubicBezTo>
                    <a:pt x="76106" y="41434"/>
                    <a:pt x="28385" y="38195"/>
                    <a:pt x="18860" y="38100"/>
                  </a:cubicBezTo>
                  <a:cubicBezTo>
                    <a:pt x="8383" y="38005"/>
                    <a:pt x="-94" y="29432"/>
                    <a:pt x="1" y="18955"/>
                  </a:cubicBezTo>
                  <a:cubicBezTo>
                    <a:pt x="1" y="8477"/>
                    <a:pt x="8478" y="0"/>
                    <a:pt x="18956" y="0"/>
                  </a:cubicBezTo>
                  <a:cubicBezTo>
                    <a:pt x="40482" y="0"/>
                    <a:pt x="74391" y="8477"/>
                    <a:pt x="95441" y="35243"/>
                  </a:cubicBezTo>
                  <a:cubicBezTo>
                    <a:pt x="109824" y="15621"/>
                    <a:pt x="133637" y="0"/>
                    <a:pt x="171356" y="0"/>
                  </a:cubicBezTo>
                  <a:cubicBezTo>
                    <a:pt x="181928" y="0"/>
                    <a:pt x="190406" y="8573"/>
                    <a:pt x="190406" y="19050"/>
                  </a:cubicBezTo>
                  <a:cubicBezTo>
                    <a:pt x="190406" y="29528"/>
                    <a:pt x="181928" y="38100"/>
                    <a:pt x="171356" y="38100"/>
                  </a:cubicBezTo>
                  <a:cubicBezTo>
                    <a:pt x="117635" y="38100"/>
                    <a:pt x="114301" y="85725"/>
                    <a:pt x="114206" y="95345"/>
                  </a:cubicBezTo>
                  <a:cubicBezTo>
                    <a:pt x="114110" y="105823"/>
                    <a:pt x="105633" y="114300"/>
                    <a:pt x="95156" y="1143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911BF493-B6E4-40C9-93B3-979ECD074314}"/>
                </a:ext>
              </a:extLst>
            </p:cNvPr>
            <p:cNvSpPr/>
            <p:nvPr/>
          </p:nvSpPr>
          <p:spPr>
            <a:xfrm>
              <a:off x="8863014" y="1585836"/>
              <a:ext cx="57485" cy="34508"/>
            </a:xfrm>
            <a:custGeom>
              <a:avLst/>
              <a:gdLst>
                <a:gd name="connsiteX0" fmla="*/ 95156 w 190405"/>
                <a:gd name="connsiteY0" fmla="*/ 114300 h 114300"/>
                <a:gd name="connsiteX1" fmla="*/ 76106 w 190405"/>
                <a:gd name="connsiteY1" fmla="*/ 95536 h 114300"/>
                <a:gd name="connsiteX2" fmla="*/ 76106 w 190405"/>
                <a:gd name="connsiteY2" fmla="*/ 95536 h 114300"/>
                <a:gd name="connsiteX3" fmla="*/ 76106 w 190405"/>
                <a:gd name="connsiteY3" fmla="*/ 95536 h 114300"/>
                <a:gd name="connsiteX4" fmla="*/ 76106 w 190405"/>
                <a:gd name="connsiteY4" fmla="*/ 95536 h 114300"/>
                <a:gd name="connsiteX5" fmla="*/ 76106 w 190405"/>
                <a:gd name="connsiteY5" fmla="*/ 95441 h 114300"/>
                <a:gd name="connsiteX6" fmla="*/ 76106 w 190405"/>
                <a:gd name="connsiteY6" fmla="*/ 95345 h 114300"/>
                <a:gd name="connsiteX7" fmla="*/ 76106 w 190405"/>
                <a:gd name="connsiteY7" fmla="*/ 95345 h 114300"/>
                <a:gd name="connsiteX8" fmla="*/ 76106 w 190405"/>
                <a:gd name="connsiteY8" fmla="*/ 95250 h 114300"/>
                <a:gd name="connsiteX9" fmla="*/ 18860 w 190405"/>
                <a:gd name="connsiteY9" fmla="*/ 38100 h 114300"/>
                <a:gd name="connsiteX10" fmla="*/ 1 w 190405"/>
                <a:gd name="connsiteY10" fmla="*/ 18955 h 114300"/>
                <a:gd name="connsiteX11" fmla="*/ 18956 w 190405"/>
                <a:gd name="connsiteY11" fmla="*/ 0 h 114300"/>
                <a:gd name="connsiteX12" fmla="*/ 95441 w 190405"/>
                <a:gd name="connsiteY12" fmla="*/ 35243 h 114300"/>
                <a:gd name="connsiteX13" fmla="*/ 171356 w 190405"/>
                <a:gd name="connsiteY13" fmla="*/ 0 h 114300"/>
                <a:gd name="connsiteX14" fmla="*/ 190406 w 190405"/>
                <a:gd name="connsiteY14" fmla="*/ 19050 h 114300"/>
                <a:gd name="connsiteX15" fmla="*/ 171356 w 190405"/>
                <a:gd name="connsiteY15" fmla="*/ 38100 h 114300"/>
                <a:gd name="connsiteX16" fmla="*/ 114206 w 190405"/>
                <a:gd name="connsiteY16" fmla="*/ 95345 h 114300"/>
                <a:gd name="connsiteX17" fmla="*/ 95156 w 190405"/>
                <a:gd name="connsiteY17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0405" h="114300">
                  <a:moveTo>
                    <a:pt x="95156" y="114300"/>
                  </a:moveTo>
                  <a:cubicBezTo>
                    <a:pt x="84678" y="114300"/>
                    <a:pt x="76296" y="105918"/>
                    <a:pt x="76106" y="95536"/>
                  </a:cubicBezTo>
                  <a:cubicBezTo>
                    <a:pt x="76106" y="95536"/>
                    <a:pt x="76106" y="95536"/>
                    <a:pt x="76106" y="95536"/>
                  </a:cubicBezTo>
                  <a:lnTo>
                    <a:pt x="76106" y="95536"/>
                  </a:lnTo>
                  <a:lnTo>
                    <a:pt x="76106" y="95536"/>
                  </a:lnTo>
                  <a:cubicBezTo>
                    <a:pt x="76106" y="95536"/>
                    <a:pt x="76106" y="95441"/>
                    <a:pt x="76106" y="95441"/>
                  </a:cubicBezTo>
                  <a:cubicBezTo>
                    <a:pt x="76106" y="95441"/>
                    <a:pt x="76106" y="95441"/>
                    <a:pt x="76106" y="95345"/>
                  </a:cubicBezTo>
                  <a:lnTo>
                    <a:pt x="76106" y="95345"/>
                  </a:lnTo>
                  <a:cubicBezTo>
                    <a:pt x="76106" y="95345"/>
                    <a:pt x="76106" y="95345"/>
                    <a:pt x="76106" y="95250"/>
                  </a:cubicBezTo>
                  <a:cubicBezTo>
                    <a:pt x="76106" y="41434"/>
                    <a:pt x="28385" y="38195"/>
                    <a:pt x="18860" y="38100"/>
                  </a:cubicBezTo>
                  <a:cubicBezTo>
                    <a:pt x="8383" y="38005"/>
                    <a:pt x="-94" y="29432"/>
                    <a:pt x="1" y="18955"/>
                  </a:cubicBezTo>
                  <a:cubicBezTo>
                    <a:pt x="1" y="8477"/>
                    <a:pt x="8478" y="0"/>
                    <a:pt x="18956" y="0"/>
                  </a:cubicBezTo>
                  <a:cubicBezTo>
                    <a:pt x="40482" y="0"/>
                    <a:pt x="74391" y="8477"/>
                    <a:pt x="95441" y="35243"/>
                  </a:cubicBezTo>
                  <a:cubicBezTo>
                    <a:pt x="109824" y="15621"/>
                    <a:pt x="133637" y="0"/>
                    <a:pt x="171356" y="0"/>
                  </a:cubicBezTo>
                  <a:cubicBezTo>
                    <a:pt x="181928" y="0"/>
                    <a:pt x="190406" y="8572"/>
                    <a:pt x="190406" y="19050"/>
                  </a:cubicBezTo>
                  <a:cubicBezTo>
                    <a:pt x="190406" y="29528"/>
                    <a:pt x="181928" y="38100"/>
                    <a:pt x="171356" y="38100"/>
                  </a:cubicBezTo>
                  <a:cubicBezTo>
                    <a:pt x="117635" y="38100"/>
                    <a:pt x="114301" y="85725"/>
                    <a:pt x="114206" y="95345"/>
                  </a:cubicBezTo>
                  <a:cubicBezTo>
                    <a:pt x="114110" y="105823"/>
                    <a:pt x="105633" y="114300"/>
                    <a:pt x="95156" y="1143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7660C229-27DB-4D0C-97EB-A45A5392E904}"/>
                </a:ext>
              </a:extLst>
            </p:cNvPr>
            <p:cNvSpPr/>
            <p:nvPr/>
          </p:nvSpPr>
          <p:spPr>
            <a:xfrm>
              <a:off x="8793998" y="1608842"/>
              <a:ext cx="57485" cy="34508"/>
            </a:xfrm>
            <a:custGeom>
              <a:avLst/>
              <a:gdLst>
                <a:gd name="connsiteX0" fmla="*/ 95156 w 190405"/>
                <a:gd name="connsiteY0" fmla="*/ 114300 h 114300"/>
                <a:gd name="connsiteX1" fmla="*/ 76106 w 190405"/>
                <a:gd name="connsiteY1" fmla="*/ 95536 h 114300"/>
                <a:gd name="connsiteX2" fmla="*/ 76106 w 190405"/>
                <a:gd name="connsiteY2" fmla="*/ 95536 h 114300"/>
                <a:gd name="connsiteX3" fmla="*/ 76106 w 190405"/>
                <a:gd name="connsiteY3" fmla="*/ 95536 h 114300"/>
                <a:gd name="connsiteX4" fmla="*/ 76106 w 190405"/>
                <a:gd name="connsiteY4" fmla="*/ 95536 h 114300"/>
                <a:gd name="connsiteX5" fmla="*/ 76106 w 190405"/>
                <a:gd name="connsiteY5" fmla="*/ 95441 h 114300"/>
                <a:gd name="connsiteX6" fmla="*/ 76106 w 190405"/>
                <a:gd name="connsiteY6" fmla="*/ 95345 h 114300"/>
                <a:gd name="connsiteX7" fmla="*/ 76106 w 190405"/>
                <a:gd name="connsiteY7" fmla="*/ 95345 h 114300"/>
                <a:gd name="connsiteX8" fmla="*/ 76106 w 190405"/>
                <a:gd name="connsiteY8" fmla="*/ 95250 h 114300"/>
                <a:gd name="connsiteX9" fmla="*/ 18860 w 190405"/>
                <a:gd name="connsiteY9" fmla="*/ 38100 h 114300"/>
                <a:gd name="connsiteX10" fmla="*/ 1 w 190405"/>
                <a:gd name="connsiteY10" fmla="*/ 18955 h 114300"/>
                <a:gd name="connsiteX11" fmla="*/ 18956 w 190405"/>
                <a:gd name="connsiteY11" fmla="*/ 0 h 114300"/>
                <a:gd name="connsiteX12" fmla="*/ 95441 w 190405"/>
                <a:gd name="connsiteY12" fmla="*/ 35243 h 114300"/>
                <a:gd name="connsiteX13" fmla="*/ 171356 w 190405"/>
                <a:gd name="connsiteY13" fmla="*/ 0 h 114300"/>
                <a:gd name="connsiteX14" fmla="*/ 190406 w 190405"/>
                <a:gd name="connsiteY14" fmla="*/ 19050 h 114300"/>
                <a:gd name="connsiteX15" fmla="*/ 171356 w 190405"/>
                <a:gd name="connsiteY15" fmla="*/ 38100 h 114300"/>
                <a:gd name="connsiteX16" fmla="*/ 114206 w 190405"/>
                <a:gd name="connsiteY16" fmla="*/ 95345 h 114300"/>
                <a:gd name="connsiteX17" fmla="*/ 95156 w 190405"/>
                <a:gd name="connsiteY17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0405" h="114300">
                  <a:moveTo>
                    <a:pt x="95156" y="114300"/>
                  </a:moveTo>
                  <a:cubicBezTo>
                    <a:pt x="84678" y="114300"/>
                    <a:pt x="76296" y="105918"/>
                    <a:pt x="76106" y="95536"/>
                  </a:cubicBezTo>
                  <a:cubicBezTo>
                    <a:pt x="76106" y="95536"/>
                    <a:pt x="76106" y="95536"/>
                    <a:pt x="76106" y="95536"/>
                  </a:cubicBezTo>
                  <a:lnTo>
                    <a:pt x="76106" y="95536"/>
                  </a:lnTo>
                  <a:lnTo>
                    <a:pt x="76106" y="95536"/>
                  </a:lnTo>
                  <a:cubicBezTo>
                    <a:pt x="76106" y="95536"/>
                    <a:pt x="76106" y="95441"/>
                    <a:pt x="76106" y="95441"/>
                  </a:cubicBezTo>
                  <a:cubicBezTo>
                    <a:pt x="76106" y="95441"/>
                    <a:pt x="76106" y="95441"/>
                    <a:pt x="76106" y="95345"/>
                  </a:cubicBezTo>
                  <a:lnTo>
                    <a:pt x="76106" y="95345"/>
                  </a:lnTo>
                  <a:cubicBezTo>
                    <a:pt x="76106" y="95345"/>
                    <a:pt x="76106" y="95345"/>
                    <a:pt x="76106" y="95250"/>
                  </a:cubicBezTo>
                  <a:cubicBezTo>
                    <a:pt x="76106" y="41434"/>
                    <a:pt x="28385" y="38195"/>
                    <a:pt x="18860" y="38100"/>
                  </a:cubicBezTo>
                  <a:cubicBezTo>
                    <a:pt x="8383" y="38005"/>
                    <a:pt x="-94" y="29432"/>
                    <a:pt x="1" y="18955"/>
                  </a:cubicBezTo>
                  <a:cubicBezTo>
                    <a:pt x="1" y="8477"/>
                    <a:pt x="8478" y="0"/>
                    <a:pt x="18956" y="0"/>
                  </a:cubicBezTo>
                  <a:cubicBezTo>
                    <a:pt x="40482" y="0"/>
                    <a:pt x="74391" y="8477"/>
                    <a:pt x="95441" y="35243"/>
                  </a:cubicBezTo>
                  <a:cubicBezTo>
                    <a:pt x="109824" y="15621"/>
                    <a:pt x="133637" y="0"/>
                    <a:pt x="171356" y="0"/>
                  </a:cubicBezTo>
                  <a:cubicBezTo>
                    <a:pt x="181928" y="0"/>
                    <a:pt x="190406" y="8572"/>
                    <a:pt x="190406" y="19050"/>
                  </a:cubicBezTo>
                  <a:cubicBezTo>
                    <a:pt x="190406" y="29528"/>
                    <a:pt x="181928" y="38100"/>
                    <a:pt x="171356" y="38100"/>
                  </a:cubicBezTo>
                  <a:cubicBezTo>
                    <a:pt x="117635" y="38100"/>
                    <a:pt x="114301" y="85725"/>
                    <a:pt x="114206" y="95345"/>
                  </a:cubicBezTo>
                  <a:cubicBezTo>
                    <a:pt x="114110" y="105823"/>
                    <a:pt x="105633" y="114300"/>
                    <a:pt x="95156" y="1143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grpSp>
          <p:nvGrpSpPr>
            <p:cNvPr id="400" name="Graphic 112">
              <a:extLst>
                <a:ext uri="{FF2B5EF4-FFF2-40B4-BE49-F238E27FC236}">
                  <a16:creationId xmlns:a16="http://schemas.microsoft.com/office/drawing/2014/main" id="{0CE09EB4-FF8B-4973-97F1-FACC26ADBD0C}"/>
                </a:ext>
              </a:extLst>
            </p:cNvPr>
            <p:cNvGrpSpPr/>
            <p:nvPr/>
          </p:nvGrpSpPr>
          <p:grpSpPr>
            <a:xfrm>
              <a:off x="8721129" y="1723948"/>
              <a:ext cx="249205" cy="146665"/>
              <a:chOff x="5769006" y="3448315"/>
              <a:chExt cx="825436" cy="485795"/>
            </a:xfrm>
            <a:solidFill>
              <a:schemeClr val="accent3"/>
            </a:solidFill>
          </p:grpSpPr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B4F4267F-DC27-47F1-93A4-157C255B1733}"/>
                  </a:ext>
                </a:extLst>
              </p:cNvPr>
              <p:cNvSpPr/>
              <p:nvPr/>
            </p:nvSpPr>
            <p:spPr>
              <a:xfrm>
                <a:off x="5932836" y="3448335"/>
                <a:ext cx="133540" cy="38100"/>
              </a:xfrm>
              <a:custGeom>
                <a:avLst/>
                <a:gdLst>
                  <a:gd name="connsiteX0" fmla="*/ 114491 w 133540"/>
                  <a:gd name="connsiteY0" fmla="*/ 38100 h 38100"/>
                  <a:gd name="connsiteX1" fmla="*/ 19050 w 133540"/>
                  <a:gd name="connsiteY1" fmla="*/ 38100 h 38100"/>
                  <a:gd name="connsiteX2" fmla="*/ 0 w 133540"/>
                  <a:gd name="connsiteY2" fmla="*/ 19050 h 38100"/>
                  <a:gd name="connsiteX3" fmla="*/ 19050 w 133540"/>
                  <a:gd name="connsiteY3" fmla="*/ 0 h 38100"/>
                  <a:gd name="connsiteX4" fmla="*/ 114491 w 133540"/>
                  <a:gd name="connsiteY4" fmla="*/ 0 h 38100"/>
                  <a:gd name="connsiteX5" fmla="*/ 133541 w 133540"/>
                  <a:gd name="connsiteY5" fmla="*/ 19050 h 38100"/>
                  <a:gd name="connsiteX6" fmla="*/ 114491 w 133540"/>
                  <a:gd name="connsiteY6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540" h="38100">
                    <a:moveTo>
                      <a:pt x="114491" y="38100"/>
                    </a:moveTo>
                    <a:lnTo>
                      <a:pt x="19050" y="38100"/>
                    </a:lnTo>
                    <a:cubicBezTo>
                      <a:pt x="8477" y="38100"/>
                      <a:pt x="0" y="29623"/>
                      <a:pt x="0" y="19050"/>
                    </a:cubicBezTo>
                    <a:cubicBezTo>
                      <a:pt x="0" y="8477"/>
                      <a:pt x="8477" y="0"/>
                      <a:pt x="19050" y="0"/>
                    </a:cubicBezTo>
                    <a:lnTo>
                      <a:pt x="114491" y="0"/>
                    </a:lnTo>
                    <a:cubicBezTo>
                      <a:pt x="125063" y="0"/>
                      <a:pt x="133541" y="8477"/>
                      <a:pt x="133541" y="19050"/>
                    </a:cubicBezTo>
                    <a:cubicBezTo>
                      <a:pt x="133541" y="29528"/>
                      <a:pt x="125063" y="38100"/>
                      <a:pt x="114491" y="38100"/>
                    </a:cubicBezTo>
                    <a:close/>
                  </a:path>
                </a:pathLst>
              </a:custGeom>
              <a:grpFill/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grpSp>
            <p:nvGrpSpPr>
              <p:cNvPr id="402" name="Graphic 112">
                <a:extLst>
                  <a:ext uri="{FF2B5EF4-FFF2-40B4-BE49-F238E27FC236}">
                    <a16:creationId xmlns:a16="http://schemas.microsoft.com/office/drawing/2014/main" id="{D29DC516-355C-41A6-A7FE-E9A706E77FBE}"/>
                  </a:ext>
                </a:extLst>
              </p:cNvPr>
              <p:cNvGrpSpPr/>
              <p:nvPr/>
            </p:nvGrpSpPr>
            <p:grpSpPr>
              <a:xfrm>
                <a:off x="5769006" y="3448315"/>
                <a:ext cx="825436" cy="485795"/>
                <a:chOff x="5769006" y="3448315"/>
                <a:chExt cx="825436" cy="485795"/>
              </a:xfrm>
              <a:grpFill/>
            </p:grpSpPr>
            <p:sp>
              <p:nvSpPr>
                <p:cNvPr id="403" name="Freeform: Shape 402">
                  <a:extLst>
                    <a:ext uri="{FF2B5EF4-FFF2-40B4-BE49-F238E27FC236}">
                      <a16:creationId xmlns:a16="http://schemas.microsoft.com/office/drawing/2014/main" id="{71C9CE25-87A6-427A-9071-358767DD5362}"/>
                    </a:ext>
                  </a:extLst>
                </p:cNvPr>
                <p:cNvSpPr/>
                <p:nvPr/>
              </p:nvSpPr>
              <p:spPr>
                <a:xfrm>
                  <a:off x="5912148" y="3538061"/>
                  <a:ext cx="431762" cy="252888"/>
                </a:xfrm>
                <a:custGeom>
                  <a:avLst/>
                  <a:gdLst>
                    <a:gd name="connsiteX0" fmla="*/ 269576 w 431762"/>
                    <a:gd name="connsiteY0" fmla="*/ 252889 h 252888"/>
                    <a:gd name="connsiteX1" fmla="*/ 19069 w 431762"/>
                    <a:gd name="connsiteY1" fmla="*/ 252889 h 252888"/>
                    <a:gd name="connsiteX2" fmla="*/ 2876 w 431762"/>
                    <a:gd name="connsiteY2" fmla="*/ 243840 h 252888"/>
                    <a:gd name="connsiteX3" fmla="*/ 2019 w 431762"/>
                    <a:gd name="connsiteY3" fmla="*/ 225266 h 252888"/>
                    <a:gd name="connsiteX4" fmla="*/ 109366 w 431762"/>
                    <a:gd name="connsiteY4" fmla="*/ 10573 h 252888"/>
                    <a:gd name="connsiteX5" fmla="*/ 126416 w 431762"/>
                    <a:gd name="connsiteY5" fmla="*/ 0 h 252888"/>
                    <a:gd name="connsiteX6" fmla="*/ 412737 w 431762"/>
                    <a:gd name="connsiteY6" fmla="*/ 0 h 252888"/>
                    <a:gd name="connsiteX7" fmla="*/ 429501 w 431762"/>
                    <a:gd name="connsiteY7" fmla="*/ 10097 h 252888"/>
                    <a:gd name="connsiteX8" fmla="*/ 428549 w 431762"/>
                    <a:gd name="connsiteY8" fmla="*/ 29623 h 252888"/>
                    <a:gd name="connsiteX9" fmla="*/ 285388 w 431762"/>
                    <a:gd name="connsiteY9" fmla="*/ 244412 h 252888"/>
                    <a:gd name="connsiteX10" fmla="*/ 269576 w 431762"/>
                    <a:gd name="connsiteY10" fmla="*/ 252889 h 252888"/>
                    <a:gd name="connsiteX11" fmla="*/ 49835 w 431762"/>
                    <a:gd name="connsiteY11" fmla="*/ 214789 h 252888"/>
                    <a:gd name="connsiteX12" fmla="*/ 259385 w 431762"/>
                    <a:gd name="connsiteY12" fmla="*/ 214789 h 252888"/>
                    <a:gd name="connsiteX13" fmla="*/ 377114 w 431762"/>
                    <a:gd name="connsiteY13" fmla="*/ 38195 h 252888"/>
                    <a:gd name="connsiteX14" fmla="*/ 138227 w 431762"/>
                    <a:gd name="connsiteY14" fmla="*/ 38195 h 252888"/>
                    <a:gd name="connsiteX15" fmla="*/ 49835 w 431762"/>
                    <a:gd name="connsiteY15" fmla="*/ 214789 h 2528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31762" h="252888">
                      <a:moveTo>
                        <a:pt x="269576" y="252889"/>
                      </a:moveTo>
                      <a:lnTo>
                        <a:pt x="19069" y="252889"/>
                      </a:lnTo>
                      <a:cubicBezTo>
                        <a:pt x="12497" y="252889"/>
                        <a:pt x="6305" y="249460"/>
                        <a:pt x="2876" y="243840"/>
                      </a:cubicBezTo>
                      <a:cubicBezTo>
                        <a:pt x="-648" y="238220"/>
                        <a:pt x="-934" y="231172"/>
                        <a:pt x="2019" y="225266"/>
                      </a:cubicBezTo>
                      <a:lnTo>
                        <a:pt x="109366" y="10573"/>
                      </a:lnTo>
                      <a:cubicBezTo>
                        <a:pt x="112604" y="4096"/>
                        <a:pt x="119177" y="0"/>
                        <a:pt x="126416" y="0"/>
                      </a:cubicBezTo>
                      <a:lnTo>
                        <a:pt x="412737" y="0"/>
                      </a:lnTo>
                      <a:cubicBezTo>
                        <a:pt x="419786" y="0"/>
                        <a:pt x="426263" y="3905"/>
                        <a:pt x="429501" y="10097"/>
                      </a:cubicBezTo>
                      <a:cubicBezTo>
                        <a:pt x="432835" y="16288"/>
                        <a:pt x="432454" y="23813"/>
                        <a:pt x="428549" y="29623"/>
                      </a:cubicBezTo>
                      <a:lnTo>
                        <a:pt x="285388" y="244412"/>
                      </a:lnTo>
                      <a:cubicBezTo>
                        <a:pt x="281864" y="249746"/>
                        <a:pt x="275958" y="252889"/>
                        <a:pt x="269576" y="252889"/>
                      </a:cubicBezTo>
                      <a:close/>
                      <a:moveTo>
                        <a:pt x="49835" y="214789"/>
                      </a:moveTo>
                      <a:lnTo>
                        <a:pt x="259385" y="214789"/>
                      </a:lnTo>
                      <a:lnTo>
                        <a:pt x="377114" y="38195"/>
                      </a:lnTo>
                      <a:lnTo>
                        <a:pt x="138227" y="38195"/>
                      </a:lnTo>
                      <a:lnTo>
                        <a:pt x="49835" y="214789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404" name="Freeform: Shape 403">
                  <a:extLst>
                    <a:ext uri="{FF2B5EF4-FFF2-40B4-BE49-F238E27FC236}">
                      <a16:creationId xmlns:a16="http://schemas.microsoft.com/office/drawing/2014/main" id="{D89AE2EB-BAAF-4862-B869-9E46C406A8EC}"/>
                    </a:ext>
                  </a:extLst>
                </p:cNvPr>
                <p:cNvSpPr/>
                <p:nvPr/>
              </p:nvSpPr>
              <p:spPr>
                <a:xfrm>
                  <a:off x="5968630" y="3448315"/>
                  <a:ext cx="232070" cy="342634"/>
                </a:xfrm>
                <a:custGeom>
                  <a:avLst/>
                  <a:gdLst>
                    <a:gd name="connsiteX0" fmla="*/ 213095 w 232070"/>
                    <a:gd name="connsiteY0" fmla="*/ 342635 h 342634"/>
                    <a:gd name="connsiteX1" fmla="*/ 196998 w 232070"/>
                    <a:gd name="connsiteY1" fmla="*/ 333777 h 342634"/>
                    <a:gd name="connsiteX2" fmla="*/ 2973 w 232070"/>
                    <a:gd name="connsiteY2" fmla="*/ 29262 h 342634"/>
                    <a:gd name="connsiteX3" fmla="*/ 8784 w 232070"/>
                    <a:gd name="connsiteY3" fmla="*/ 2973 h 342634"/>
                    <a:gd name="connsiteX4" fmla="*/ 35073 w 232070"/>
                    <a:gd name="connsiteY4" fmla="*/ 8784 h 342634"/>
                    <a:gd name="connsiteX5" fmla="*/ 229097 w 232070"/>
                    <a:gd name="connsiteY5" fmla="*/ 313298 h 342634"/>
                    <a:gd name="connsiteX6" fmla="*/ 223287 w 232070"/>
                    <a:gd name="connsiteY6" fmla="*/ 339587 h 342634"/>
                    <a:gd name="connsiteX7" fmla="*/ 213095 w 232070"/>
                    <a:gd name="connsiteY7" fmla="*/ 342635 h 342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32070" h="342634">
                      <a:moveTo>
                        <a:pt x="213095" y="342635"/>
                      </a:moveTo>
                      <a:cubicBezTo>
                        <a:pt x="206808" y="342635"/>
                        <a:pt x="200617" y="339492"/>
                        <a:pt x="196998" y="333777"/>
                      </a:cubicBezTo>
                      <a:lnTo>
                        <a:pt x="2973" y="29262"/>
                      </a:lnTo>
                      <a:cubicBezTo>
                        <a:pt x="-2646" y="20404"/>
                        <a:pt x="-75" y="8593"/>
                        <a:pt x="8784" y="2973"/>
                      </a:cubicBezTo>
                      <a:cubicBezTo>
                        <a:pt x="17642" y="-2646"/>
                        <a:pt x="29453" y="-75"/>
                        <a:pt x="35073" y="8784"/>
                      </a:cubicBezTo>
                      <a:lnTo>
                        <a:pt x="229097" y="313298"/>
                      </a:lnTo>
                      <a:cubicBezTo>
                        <a:pt x="234717" y="322156"/>
                        <a:pt x="232145" y="333967"/>
                        <a:pt x="223287" y="339587"/>
                      </a:cubicBezTo>
                      <a:cubicBezTo>
                        <a:pt x="220143" y="341682"/>
                        <a:pt x="216619" y="342635"/>
                        <a:pt x="213095" y="342635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405" name="Freeform: Shape 404">
                  <a:extLst>
                    <a:ext uri="{FF2B5EF4-FFF2-40B4-BE49-F238E27FC236}">
                      <a16:creationId xmlns:a16="http://schemas.microsoft.com/office/drawing/2014/main" id="{3B9181C0-892E-4825-ADB8-85A7B6BBBB1A}"/>
                    </a:ext>
                  </a:extLst>
                </p:cNvPr>
                <p:cNvSpPr/>
                <p:nvPr/>
              </p:nvSpPr>
              <p:spPr>
                <a:xfrm>
                  <a:off x="6198489" y="3466528"/>
                  <a:ext cx="252882" cy="324421"/>
                </a:xfrm>
                <a:custGeom>
                  <a:avLst/>
                  <a:gdLst>
                    <a:gd name="connsiteX0" fmla="*/ 233744 w 252882"/>
                    <a:gd name="connsiteY0" fmla="*/ 324422 h 324421"/>
                    <a:gd name="connsiteX1" fmla="*/ 216694 w 252882"/>
                    <a:gd name="connsiteY1" fmla="*/ 313849 h 324421"/>
                    <a:gd name="connsiteX2" fmla="*/ 78867 w 252882"/>
                    <a:gd name="connsiteY2" fmla="*/ 38100 h 324421"/>
                    <a:gd name="connsiteX3" fmla="*/ 19050 w 252882"/>
                    <a:gd name="connsiteY3" fmla="*/ 38100 h 324421"/>
                    <a:gd name="connsiteX4" fmla="*/ 0 w 252882"/>
                    <a:gd name="connsiteY4" fmla="*/ 19050 h 324421"/>
                    <a:gd name="connsiteX5" fmla="*/ 19050 w 252882"/>
                    <a:gd name="connsiteY5" fmla="*/ 0 h 324421"/>
                    <a:gd name="connsiteX6" fmla="*/ 90678 w 252882"/>
                    <a:gd name="connsiteY6" fmla="*/ 0 h 324421"/>
                    <a:gd name="connsiteX7" fmla="*/ 107728 w 252882"/>
                    <a:gd name="connsiteY7" fmla="*/ 10573 h 324421"/>
                    <a:gd name="connsiteX8" fmla="*/ 250888 w 252882"/>
                    <a:gd name="connsiteY8" fmla="*/ 296894 h 324421"/>
                    <a:gd name="connsiteX9" fmla="*/ 242411 w 252882"/>
                    <a:gd name="connsiteY9" fmla="*/ 322421 h 324421"/>
                    <a:gd name="connsiteX10" fmla="*/ 233744 w 252882"/>
                    <a:gd name="connsiteY10" fmla="*/ 324422 h 324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52882" h="324421">
                      <a:moveTo>
                        <a:pt x="233744" y="324422"/>
                      </a:moveTo>
                      <a:cubicBezTo>
                        <a:pt x="226790" y="324422"/>
                        <a:pt x="220027" y="320612"/>
                        <a:pt x="216694" y="313849"/>
                      </a:cubicBezTo>
                      <a:lnTo>
                        <a:pt x="78867" y="38100"/>
                      </a:lnTo>
                      <a:lnTo>
                        <a:pt x="19050" y="38100"/>
                      </a:lnTo>
                      <a:cubicBezTo>
                        <a:pt x="8477" y="38100"/>
                        <a:pt x="0" y="29623"/>
                        <a:pt x="0" y="19050"/>
                      </a:cubicBezTo>
                      <a:cubicBezTo>
                        <a:pt x="0" y="8477"/>
                        <a:pt x="8477" y="0"/>
                        <a:pt x="19050" y="0"/>
                      </a:cubicBezTo>
                      <a:lnTo>
                        <a:pt x="90678" y="0"/>
                      </a:lnTo>
                      <a:cubicBezTo>
                        <a:pt x="97917" y="0"/>
                        <a:pt x="104489" y="4096"/>
                        <a:pt x="107728" y="10573"/>
                      </a:cubicBezTo>
                      <a:lnTo>
                        <a:pt x="250888" y="296894"/>
                      </a:lnTo>
                      <a:cubicBezTo>
                        <a:pt x="255556" y="306324"/>
                        <a:pt x="251746" y="317754"/>
                        <a:pt x="242411" y="322421"/>
                      </a:cubicBezTo>
                      <a:cubicBezTo>
                        <a:pt x="239554" y="323755"/>
                        <a:pt x="236696" y="324422"/>
                        <a:pt x="233744" y="324422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406" name="Freeform: Shape 405">
                  <a:extLst>
                    <a:ext uri="{FF2B5EF4-FFF2-40B4-BE49-F238E27FC236}">
                      <a16:creationId xmlns:a16="http://schemas.microsoft.com/office/drawing/2014/main" id="{1C36CA3C-8A4D-4746-8DC1-6782F7F02414}"/>
                    </a:ext>
                  </a:extLst>
                </p:cNvPr>
                <p:cNvSpPr/>
                <p:nvPr/>
              </p:nvSpPr>
              <p:spPr>
                <a:xfrm>
                  <a:off x="6377368" y="3717035"/>
                  <a:ext cx="109727" cy="109728"/>
                </a:xfrm>
                <a:custGeom>
                  <a:avLst/>
                  <a:gdLst>
                    <a:gd name="connsiteX0" fmla="*/ 54864 w 109727"/>
                    <a:gd name="connsiteY0" fmla="*/ 109728 h 109728"/>
                    <a:gd name="connsiteX1" fmla="*/ 0 w 109727"/>
                    <a:gd name="connsiteY1" fmla="*/ 54864 h 109728"/>
                    <a:gd name="connsiteX2" fmla="*/ 54864 w 109727"/>
                    <a:gd name="connsiteY2" fmla="*/ 0 h 109728"/>
                    <a:gd name="connsiteX3" fmla="*/ 109728 w 109727"/>
                    <a:gd name="connsiteY3" fmla="*/ 54864 h 109728"/>
                    <a:gd name="connsiteX4" fmla="*/ 54864 w 109727"/>
                    <a:gd name="connsiteY4" fmla="*/ 109728 h 109728"/>
                    <a:gd name="connsiteX5" fmla="*/ 54864 w 109727"/>
                    <a:gd name="connsiteY5" fmla="*/ 38100 h 109728"/>
                    <a:gd name="connsiteX6" fmla="*/ 38100 w 109727"/>
                    <a:gd name="connsiteY6" fmla="*/ 54864 h 109728"/>
                    <a:gd name="connsiteX7" fmla="*/ 54864 w 109727"/>
                    <a:gd name="connsiteY7" fmla="*/ 71628 h 109728"/>
                    <a:gd name="connsiteX8" fmla="*/ 71628 w 109727"/>
                    <a:gd name="connsiteY8" fmla="*/ 54864 h 109728"/>
                    <a:gd name="connsiteX9" fmla="*/ 54864 w 109727"/>
                    <a:gd name="connsiteY9" fmla="*/ 38100 h 109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9727" h="109728">
                      <a:moveTo>
                        <a:pt x="54864" y="109728"/>
                      </a:moveTo>
                      <a:cubicBezTo>
                        <a:pt x="24670" y="109728"/>
                        <a:pt x="0" y="85154"/>
                        <a:pt x="0" y="54864"/>
                      </a:cubicBezTo>
                      <a:cubicBezTo>
                        <a:pt x="0" y="24575"/>
                        <a:pt x="24575" y="0"/>
                        <a:pt x="54864" y="0"/>
                      </a:cubicBezTo>
                      <a:cubicBezTo>
                        <a:pt x="85154" y="0"/>
                        <a:pt x="109728" y="24575"/>
                        <a:pt x="109728" y="54864"/>
                      </a:cubicBezTo>
                      <a:cubicBezTo>
                        <a:pt x="109728" y="85154"/>
                        <a:pt x="85154" y="109728"/>
                        <a:pt x="54864" y="109728"/>
                      </a:cubicBezTo>
                      <a:close/>
                      <a:moveTo>
                        <a:pt x="54864" y="38100"/>
                      </a:moveTo>
                      <a:cubicBezTo>
                        <a:pt x="45625" y="38100"/>
                        <a:pt x="38100" y="45625"/>
                        <a:pt x="38100" y="54864"/>
                      </a:cubicBezTo>
                      <a:cubicBezTo>
                        <a:pt x="38100" y="64103"/>
                        <a:pt x="45625" y="71628"/>
                        <a:pt x="54864" y="71628"/>
                      </a:cubicBezTo>
                      <a:cubicBezTo>
                        <a:pt x="64103" y="71628"/>
                        <a:pt x="71628" y="64103"/>
                        <a:pt x="71628" y="54864"/>
                      </a:cubicBezTo>
                      <a:cubicBezTo>
                        <a:pt x="71628" y="45625"/>
                        <a:pt x="64103" y="38100"/>
                        <a:pt x="54864" y="381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407" name="Freeform: Shape 406">
                  <a:extLst>
                    <a:ext uri="{FF2B5EF4-FFF2-40B4-BE49-F238E27FC236}">
                      <a16:creationId xmlns:a16="http://schemas.microsoft.com/office/drawing/2014/main" id="{14485DEA-9A53-4666-917B-9226B99A5E93}"/>
                    </a:ext>
                  </a:extLst>
                </p:cNvPr>
                <p:cNvSpPr/>
                <p:nvPr/>
              </p:nvSpPr>
              <p:spPr>
                <a:xfrm>
                  <a:off x="5876353" y="3717035"/>
                  <a:ext cx="109728" cy="109728"/>
                </a:xfrm>
                <a:custGeom>
                  <a:avLst/>
                  <a:gdLst>
                    <a:gd name="connsiteX0" fmla="*/ 54864 w 109728"/>
                    <a:gd name="connsiteY0" fmla="*/ 109728 h 109728"/>
                    <a:gd name="connsiteX1" fmla="*/ 0 w 109728"/>
                    <a:gd name="connsiteY1" fmla="*/ 54864 h 109728"/>
                    <a:gd name="connsiteX2" fmla="*/ 54864 w 109728"/>
                    <a:gd name="connsiteY2" fmla="*/ 0 h 109728"/>
                    <a:gd name="connsiteX3" fmla="*/ 109728 w 109728"/>
                    <a:gd name="connsiteY3" fmla="*/ 54864 h 109728"/>
                    <a:gd name="connsiteX4" fmla="*/ 54864 w 109728"/>
                    <a:gd name="connsiteY4" fmla="*/ 109728 h 109728"/>
                    <a:gd name="connsiteX5" fmla="*/ 54864 w 109728"/>
                    <a:gd name="connsiteY5" fmla="*/ 38100 h 109728"/>
                    <a:gd name="connsiteX6" fmla="*/ 38100 w 109728"/>
                    <a:gd name="connsiteY6" fmla="*/ 54864 h 109728"/>
                    <a:gd name="connsiteX7" fmla="*/ 54864 w 109728"/>
                    <a:gd name="connsiteY7" fmla="*/ 71628 h 109728"/>
                    <a:gd name="connsiteX8" fmla="*/ 71628 w 109728"/>
                    <a:gd name="connsiteY8" fmla="*/ 54864 h 109728"/>
                    <a:gd name="connsiteX9" fmla="*/ 54864 w 109728"/>
                    <a:gd name="connsiteY9" fmla="*/ 38100 h 109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9728" h="109728">
                      <a:moveTo>
                        <a:pt x="54864" y="109728"/>
                      </a:moveTo>
                      <a:cubicBezTo>
                        <a:pt x="24575" y="109728"/>
                        <a:pt x="0" y="85154"/>
                        <a:pt x="0" y="54864"/>
                      </a:cubicBezTo>
                      <a:cubicBezTo>
                        <a:pt x="0" y="24575"/>
                        <a:pt x="24575" y="0"/>
                        <a:pt x="54864" y="0"/>
                      </a:cubicBezTo>
                      <a:cubicBezTo>
                        <a:pt x="85154" y="0"/>
                        <a:pt x="109728" y="24575"/>
                        <a:pt x="109728" y="54864"/>
                      </a:cubicBezTo>
                      <a:cubicBezTo>
                        <a:pt x="109728" y="85154"/>
                        <a:pt x="85058" y="109728"/>
                        <a:pt x="54864" y="109728"/>
                      </a:cubicBezTo>
                      <a:close/>
                      <a:moveTo>
                        <a:pt x="54864" y="38100"/>
                      </a:moveTo>
                      <a:cubicBezTo>
                        <a:pt x="45625" y="38100"/>
                        <a:pt x="38100" y="45625"/>
                        <a:pt x="38100" y="54864"/>
                      </a:cubicBezTo>
                      <a:cubicBezTo>
                        <a:pt x="38100" y="64103"/>
                        <a:pt x="45625" y="71628"/>
                        <a:pt x="54864" y="71628"/>
                      </a:cubicBezTo>
                      <a:cubicBezTo>
                        <a:pt x="64103" y="71628"/>
                        <a:pt x="71628" y="64103"/>
                        <a:pt x="71628" y="54864"/>
                      </a:cubicBezTo>
                      <a:cubicBezTo>
                        <a:pt x="71533" y="45625"/>
                        <a:pt x="64008" y="38100"/>
                        <a:pt x="54864" y="381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408" name="Freeform: Shape 407">
                  <a:extLst>
                    <a:ext uri="{FF2B5EF4-FFF2-40B4-BE49-F238E27FC236}">
                      <a16:creationId xmlns:a16="http://schemas.microsoft.com/office/drawing/2014/main" id="{B7EA2F57-BF88-49E0-AB40-19EC126655F3}"/>
                    </a:ext>
                  </a:extLst>
                </p:cNvPr>
                <p:cNvSpPr/>
                <p:nvPr/>
              </p:nvSpPr>
              <p:spPr>
                <a:xfrm>
                  <a:off x="6270021" y="3609689"/>
                  <a:ext cx="324421" cy="324421"/>
                </a:xfrm>
                <a:custGeom>
                  <a:avLst/>
                  <a:gdLst>
                    <a:gd name="connsiteX0" fmla="*/ 162211 w 324421"/>
                    <a:gd name="connsiteY0" fmla="*/ 324421 h 324421"/>
                    <a:gd name="connsiteX1" fmla="*/ 0 w 324421"/>
                    <a:gd name="connsiteY1" fmla="*/ 162211 h 324421"/>
                    <a:gd name="connsiteX2" fmla="*/ 162211 w 324421"/>
                    <a:gd name="connsiteY2" fmla="*/ 0 h 324421"/>
                    <a:gd name="connsiteX3" fmla="*/ 324422 w 324421"/>
                    <a:gd name="connsiteY3" fmla="*/ 162211 h 324421"/>
                    <a:gd name="connsiteX4" fmla="*/ 162211 w 324421"/>
                    <a:gd name="connsiteY4" fmla="*/ 324421 h 324421"/>
                    <a:gd name="connsiteX5" fmla="*/ 162211 w 324421"/>
                    <a:gd name="connsiteY5" fmla="*/ 38100 h 324421"/>
                    <a:gd name="connsiteX6" fmla="*/ 38100 w 324421"/>
                    <a:gd name="connsiteY6" fmla="*/ 162211 h 324421"/>
                    <a:gd name="connsiteX7" fmla="*/ 162211 w 324421"/>
                    <a:gd name="connsiteY7" fmla="*/ 286321 h 324421"/>
                    <a:gd name="connsiteX8" fmla="*/ 286322 w 324421"/>
                    <a:gd name="connsiteY8" fmla="*/ 162211 h 324421"/>
                    <a:gd name="connsiteX9" fmla="*/ 162211 w 324421"/>
                    <a:gd name="connsiteY9" fmla="*/ 38100 h 324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24421" h="324421">
                      <a:moveTo>
                        <a:pt x="162211" y="324421"/>
                      </a:moveTo>
                      <a:cubicBezTo>
                        <a:pt x="72771" y="324421"/>
                        <a:pt x="0" y="251650"/>
                        <a:pt x="0" y="162211"/>
                      </a:cubicBezTo>
                      <a:cubicBezTo>
                        <a:pt x="0" y="72771"/>
                        <a:pt x="72771" y="0"/>
                        <a:pt x="162211" y="0"/>
                      </a:cubicBezTo>
                      <a:cubicBezTo>
                        <a:pt x="251651" y="0"/>
                        <a:pt x="324422" y="72771"/>
                        <a:pt x="324422" y="162211"/>
                      </a:cubicBezTo>
                      <a:cubicBezTo>
                        <a:pt x="324422" y="251650"/>
                        <a:pt x="251651" y="324421"/>
                        <a:pt x="162211" y="324421"/>
                      </a:cubicBezTo>
                      <a:close/>
                      <a:moveTo>
                        <a:pt x="162211" y="38100"/>
                      </a:moveTo>
                      <a:cubicBezTo>
                        <a:pt x="93821" y="38100"/>
                        <a:pt x="38100" y="93821"/>
                        <a:pt x="38100" y="162211"/>
                      </a:cubicBezTo>
                      <a:cubicBezTo>
                        <a:pt x="38100" y="230696"/>
                        <a:pt x="93821" y="286321"/>
                        <a:pt x="162211" y="286321"/>
                      </a:cubicBezTo>
                      <a:cubicBezTo>
                        <a:pt x="230600" y="286321"/>
                        <a:pt x="286322" y="230600"/>
                        <a:pt x="286322" y="162211"/>
                      </a:cubicBezTo>
                      <a:cubicBezTo>
                        <a:pt x="286322" y="93726"/>
                        <a:pt x="230696" y="38100"/>
                        <a:pt x="162211" y="381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409" name="Freeform: Shape 408">
                  <a:extLst>
                    <a:ext uri="{FF2B5EF4-FFF2-40B4-BE49-F238E27FC236}">
                      <a16:creationId xmlns:a16="http://schemas.microsoft.com/office/drawing/2014/main" id="{34BCCC37-A38F-4530-93A8-C2D46C8D1AAB}"/>
                    </a:ext>
                  </a:extLst>
                </p:cNvPr>
                <p:cNvSpPr/>
                <p:nvPr/>
              </p:nvSpPr>
              <p:spPr>
                <a:xfrm>
                  <a:off x="5769006" y="3609689"/>
                  <a:ext cx="324421" cy="324421"/>
                </a:xfrm>
                <a:custGeom>
                  <a:avLst/>
                  <a:gdLst>
                    <a:gd name="connsiteX0" fmla="*/ 162211 w 324421"/>
                    <a:gd name="connsiteY0" fmla="*/ 324421 h 324421"/>
                    <a:gd name="connsiteX1" fmla="*/ 0 w 324421"/>
                    <a:gd name="connsiteY1" fmla="*/ 162211 h 324421"/>
                    <a:gd name="connsiteX2" fmla="*/ 162211 w 324421"/>
                    <a:gd name="connsiteY2" fmla="*/ 0 h 324421"/>
                    <a:gd name="connsiteX3" fmla="*/ 324422 w 324421"/>
                    <a:gd name="connsiteY3" fmla="*/ 162211 h 324421"/>
                    <a:gd name="connsiteX4" fmla="*/ 162211 w 324421"/>
                    <a:gd name="connsiteY4" fmla="*/ 324421 h 324421"/>
                    <a:gd name="connsiteX5" fmla="*/ 162211 w 324421"/>
                    <a:gd name="connsiteY5" fmla="*/ 38100 h 324421"/>
                    <a:gd name="connsiteX6" fmla="*/ 38100 w 324421"/>
                    <a:gd name="connsiteY6" fmla="*/ 162211 h 324421"/>
                    <a:gd name="connsiteX7" fmla="*/ 162211 w 324421"/>
                    <a:gd name="connsiteY7" fmla="*/ 286321 h 324421"/>
                    <a:gd name="connsiteX8" fmla="*/ 286322 w 324421"/>
                    <a:gd name="connsiteY8" fmla="*/ 162211 h 324421"/>
                    <a:gd name="connsiteX9" fmla="*/ 162211 w 324421"/>
                    <a:gd name="connsiteY9" fmla="*/ 38100 h 324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24421" h="324421">
                      <a:moveTo>
                        <a:pt x="162211" y="324421"/>
                      </a:moveTo>
                      <a:cubicBezTo>
                        <a:pt x="72771" y="324421"/>
                        <a:pt x="0" y="251650"/>
                        <a:pt x="0" y="162211"/>
                      </a:cubicBezTo>
                      <a:cubicBezTo>
                        <a:pt x="0" y="72771"/>
                        <a:pt x="72676" y="0"/>
                        <a:pt x="162211" y="0"/>
                      </a:cubicBezTo>
                      <a:cubicBezTo>
                        <a:pt x="251650" y="0"/>
                        <a:pt x="324422" y="72771"/>
                        <a:pt x="324422" y="162211"/>
                      </a:cubicBezTo>
                      <a:cubicBezTo>
                        <a:pt x="324422" y="251650"/>
                        <a:pt x="251650" y="324421"/>
                        <a:pt x="162211" y="324421"/>
                      </a:cubicBezTo>
                      <a:close/>
                      <a:moveTo>
                        <a:pt x="162211" y="38100"/>
                      </a:moveTo>
                      <a:cubicBezTo>
                        <a:pt x="93726" y="38100"/>
                        <a:pt x="38100" y="93821"/>
                        <a:pt x="38100" y="162211"/>
                      </a:cubicBezTo>
                      <a:cubicBezTo>
                        <a:pt x="38100" y="230696"/>
                        <a:pt x="93821" y="286321"/>
                        <a:pt x="162211" y="286321"/>
                      </a:cubicBezTo>
                      <a:cubicBezTo>
                        <a:pt x="230696" y="286321"/>
                        <a:pt x="286322" y="230600"/>
                        <a:pt x="286322" y="162211"/>
                      </a:cubicBezTo>
                      <a:cubicBezTo>
                        <a:pt x="286322" y="93726"/>
                        <a:pt x="230600" y="38100"/>
                        <a:pt x="162211" y="381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</p:grpSp>
        </p:grpSp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37275964-3F18-4F9B-81EC-3B7C36139184}"/>
              </a:ext>
            </a:extLst>
          </p:cNvPr>
          <p:cNvGrpSpPr/>
          <p:nvPr/>
        </p:nvGrpSpPr>
        <p:grpSpPr>
          <a:xfrm>
            <a:off x="10446883" y="4593358"/>
            <a:ext cx="419847" cy="310571"/>
            <a:chOff x="8609927" y="1562831"/>
            <a:chExt cx="419847" cy="310571"/>
          </a:xfrm>
        </p:grpSpPr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EDFFFCE1-33B2-4A85-B729-1195A8184655}"/>
                </a:ext>
              </a:extLst>
            </p:cNvPr>
            <p:cNvSpPr/>
            <p:nvPr/>
          </p:nvSpPr>
          <p:spPr>
            <a:xfrm>
              <a:off x="8609927" y="1585836"/>
              <a:ext cx="149535" cy="149534"/>
            </a:xfrm>
            <a:custGeom>
              <a:avLst/>
              <a:gdLst>
                <a:gd name="connsiteX0" fmla="*/ 247650 w 495300"/>
                <a:gd name="connsiteY0" fmla="*/ 495300 h 495300"/>
                <a:gd name="connsiteX1" fmla="*/ 0 w 495300"/>
                <a:gd name="connsiteY1" fmla="*/ 247650 h 495300"/>
                <a:gd name="connsiteX2" fmla="*/ 247650 w 495300"/>
                <a:gd name="connsiteY2" fmla="*/ 0 h 495300"/>
                <a:gd name="connsiteX3" fmla="*/ 495300 w 495300"/>
                <a:gd name="connsiteY3" fmla="*/ 247650 h 495300"/>
                <a:gd name="connsiteX4" fmla="*/ 247650 w 495300"/>
                <a:gd name="connsiteY4" fmla="*/ 495300 h 495300"/>
                <a:gd name="connsiteX5" fmla="*/ 247650 w 495300"/>
                <a:gd name="connsiteY5" fmla="*/ 38100 h 495300"/>
                <a:gd name="connsiteX6" fmla="*/ 38100 w 495300"/>
                <a:gd name="connsiteY6" fmla="*/ 247650 h 495300"/>
                <a:gd name="connsiteX7" fmla="*/ 247650 w 495300"/>
                <a:gd name="connsiteY7" fmla="*/ 457200 h 495300"/>
                <a:gd name="connsiteX8" fmla="*/ 457200 w 495300"/>
                <a:gd name="connsiteY8" fmla="*/ 247650 h 495300"/>
                <a:gd name="connsiteX9" fmla="*/ 247650 w 495300"/>
                <a:gd name="connsiteY9" fmla="*/ 38100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5300" h="495300">
                  <a:moveTo>
                    <a:pt x="247650" y="495300"/>
                  </a:moveTo>
                  <a:cubicBezTo>
                    <a:pt x="111062" y="495300"/>
                    <a:pt x="0" y="384239"/>
                    <a:pt x="0" y="247650"/>
                  </a:cubicBezTo>
                  <a:cubicBezTo>
                    <a:pt x="0" y="111062"/>
                    <a:pt x="111062" y="0"/>
                    <a:pt x="247650" y="0"/>
                  </a:cubicBezTo>
                  <a:cubicBezTo>
                    <a:pt x="384239" y="0"/>
                    <a:pt x="495300" y="111062"/>
                    <a:pt x="495300" y="247650"/>
                  </a:cubicBezTo>
                  <a:cubicBezTo>
                    <a:pt x="495300" y="384239"/>
                    <a:pt x="384239" y="495300"/>
                    <a:pt x="247650" y="495300"/>
                  </a:cubicBezTo>
                  <a:close/>
                  <a:moveTo>
                    <a:pt x="247650" y="38100"/>
                  </a:moveTo>
                  <a:cubicBezTo>
                    <a:pt x="132112" y="38100"/>
                    <a:pt x="38100" y="132112"/>
                    <a:pt x="38100" y="247650"/>
                  </a:cubicBezTo>
                  <a:cubicBezTo>
                    <a:pt x="38100" y="363188"/>
                    <a:pt x="132112" y="457200"/>
                    <a:pt x="247650" y="457200"/>
                  </a:cubicBezTo>
                  <a:cubicBezTo>
                    <a:pt x="363188" y="457200"/>
                    <a:pt x="457200" y="363188"/>
                    <a:pt x="457200" y="247650"/>
                  </a:cubicBezTo>
                  <a:cubicBezTo>
                    <a:pt x="457200" y="132112"/>
                    <a:pt x="363188" y="38100"/>
                    <a:pt x="247650" y="381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756DB4AE-CE0A-4E5A-A419-1441E531E882}"/>
                </a:ext>
              </a:extLst>
            </p:cNvPr>
            <p:cNvSpPr/>
            <p:nvPr/>
          </p:nvSpPr>
          <p:spPr>
            <a:xfrm>
              <a:off x="8678943" y="1700863"/>
              <a:ext cx="11503" cy="172539"/>
            </a:xfrm>
            <a:custGeom>
              <a:avLst/>
              <a:gdLst>
                <a:gd name="connsiteX0" fmla="*/ 19050 w 38100"/>
                <a:gd name="connsiteY0" fmla="*/ 571500 h 571500"/>
                <a:gd name="connsiteX1" fmla="*/ 0 w 38100"/>
                <a:gd name="connsiteY1" fmla="*/ 552450 h 571500"/>
                <a:gd name="connsiteX2" fmla="*/ 0 w 38100"/>
                <a:gd name="connsiteY2" fmla="*/ 19050 h 571500"/>
                <a:gd name="connsiteX3" fmla="*/ 19050 w 38100"/>
                <a:gd name="connsiteY3" fmla="*/ 0 h 571500"/>
                <a:gd name="connsiteX4" fmla="*/ 38100 w 38100"/>
                <a:gd name="connsiteY4" fmla="*/ 19050 h 571500"/>
                <a:gd name="connsiteX5" fmla="*/ 38100 w 38100"/>
                <a:gd name="connsiteY5" fmla="*/ 552450 h 571500"/>
                <a:gd name="connsiteX6" fmla="*/ 19050 w 38100"/>
                <a:gd name="connsiteY6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571500">
                  <a:moveTo>
                    <a:pt x="19050" y="571500"/>
                  </a:moveTo>
                  <a:cubicBezTo>
                    <a:pt x="8477" y="571500"/>
                    <a:pt x="0" y="563023"/>
                    <a:pt x="0" y="552450"/>
                  </a:cubicBezTo>
                  <a:lnTo>
                    <a:pt x="0" y="19050"/>
                  </a:lnTo>
                  <a:cubicBezTo>
                    <a:pt x="0" y="8477"/>
                    <a:pt x="8477" y="0"/>
                    <a:pt x="19050" y="0"/>
                  </a:cubicBezTo>
                  <a:cubicBezTo>
                    <a:pt x="29623" y="0"/>
                    <a:pt x="38100" y="8477"/>
                    <a:pt x="38100" y="19050"/>
                  </a:cubicBezTo>
                  <a:lnTo>
                    <a:pt x="38100" y="552450"/>
                  </a:lnTo>
                  <a:cubicBezTo>
                    <a:pt x="38100" y="563023"/>
                    <a:pt x="29623" y="571500"/>
                    <a:pt x="19050" y="5715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99FCF3-1C42-4AAB-9BA8-B9EA3417E023}"/>
                </a:ext>
              </a:extLst>
            </p:cNvPr>
            <p:cNvSpPr/>
            <p:nvPr/>
          </p:nvSpPr>
          <p:spPr>
            <a:xfrm>
              <a:off x="8655952" y="1677843"/>
              <a:ext cx="57513" cy="34522"/>
            </a:xfrm>
            <a:custGeom>
              <a:avLst/>
              <a:gdLst>
                <a:gd name="connsiteX0" fmla="*/ 95202 w 190499"/>
                <a:gd name="connsiteY0" fmla="*/ 114348 h 114347"/>
                <a:gd name="connsiteX1" fmla="*/ 81772 w 190499"/>
                <a:gd name="connsiteY1" fmla="*/ 108728 h 114347"/>
                <a:gd name="connsiteX2" fmla="*/ 5572 w 190499"/>
                <a:gd name="connsiteY2" fmla="*/ 32528 h 114347"/>
                <a:gd name="connsiteX3" fmla="*/ 5572 w 190499"/>
                <a:gd name="connsiteY3" fmla="*/ 5572 h 114347"/>
                <a:gd name="connsiteX4" fmla="*/ 32528 w 190499"/>
                <a:gd name="connsiteY4" fmla="*/ 5572 h 114347"/>
                <a:gd name="connsiteX5" fmla="*/ 95202 w 190499"/>
                <a:gd name="connsiteY5" fmla="*/ 68342 h 114347"/>
                <a:gd name="connsiteX6" fmla="*/ 157972 w 190499"/>
                <a:gd name="connsiteY6" fmla="*/ 5572 h 114347"/>
                <a:gd name="connsiteX7" fmla="*/ 184928 w 190499"/>
                <a:gd name="connsiteY7" fmla="*/ 5572 h 114347"/>
                <a:gd name="connsiteX8" fmla="*/ 184928 w 190499"/>
                <a:gd name="connsiteY8" fmla="*/ 32528 h 114347"/>
                <a:gd name="connsiteX9" fmla="*/ 108728 w 190499"/>
                <a:gd name="connsiteY9" fmla="*/ 108728 h 114347"/>
                <a:gd name="connsiteX10" fmla="*/ 95202 w 190499"/>
                <a:gd name="connsiteY10" fmla="*/ 114348 h 114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499" h="114347">
                  <a:moveTo>
                    <a:pt x="95202" y="114348"/>
                  </a:moveTo>
                  <a:cubicBezTo>
                    <a:pt x="90345" y="114348"/>
                    <a:pt x="85487" y="112443"/>
                    <a:pt x="81772" y="108728"/>
                  </a:cubicBezTo>
                  <a:lnTo>
                    <a:pt x="5572" y="32528"/>
                  </a:lnTo>
                  <a:cubicBezTo>
                    <a:pt x="-1857" y="25098"/>
                    <a:pt x="-1857" y="13002"/>
                    <a:pt x="5572" y="5572"/>
                  </a:cubicBezTo>
                  <a:cubicBezTo>
                    <a:pt x="13002" y="-1857"/>
                    <a:pt x="25098" y="-1857"/>
                    <a:pt x="32528" y="5572"/>
                  </a:cubicBezTo>
                  <a:lnTo>
                    <a:pt x="95202" y="68342"/>
                  </a:lnTo>
                  <a:lnTo>
                    <a:pt x="157972" y="5572"/>
                  </a:lnTo>
                  <a:cubicBezTo>
                    <a:pt x="165402" y="-1857"/>
                    <a:pt x="177498" y="-1857"/>
                    <a:pt x="184928" y="5572"/>
                  </a:cubicBezTo>
                  <a:cubicBezTo>
                    <a:pt x="192357" y="13002"/>
                    <a:pt x="192357" y="25098"/>
                    <a:pt x="184928" y="32528"/>
                  </a:cubicBezTo>
                  <a:lnTo>
                    <a:pt x="108728" y="108728"/>
                  </a:lnTo>
                  <a:cubicBezTo>
                    <a:pt x="104918" y="112443"/>
                    <a:pt x="100060" y="114348"/>
                    <a:pt x="95202" y="114348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1565C886-07C2-4069-A344-B191423EBB3C}"/>
                </a:ext>
              </a:extLst>
            </p:cNvPr>
            <p:cNvSpPr/>
            <p:nvPr/>
          </p:nvSpPr>
          <p:spPr>
            <a:xfrm>
              <a:off x="8661689" y="1861899"/>
              <a:ext cx="368085" cy="11503"/>
            </a:xfrm>
            <a:custGeom>
              <a:avLst/>
              <a:gdLst>
                <a:gd name="connsiteX0" fmla="*/ 0 w 1219200"/>
                <a:gd name="connsiteY0" fmla="*/ 0 h 38100"/>
                <a:gd name="connsiteX1" fmla="*/ 1219200 w 1219200"/>
                <a:gd name="connsiteY1" fmla="*/ 0 h 38100"/>
                <a:gd name="connsiteX2" fmla="*/ 1219200 w 1219200"/>
                <a:gd name="connsiteY2" fmla="*/ 38100 h 38100"/>
                <a:gd name="connsiteX3" fmla="*/ 0 w 12192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" h="38100">
                  <a:moveTo>
                    <a:pt x="0" y="0"/>
                  </a:moveTo>
                  <a:lnTo>
                    <a:pt x="1219200" y="0"/>
                  </a:lnTo>
                  <a:lnTo>
                    <a:pt x="1219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FC5EA184-E33F-4143-9271-02ECB660B699}"/>
                </a:ext>
              </a:extLst>
            </p:cNvPr>
            <p:cNvSpPr/>
            <p:nvPr/>
          </p:nvSpPr>
          <p:spPr>
            <a:xfrm>
              <a:off x="8817003" y="1562831"/>
              <a:ext cx="57485" cy="34508"/>
            </a:xfrm>
            <a:custGeom>
              <a:avLst/>
              <a:gdLst>
                <a:gd name="connsiteX0" fmla="*/ 95156 w 190405"/>
                <a:gd name="connsiteY0" fmla="*/ 114300 h 114300"/>
                <a:gd name="connsiteX1" fmla="*/ 76106 w 190405"/>
                <a:gd name="connsiteY1" fmla="*/ 95536 h 114300"/>
                <a:gd name="connsiteX2" fmla="*/ 76106 w 190405"/>
                <a:gd name="connsiteY2" fmla="*/ 95536 h 114300"/>
                <a:gd name="connsiteX3" fmla="*/ 76106 w 190405"/>
                <a:gd name="connsiteY3" fmla="*/ 95536 h 114300"/>
                <a:gd name="connsiteX4" fmla="*/ 76106 w 190405"/>
                <a:gd name="connsiteY4" fmla="*/ 95536 h 114300"/>
                <a:gd name="connsiteX5" fmla="*/ 76106 w 190405"/>
                <a:gd name="connsiteY5" fmla="*/ 95441 h 114300"/>
                <a:gd name="connsiteX6" fmla="*/ 76106 w 190405"/>
                <a:gd name="connsiteY6" fmla="*/ 95345 h 114300"/>
                <a:gd name="connsiteX7" fmla="*/ 76106 w 190405"/>
                <a:gd name="connsiteY7" fmla="*/ 95345 h 114300"/>
                <a:gd name="connsiteX8" fmla="*/ 76106 w 190405"/>
                <a:gd name="connsiteY8" fmla="*/ 95250 h 114300"/>
                <a:gd name="connsiteX9" fmla="*/ 18860 w 190405"/>
                <a:gd name="connsiteY9" fmla="*/ 38100 h 114300"/>
                <a:gd name="connsiteX10" fmla="*/ 1 w 190405"/>
                <a:gd name="connsiteY10" fmla="*/ 18955 h 114300"/>
                <a:gd name="connsiteX11" fmla="*/ 18956 w 190405"/>
                <a:gd name="connsiteY11" fmla="*/ 0 h 114300"/>
                <a:gd name="connsiteX12" fmla="*/ 95441 w 190405"/>
                <a:gd name="connsiteY12" fmla="*/ 35243 h 114300"/>
                <a:gd name="connsiteX13" fmla="*/ 171356 w 190405"/>
                <a:gd name="connsiteY13" fmla="*/ 0 h 114300"/>
                <a:gd name="connsiteX14" fmla="*/ 190406 w 190405"/>
                <a:gd name="connsiteY14" fmla="*/ 19050 h 114300"/>
                <a:gd name="connsiteX15" fmla="*/ 171356 w 190405"/>
                <a:gd name="connsiteY15" fmla="*/ 38100 h 114300"/>
                <a:gd name="connsiteX16" fmla="*/ 114206 w 190405"/>
                <a:gd name="connsiteY16" fmla="*/ 95345 h 114300"/>
                <a:gd name="connsiteX17" fmla="*/ 95156 w 190405"/>
                <a:gd name="connsiteY17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0405" h="114300">
                  <a:moveTo>
                    <a:pt x="95156" y="114300"/>
                  </a:moveTo>
                  <a:cubicBezTo>
                    <a:pt x="84678" y="114300"/>
                    <a:pt x="76296" y="105918"/>
                    <a:pt x="76106" y="95536"/>
                  </a:cubicBezTo>
                  <a:cubicBezTo>
                    <a:pt x="76106" y="95536"/>
                    <a:pt x="76106" y="95536"/>
                    <a:pt x="76106" y="95536"/>
                  </a:cubicBezTo>
                  <a:lnTo>
                    <a:pt x="76106" y="95536"/>
                  </a:lnTo>
                  <a:lnTo>
                    <a:pt x="76106" y="95536"/>
                  </a:lnTo>
                  <a:cubicBezTo>
                    <a:pt x="76106" y="95536"/>
                    <a:pt x="76106" y="95441"/>
                    <a:pt x="76106" y="95441"/>
                  </a:cubicBezTo>
                  <a:cubicBezTo>
                    <a:pt x="76106" y="95441"/>
                    <a:pt x="76106" y="95441"/>
                    <a:pt x="76106" y="95345"/>
                  </a:cubicBezTo>
                  <a:lnTo>
                    <a:pt x="76106" y="95345"/>
                  </a:lnTo>
                  <a:cubicBezTo>
                    <a:pt x="76106" y="95345"/>
                    <a:pt x="76106" y="95345"/>
                    <a:pt x="76106" y="95250"/>
                  </a:cubicBezTo>
                  <a:cubicBezTo>
                    <a:pt x="76106" y="41434"/>
                    <a:pt x="28385" y="38195"/>
                    <a:pt x="18860" y="38100"/>
                  </a:cubicBezTo>
                  <a:cubicBezTo>
                    <a:pt x="8383" y="38005"/>
                    <a:pt x="-94" y="29432"/>
                    <a:pt x="1" y="18955"/>
                  </a:cubicBezTo>
                  <a:cubicBezTo>
                    <a:pt x="1" y="8477"/>
                    <a:pt x="8478" y="0"/>
                    <a:pt x="18956" y="0"/>
                  </a:cubicBezTo>
                  <a:cubicBezTo>
                    <a:pt x="40482" y="0"/>
                    <a:pt x="74391" y="8477"/>
                    <a:pt x="95441" y="35243"/>
                  </a:cubicBezTo>
                  <a:cubicBezTo>
                    <a:pt x="109824" y="15621"/>
                    <a:pt x="133637" y="0"/>
                    <a:pt x="171356" y="0"/>
                  </a:cubicBezTo>
                  <a:cubicBezTo>
                    <a:pt x="181928" y="0"/>
                    <a:pt x="190406" y="8573"/>
                    <a:pt x="190406" y="19050"/>
                  </a:cubicBezTo>
                  <a:cubicBezTo>
                    <a:pt x="190406" y="29528"/>
                    <a:pt x="181928" y="38100"/>
                    <a:pt x="171356" y="38100"/>
                  </a:cubicBezTo>
                  <a:cubicBezTo>
                    <a:pt x="117635" y="38100"/>
                    <a:pt x="114301" y="85725"/>
                    <a:pt x="114206" y="95345"/>
                  </a:cubicBezTo>
                  <a:cubicBezTo>
                    <a:pt x="114110" y="105823"/>
                    <a:pt x="105633" y="114300"/>
                    <a:pt x="95156" y="1143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0DFDCC72-7B73-44A9-841F-D1B6EF12CC9F}"/>
                </a:ext>
              </a:extLst>
            </p:cNvPr>
            <p:cNvSpPr/>
            <p:nvPr/>
          </p:nvSpPr>
          <p:spPr>
            <a:xfrm>
              <a:off x="8863014" y="1585836"/>
              <a:ext cx="57485" cy="34508"/>
            </a:xfrm>
            <a:custGeom>
              <a:avLst/>
              <a:gdLst>
                <a:gd name="connsiteX0" fmla="*/ 95156 w 190405"/>
                <a:gd name="connsiteY0" fmla="*/ 114300 h 114300"/>
                <a:gd name="connsiteX1" fmla="*/ 76106 w 190405"/>
                <a:gd name="connsiteY1" fmla="*/ 95536 h 114300"/>
                <a:gd name="connsiteX2" fmla="*/ 76106 w 190405"/>
                <a:gd name="connsiteY2" fmla="*/ 95536 h 114300"/>
                <a:gd name="connsiteX3" fmla="*/ 76106 w 190405"/>
                <a:gd name="connsiteY3" fmla="*/ 95536 h 114300"/>
                <a:gd name="connsiteX4" fmla="*/ 76106 w 190405"/>
                <a:gd name="connsiteY4" fmla="*/ 95536 h 114300"/>
                <a:gd name="connsiteX5" fmla="*/ 76106 w 190405"/>
                <a:gd name="connsiteY5" fmla="*/ 95441 h 114300"/>
                <a:gd name="connsiteX6" fmla="*/ 76106 w 190405"/>
                <a:gd name="connsiteY6" fmla="*/ 95345 h 114300"/>
                <a:gd name="connsiteX7" fmla="*/ 76106 w 190405"/>
                <a:gd name="connsiteY7" fmla="*/ 95345 h 114300"/>
                <a:gd name="connsiteX8" fmla="*/ 76106 w 190405"/>
                <a:gd name="connsiteY8" fmla="*/ 95250 h 114300"/>
                <a:gd name="connsiteX9" fmla="*/ 18860 w 190405"/>
                <a:gd name="connsiteY9" fmla="*/ 38100 h 114300"/>
                <a:gd name="connsiteX10" fmla="*/ 1 w 190405"/>
                <a:gd name="connsiteY10" fmla="*/ 18955 h 114300"/>
                <a:gd name="connsiteX11" fmla="*/ 18956 w 190405"/>
                <a:gd name="connsiteY11" fmla="*/ 0 h 114300"/>
                <a:gd name="connsiteX12" fmla="*/ 95441 w 190405"/>
                <a:gd name="connsiteY12" fmla="*/ 35243 h 114300"/>
                <a:gd name="connsiteX13" fmla="*/ 171356 w 190405"/>
                <a:gd name="connsiteY13" fmla="*/ 0 h 114300"/>
                <a:gd name="connsiteX14" fmla="*/ 190406 w 190405"/>
                <a:gd name="connsiteY14" fmla="*/ 19050 h 114300"/>
                <a:gd name="connsiteX15" fmla="*/ 171356 w 190405"/>
                <a:gd name="connsiteY15" fmla="*/ 38100 h 114300"/>
                <a:gd name="connsiteX16" fmla="*/ 114206 w 190405"/>
                <a:gd name="connsiteY16" fmla="*/ 95345 h 114300"/>
                <a:gd name="connsiteX17" fmla="*/ 95156 w 190405"/>
                <a:gd name="connsiteY17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0405" h="114300">
                  <a:moveTo>
                    <a:pt x="95156" y="114300"/>
                  </a:moveTo>
                  <a:cubicBezTo>
                    <a:pt x="84678" y="114300"/>
                    <a:pt x="76296" y="105918"/>
                    <a:pt x="76106" y="95536"/>
                  </a:cubicBezTo>
                  <a:cubicBezTo>
                    <a:pt x="76106" y="95536"/>
                    <a:pt x="76106" y="95536"/>
                    <a:pt x="76106" y="95536"/>
                  </a:cubicBezTo>
                  <a:lnTo>
                    <a:pt x="76106" y="95536"/>
                  </a:lnTo>
                  <a:lnTo>
                    <a:pt x="76106" y="95536"/>
                  </a:lnTo>
                  <a:cubicBezTo>
                    <a:pt x="76106" y="95536"/>
                    <a:pt x="76106" y="95441"/>
                    <a:pt x="76106" y="95441"/>
                  </a:cubicBezTo>
                  <a:cubicBezTo>
                    <a:pt x="76106" y="95441"/>
                    <a:pt x="76106" y="95441"/>
                    <a:pt x="76106" y="95345"/>
                  </a:cubicBezTo>
                  <a:lnTo>
                    <a:pt x="76106" y="95345"/>
                  </a:lnTo>
                  <a:cubicBezTo>
                    <a:pt x="76106" y="95345"/>
                    <a:pt x="76106" y="95345"/>
                    <a:pt x="76106" y="95250"/>
                  </a:cubicBezTo>
                  <a:cubicBezTo>
                    <a:pt x="76106" y="41434"/>
                    <a:pt x="28385" y="38195"/>
                    <a:pt x="18860" y="38100"/>
                  </a:cubicBezTo>
                  <a:cubicBezTo>
                    <a:pt x="8383" y="38005"/>
                    <a:pt x="-94" y="29432"/>
                    <a:pt x="1" y="18955"/>
                  </a:cubicBezTo>
                  <a:cubicBezTo>
                    <a:pt x="1" y="8477"/>
                    <a:pt x="8478" y="0"/>
                    <a:pt x="18956" y="0"/>
                  </a:cubicBezTo>
                  <a:cubicBezTo>
                    <a:pt x="40482" y="0"/>
                    <a:pt x="74391" y="8477"/>
                    <a:pt x="95441" y="35243"/>
                  </a:cubicBezTo>
                  <a:cubicBezTo>
                    <a:pt x="109824" y="15621"/>
                    <a:pt x="133637" y="0"/>
                    <a:pt x="171356" y="0"/>
                  </a:cubicBezTo>
                  <a:cubicBezTo>
                    <a:pt x="181928" y="0"/>
                    <a:pt x="190406" y="8572"/>
                    <a:pt x="190406" y="19050"/>
                  </a:cubicBezTo>
                  <a:cubicBezTo>
                    <a:pt x="190406" y="29528"/>
                    <a:pt x="181928" y="38100"/>
                    <a:pt x="171356" y="38100"/>
                  </a:cubicBezTo>
                  <a:cubicBezTo>
                    <a:pt x="117635" y="38100"/>
                    <a:pt x="114301" y="85725"/>
                    <a:pt x="114206" y="95345"/>
                  </a:cubicBezTo>
                  <a:cubicBezTo>
                    <a:pt x="114110" y="105823"/>
                    <a:pt x="105633" y="114300"/>
                    <a:pt x="95156" y="1143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1C0CEDDE-A61B-4C26-8ECA-0009F1E9061D}"/>
                </a:ext>
              </a:extLst>
            </p:cNvPr>
            <p:cNvSpPr/>
            <p:nvPr/>
          </p:nvSpPr>
          <p:spPr>
            <a:xfrm>
              <a:off x="8793998" y="1608842"/>
              <a:ext cx="57485" cy="34508"/>
            </a:xfrm>
            <a:custGeom>
              <a:avLst/>
              <a:gdLst>
                <a:gd name="connsiteX0" fmla="*/ 95156 w 190405"/>
                <a:gd name="connsiteY0" fmla="*/ 114300 h 114300"/>
                <a:gd name="connsiteX1" fmla="*/ 76106 w 190405"/>
                <a:gd name="connsiteY1" fmla="*/ 95536 h 114300"/>
                <a:gd name="connsiteX2" fmla="*/ 76106 w 190405"/>
                <a:gd name="connsiteY2" fmla="*/ 95536 h 114300"/>
                <a:gd name="connsiteX3" fmla="*/ 76106 w 190405"/>
                <a:gd name="connsiteY3" fmla="*/ 95536 h 114300"/>
                <a:gd name="connsiteX4" fmla="*/ 76106 w 190405"/>
                <a:gd name="connsiteY4" fmla="*/ 95536 h 114300"/>
                <a:gd name="connsiteX5" fmla="*/ 76106 w 190405"/>
                <a:gd name="connsiteY5" fmla="*/ 95441 h 114300"/>
                <a:gd name="connsiteX6" fmla="*/ 76106 w 190405"/>
                <a:gd name="connsiteY6" fmla="*/ 95345 h 114300"/>
                <a:gd name="connsiteX7" fmla="*/ 76106 w 190405"/>
                <a:gd name="connsiteY7" fmla="*/ 95345 h 114300"/>
                <a:gd name="connsiteX8" fmla="*/ 76106 w 190405"/>
                <a:gd name="connsiteY8" fmla="*/ 95250 h 114300"/>
                <a:gd name="connsiteX9" fmla="*/ 18860 w 190405"/>
                <a:gd name="connsiteY9" fmla="*/ 38100 h 114300"/>
                <a:gd name="connsiteX10" fmla="*/ 1 w 190405"/>
                <a:gd name="connsiteY10" fmla="*/ 18955 h 114300"/>
                <a:gd name="connsiteX11" fmla="*/ 18956 w 190405"/>
                <a:gd name="connsiteY11" fmla="*/ 0 h 114300"/>
                <a:gd name="connsiteX12" fmla="*/ 95441 w 190405"/>
                <a:gd name="connsiteY12" fmla="*/ 35243 h 114300"/>
                <a:gd name="connsiteX13" fmla="*/ 171356 w 190405"/>
                <a:gd name="connsiteY13" fmla="*/ 0 h 114300"/>
                <a:gd name="connsiteX14" fmla="*/ 190406 w 190405"/>
                <a:gd name="connsiteY14" fmla="*/ 19050 h 114300"/>
                <a:gd name="connsiteX15" fmla="*/ 171356 w 190405"/>
                <a:gd name="connsiteY15" fmla="*/ 38100 h 114300"/>
                <a:gd name="connsiteX16" fmla="*/ 114206 w 190405"/>
                <a:gd name="connsiteY16" fmla="*/ 95345 h 114300"/>
                <a:gd name="connsiteX17" fmla="*/ 95156 w 190405"/>
                <a:gd name="connsiteY17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0405" h="114300">
                  <a:moveTo>
                    <a:pt x="95156" y="114300"/>
                  </a:moveTo>
                  <a:cubicBezTo>
                    <a:pt x="84678" y="114300"/>
                    <a:pt x="76296" y="105918"/>
                    <a:pt x="76106" y="95536"/>
                  </a:cubicBezTo>
                  <a:cubicBezTo>
                    <a:pt x="76106" y="95536"/>
                    <a:pt x="76106" y="95536"/>
                    <a:pt x="76106" y="95536"/>
                  </a:cubicBezTo>
                  <a:lnTo>
                    <a:pt x="76106" y="95536"/>
                  </a:lnTo>
                  <a:lnTo>
                    <a:pt x="76106" y="95536"/>
                  </a:lnTo>
                  <a:cubicBezTo>
                    <a:pt x="76106" y="95536"/>
                    <a:pt x="76106" y="95441"/>
                    <a:pt x="76106" y="95441"/>
                  </a:cubicBezTo>
                  <a:cubicBezTo>
                    <a:pt x="76106" y="95441"/>
                    <a:pt x="76106" y="95441"/>
                    <a:pt x="76106" y="95345"/>
                  </a:cubicBezTo>
                  <a:lnTo>
                    <a:pt x="76106" y="95345"/>
                  </a:lnTo>
                  <a:cubicBezTo>
                    <a:pt x="76106" y="95345"/>
                    <a:pt x="76106" y="95345"/>
                    <a:pt x="76106" y="95250"/>
                  </a:cubicBezTo>
                  <a:cubicBezTo>
                    <a:pt x="76106" y="41434"/>
                    <a:pt x="28385" y="38195"/>
                    <a:pt x="18860" y="38100"/>
                  </a:cubicBezTo>
                  <a:cubicBezTo>
                    <a:pt x="8383" y="38005"/>
                    <a:pt x="-94" y="29432"/>
                    <a:pt x="1" y="18955"/>
                  </a:cubicBezTo>
                  <a:cubicBezTo>
                    <a:pt x="1" y="8477"/>
                    <a:pt x="8478" y="0"/>
                    <a:pt x="18956" y="0"/>
                  </a:cubicBezTo>
                  <a:cubicBezTo>
                    <a:pt x="40482" y="0"/>
                    <a:pt x="74391" y="8477"/>
                    <a:pt x="95441" y="35243"/>
                  </a:cubicBezTo>
                  <a:cubicBezTo>
                    <a:pt x="109824" y="15621"/>
                    <a:pt x="133637" y="0"/>
                    <a:pt x="171356" y="0"/>
                  </a:cubicBezTo>
                  <a:cubicBezTo>
                    <a:pt x="181928" y="0"/>
                    <a:pt x="190406" y="8572"/>
                    <a:pt x="190406" y="19050"/>
                  </a:cubicBezTo>
                  <a:cubicBezTo>
                    <a:pt x="190406" y="29528"/>
                    <a:pt x="181928" y="38100"/>
                    <a:pt x="171356" y="38100"/>
                  </a:cubicBezTo>
                  <a:cubicBezTo>
                    <a:pt x="117635" y="38100"/>
                    <a:pt x="114301" y="85725"/>
                    <a:pt x="114206" y="95345"/>
                  </a:cubicBezTo>
                  <a:cubicBezTo>
                    <a:pt x="114110" y="105823"/>
                    <a:pt x="105633" y="114300"/>
                    <a:pt x="95156" y="1143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grpSp>
          <p:nvGrpSpPr>
            <p:cNvPr id="490" name="Graphic 112">
              <a:extLst>
                <a:ext uri="{FF2B5EF4-FFF2-40B4-BE49-F238E27FC236}">
                  <a16:creationId xmlns:a16="http://schemas.microsoft.com/office/drawing/2014/main" id="{DE52BF7A-CAC2-487B-9B7D-E0177AEFC8C3}"/>
                </a:ext>
              </a:extLst>
            </p:cNvPr>
            <p:cNvGrpSpPr/>
            <p:nvPr/>
          </p:nvGrpSpPr>
          <p:grpSpPr>
            <a:xfrm>
              <a:off x="8721129" y="1723948"/>
              <a:ext cx="249205" cy="146665"/>
              <a:chOff x="5769006" y="3448315"/>
              <a:chExt cx="825436" cy="485795"/>
            </a:xfrm>
            <a:solidFill>
              <a:schemeClr val="accent3"/>
            </a:solidFill>
          </p:grpSpPr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CFC9CDF9-9D84-4A3C-A14E-BD67EA2C51E1}"/>
                  </a:ext>
                </a:extLst>
              </p:cNvPr>
              <p:cNvSpPr/>
              <p:nvPr/>
            </p:nvSpPr>
            <p:spPr>
              <a:xfrm>
                <a:off x="5932836" y="3448335"/>
                <a:ext cx="133540" cy="38100"/>
              </a:xfrm>
              <a:custGeom>
                <a:avLst/>
                <a:gdLst>
                  <a:gd name="connsiteX0" fmla="*/ 114491 w 133540"/>
                  <a:gd name="connsiteY0" fmla="*/ 38100 h 38100"/>
                  <a:gd name="connsiteX1" fmla="*/ 19050 w 133540"/>
                  <a:gd name="connsiteY1" fmla="*/ 38100 h 38100"/>
                  <a:gd name="connsiteX2" fmla="*/ 0 w 133540"/>
                  <a:gd name="connsiteY2" fmla="*/ 19050 h 38100"/>
                  <a:gd name="connsiteX3" fmla="*/ 19050 w 133540"/>
                  <a:gd name="connsiteY3" fmla="*/ 0 h 38100"/>
                  <a:gd name="connsiteX4" fmla="*/ 114491 w 133540"/>
                  <a:gd name="connsiteY4" fmla="*/ 0 h 38100"/>
                  <a:gd name="connsiteX5" fmla="*/ 133541 w 133540"/>
                  <a:gd name="connsiteY5" fmla="*/ 19050 h 38100"/>
                  <a:gd name="connsiteX6" fmla="*/ 114491 w 133540"/>
                  <a:gd name="connsiteY6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540" h="38100">
                    <a:moveTo>
                      <a:pt x="114491" y="38100"/>
                    </a:moveTo>
                    <a:lnTo>
                      <a:pt x="19050" y="38100"/>
                    </a:lnTo>
                    <a:cubicBezTo>
                      <a:pt x="8477" y="38100"/>
                      <a:pt x="0" y="29623"/>
                      <a:pt x="0" y="19050"/>
                    </a:cubicBezTo>
                    <a:cubicBezTo>
                      <a:pt x="0" y="8477"/>
                      <a:pt x="8477" y="0"/>
                      <a:pt x="19050" y="0"/>
                    </a:cubicBezTo>
                    <a:lnTo>
                      <a:pt x="114491" y="0"/>
                    </a:lnTo>
                    <a:cubicBezTo>
                      <a:pt x="125063" y="0"/>
                      <a:pt x="133541" y="8477"/>
                      <a:pt x="133541" y="19050"/>
                    </a:cubicBezTo>
                    <a:cubicBezTo>
                      <a:pt x="133541" y="29528"/>
                      <a:pt x="125063" y="38100"/>
                      <a:pt x="114491" y="38100"/>
                    </a:cubicBezTo>
                    <a:close/>
                  </a:path>
                </a:pathLst>
              </a:custGeom>
              <a:grpFill/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grpSp>
            <p:nvGrpSpPr>
              <p:cNvPr id="492" name="Graphic 112">
                <a:extLst>
                  <a:ext uri="{FF2B5EF4-FFF2-40B4-BE49-F238E27FC236}">
                    <a16:creationId xmlns:a16="http://schemas.microsoft.com/office/drawing/2014/main" id="{6A8A65E6-C48F-400A-8102-ECCC3D8707E4}"/>
                  </a:ext>
                </a:extLst>
              </p:cNvPr>
              <p:cNvGrpSpPr/>
              <p:nvPr/>
            </p:nvGrpSpPr>
            <p:grpSpPr>
              <a:xfrm>
                <a:off x="5769006" y="3448315"/>
                <a:ext cx="825436" cy="485795"/>
                <a:chOff x="5769006" y="3448315"/>
                <a:chExt cx="825436" cy="485795"/>
              </a:xfrm>
              <a:grpFill/>
            </p:grpSpPr>
            <p:sp>
              <p:nvSpPr>
                <p:cNvPr id="493" name="Freeform: Shape 492">
                  <a:extLst>
                    <a:ext uri="{FF2B5EF4-FFF2-40B4-BE49-F238E27FC236}">
                      <a16:creationId xmlns:a16="http://schemas.microsoft.com/office/drawing/2014/main" id="{43C84647-8162-4629-91AB-35A6DA913F9A}"/>
                    </a:ext>
                  </a:extLst>
                </p:cNvPr>
                <p:cNvSpPr/>
                <p:nvPr/>
              </p:nvSpPr>
              <p:spPr>
                <a:xfrm>
                  <a:off x="5912148" y="3538061"/>
                  <a:ext cx="431762" cy="252888"/>
                </a:xfrm>
                <a:custGeom>
                  <a:avLst/>
                  <a:gdLst>
                    <a:gd name="connsiteX0" fmla="*/ 269576 w 431762"/>
                    <a:gd name="connsiteY0" fmla="*/ 252889 h 252888"/>
                    <a:gd name="connsiteX1" fmla="*/ 19069 w 431762"/>
                    <a:gd name="connsiteY1" fmla="*/ 252889 h 252888"/>
                    <a:gd name="connsiteX2" fmla="*/ 2876 w 431762"/>
                    <a:gd name="connsiteY2" fmla="*/ 243840 h 252888"/>
                    <a:gd name="connsiteX3" fmla="*/ 2019 w 431762"/>
                    <a:gd name="connsiteY3" fmla="*/ 225266 h 252888"/>
                    <a:gd name="connsiteX4" fmla="*/ 109366 w 431762"/>
                    <a:gd name="connsiteY4" fmla="*/ 10573 h 252888"/>
                    <a:gd name="connsiteX5" fmla="*/ 126416 w 431762"/>
                    <a:gd name="connsiteY5" fmla="*/ 0 h 252888"/>
                    <a:gd name="connsiteX6" fmla="*/ 412737 w 431762"/>
                    <a:gd name="connsiteY6" fmla="*/ 0 h 252888"/>
                    <a:gd name="connsiteX7" fmla="*/ 429501 w 431762"/>
                    <a:gd name="connsiteY7" fmla="*/ 10097 h 252888"/>
                    <a:gd name="connsiteX8" fmla="*/ 428549 w 431762"/>
                    <a:gd name="connsiteY8" fmla="*/ 29623 h 252888"/>
                    <a:gd name="connsiteX9" fmla="*/ 285388 w 431762"/>
                    <a:gd name="connsiteY9" fmla="*/ 244412 h 252888"/>
                    <a:gd name="connsiteX10" fmla="*/ 269576 w 431762"/>
                    <a:gd name="connsiteY10" fmla="*/ 252889 h 252888"/>
                    <a:gd name="connsiteX11" fmla="*/ 49835 w 431762"/>
                    <a:gd name="connsiteY11" fmla="*/ 214789 h 252888"/>
                    <a:gd name="connsiteX12" fmla="*/ 259385 w 431762"/>
                    <a:gd name="connsiteY12" fmla="*/ 214789 h 252888"/>
                    <a:gd name="connsiteX13" fmla="*/ 377114 w 431762"/>
                    <a:gd name="connsiteY13" fmla="*/ 38195 h 252888"/>
                    <a:gd name="connsiteX14" fmla="*/ 138227 w 431762"/>
                    <a:gd name="connsiteY14" fmla="*/ 38195 h 252888"/>
                    <a:gd name="connsiteX15" fmla="*/ 49835 w 431762"/>
                    <a:gd name="connsiteY15" fmla="*/ 214789 h 2528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31762" h="252888">
                      <a:moveTo>
                        <a:pt x="269576" y="252889"/>
                      </a:moveTo>
                      <a:lnTo>
                        <a:pt x="19069" y="252889"/>
                      </a:lnTo>
                      <a:cubicBezTo>
                        <a:pt x="12497" y="252889"/>
                        <a:pt x="6305" y="249460"/>
                        <a:pt x="2876" y="243840"/>
                      </a:cubicBezTo>
                      <a:cubicBezTo>
                        <a:pt x="-648" y="238220"/>
                        <a:pt x="-934" y="231172"/>
                        <a:pt x="2019" y="225266"/>
                      </a:cubicBezTo>
                      <a:lnTo>
                        <a:pt x="109366" y="10573"/>
                      </a:lnTo>
                      <a:cubicBezTo>
                        <a:pt x="112604" y="4096"/>
                        <a:pt x="119177" y="0"/>
                        <a:pt x="126416" y="0"/>
                      </a:cubicBezTo>
                      <a:lnTo>
                        <a:pt x="412737" y="0"/>
                      </a:lnTo>
                      <a:cubicBezTo>
                        <a:pt x="419786" y="0"/>
                        <a:pt x="426263" y="3905"/>
                        <a:pt x="429501" y="10097"/>
                      </a:cubicBezTo>
                      <a:cubicBezTo>
                        <a:pt x="432835" y="16288"/>
                        <a:pt x="432454" y="23813"/>
                        <a:pt x="428549" y="29623"/>
                      </a:cubicBezTo>
                      <a:lnTo>
                        <a:pt x="285388" y="244412"/>
                      </a:lnTo>
                      <a:cubicBezTo>
                        <a:pt x="281864" y="249746"/>
                        <a:pt x="275958" y="252889"/>
                        <a:pt x="269576" y="252889"/>
                      </a:cubicBezTo>
                      <a:close/>
                      <a:moveTo>
                        <a:pt x="49835" y="214789"/>
                      </a:moveTo>
                      <a:lnTo>
                        <a:pt x="259385" y="214789"/>
                      </a:lnTo>
                      <a:lnTo>
                        <a:pt x="377114" y="38195"/>
                      </a:lnTo>
                      <a:lnTo>
                        <a:pt x="138227" y="38195"/>
                      </a:lnTo>
                      <a:lnTo>
                        <a:pt x="49835" y="214789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494" name="Freeform: Shape 493">
                  <a:extLst>
                    <a:ext uri="{FF2B5EF4-FFF2-40B4-BE49-F238E27FC236}">
                      <a16:creationId xmlns:a16="http://schemas.microsoft.com/office/drawing/2014/main" id="{B0F47065-BC09-45D2-A7F4-8EBF1D6CECD4}"/>
                    </a:ext>
                  </a:extLst>
                </p:cNvPr>
                <p:cNvSpPr/>
                <p:nvPr/>
              </p:nvSpPr>
              <p:spPr>
                <a:xfrm>
                  <a:off x="5968630" y="3448315"/>
                  <a:ext cx="232070" cy="342634"/>
                </a:xfrm>
                <a:custGeom>
                  <a:avLst/>
                  <a:gdLst>
                    <a:gd name="connsiteX0" fmla="*/ 213095 w 232070"/>
                    <a:gd name="connsiteY0" fmla="*/ 342635 h 342634"/>
                    <a:gd name="connsiteX1" fmla="*/ 196998 w 232070"/>
                    <a:gd name="connsiteY1" fmla="*/ 333777 h 342634"/>
                    <a:gd name="connsiteX2" fmla="*/ 2973 w 232070"/>
                    <a:gd name="connsiteY2" fmla="*/ 29262 h 342634"/>
                    <a:gd name="connsiteX3" fmla="*/ 8784 w 232070"/>
                    <a:gd name="connsiteY3" fmla="*/ 2973 h 342634"/>
                    <a:gd name="connsiteX4" fmla="*/ 35073 w 232070"/>
                    <a:gd name="connsiteY4" fmla="*/ 8784 h 342634"/>
                    <a:gd name="connsiteX5" fmla="*/ 229097 w 232070"/>
                    <a:gd name="connsiteY5" fmla="*/ 313298 h 342634"/>
                    <a:gd name="connsiteX6" fmla="*/ 223287 w 232070"/>
                    <a:gd name="connsiteY6" fmla="*/ 339587 h 342634"/>
                    <a:gd name="connsiteX7" fmla="*/ 213095 w 232070"/>
                    <a:gd name="connsiteY7" fmla="*/ 342635 h 342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32070" h="342634">
                      <a:moveTo>
                        <a:pt x="213095" y="342635"/>
                      </a:moveTo>
                      <a:cubicBezTo>
                        <a:pt x="206808" y="342635"/>
                        <a:pt x="200617" y="339492"/>
                        <a:pt x="196998" y="333777"/>
                      </a:cubicBezTo>
                      <a:lnTo>
                        <a:pt x="2973" y="29262"/>
                      </a:lnTo>
                      <a:cubicBezTo>
                        <a:pt x="-2646" y="20404"/>
                        <a:pt x="-75" y="8593"/>
                        <a:pt x="8784" y="2973"/>
                      </a:cubicBezTo>
                      <a:cubicBezTo>
                        <a:pt x="17642" y="-2646"/>
                        <a:pt x="29453" y="-75"/>
                        <a:pt x="35073" y="8784"/>
                      </a:cubicBezTo>
                      <a:lnTo>
                        <a:pt x="229097" y="313298"/>
                      </a:lnTo>
                      <a:cubicBezTo>
                        <a:pt x="234717" y="322156"/>
                        <a:pt x="232145" y="333967"/>
                        <a:pt x="223287" y="339587"/>
                      </a:cubicBezTo>
                      <a:cubicBezTo>
                        <a:pt x="220143" y="341682"/>
                        <a:pt x="216619" y="342635"/>
                        <a:pt x="213095" y="342635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495" name="Freeform: Shape 494">
                  <a:extLst>
                    <a:ext uri="{FF2B5EF4-FFF2-40B4-BE49-F238E27FC236}">
                      <a16:creationId xmlns:a16="http://schemas.microsoft.com/office/drawing/2014/main" id="{F70320AB-6294-4AA2-844F-18D211CB9473}"/>
                    </a:ext>
                  </a:extLst>
                </p:cNvPr>
                <p:cNvSpPr/>
                <p:nvPr/>
              </p:nvSpPr>
              <p:spPr>
                <a:xfrm>
                  <a:off x="6198489" y="3466528"/>
                  <a:ext cx="252882" cy="324421"/>
                </a:xfrm>
                <a:custGeom>
                  <a:avLst/>
                  <a:gdLst>
                    <a:gd name="connsiteX0" fmla="*/ 233744 w 252882"/>
                    <a:gd name="connsiteY0" fmla="*/ 324422 h 324421"/>
                    <a:gd name="connsiteX1" fmla="*/ 216694 w 252882"/>
                    <a:gd name="connsiteY1" fmla="*/ 313849 h 324421"/>
                    <a:gd name="connsiteX2" fmla="*/ 78867 w 252882"/>
                    <a:gd name="connsiteY2" fmla="*/ 38100 h 324421"/>
                    <a:gd name="connsiteX3" fmla="*/ 19050 w 252882"/>
                    <a:gd name="connsiteY3" fmla="*/ 38100 h 324421"/>
                    <a:gd name="connsiteX4" fmla="*/ 0 w 252882"/>
                    <a:gd name="connsiteY4" fmla="*/ 19050 h 324421"/>
                    <a:gd name="connsiteX5" fmla="*/ 19050 w 252882"/>
                    <a:gd name="connsiteY5" fmla="*/ 0 h 324421"/>
                    <a:gd name="connsiteX6" fmla="*/ 90678 w 252882"/>
                    <a:gd name="connsiteY6" fmla="*/ 0 h 324421"/>
                    <a:gd name="connsiteX7" fmla="*/ 107728 w 252882"/>
                    <a:gd name="connsiteY7" fmla="*/ 10573 h 324421"/>
                    <a:gd name="connsiteX8" fmla="*/ 250888 w 252882"/>
                    <a:gd name="connsiteY8" fmla="*/ 296894 h 324421"/>
                    <a:gd name="connsiteX9" fmla="*/ 242411 w 252882"/>
                    <a:gd name="connsiteY9" fmla="*/ 322421 h 324421"/>
                    <a:gd name="connsiteX10" fmla="*/ 233744 w 252882"/>
                    <a:gd name="connsiteY10" fmla="*/ 324422 h 324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52882" h="324421">
                      <a:moveTo>
                        <a:pt x="233744" y="324422"/>
                      </a:moveTo>
                      <a:cubicBezTo>
                        <a:pt x="226790" y="324422"/>
                        <a:pt x="220027" y="320612"/>
                        <a:pt x="216694" y="313849"/>
                      </a:cubicBezTo>
                      <a:lnTo>
                        <a:pt x="78867" y="38100"/>
                      </a:lnTo>
                      <a:lnTo>
                        <a:pt x="19050" y="38100"/>
                      </a:lnTo>
                      <a:cubicBezTo>
                        <a:pt x="8477" y="38100"/>
                        <a:pt x="0" y="29623"/>
                        <a:pt x="0" y="19050"/>
                      </a:cubicBezTo>
                      <a:cubicBezTo>
                        <a:pt x="0" y="8477"/>
                        <a:pt x="8477" y="0"/>
                        <a:pt x="19050" y="0"/>
                      </a:cubicBezTo>
                      <a:lnTo>
                        <a:pt x="90678" y="0"/>
                      </a:lnTo>
                      <a:cubicBezTo>
                        <a:pt x="97917" y="0"/>
                        <a:pt x="104489" y="4096"/>
                        <a:pt x="107728" y="10573"/>
                      </a:cubicBezTo>
                      <a:lnTo>
                        <a:pt x="250888" y="296894"/>
                      </a:lnTo>
                      <a:cubicBezTo>
                        <a:pt x="255556" y="306324"/>
                        <a:pt x="251746" y="317754"/>
                        <a:pt x="242411" y="322421"/>
                      </a:cubicBezTo>
                      <a:cubicBezTo>
                        <a:pt x="239554" y="323755"/>
                        <a:pt x="236696" y="324422"/>
                        <a:pt x="233744" y="324422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496" name="Freeform: Shape 495">
                  <a:extLst>
                    <a:ext uri="{FF2B5EF4-FFF2-40B4-BE49-F238E27FC236}">
                      <a16:creationId xmlns:a16="http://schemas.microsoft.com/office/drawing/2014/main" id="{68DFBB2E-8FCD-48ED-8983-1F0448AD68B5}"/>
                    </a:ext>
                  </a:extLst>
                </p:cNvPr>
                <p:cNvSpPr/>
                <p:nvPr/>
              </p:nvSpPr>
              <p:spPr>
                <a:xfrm>
                  <a:off x="6377368" y="3717035"/>
                  <a:ext cx="109727" cy="109728"/>
                </a:xfrm>
                <a:custGeom>
                  <a:avLst/>
                  <a:gdLst>
                    <a:gd name="connsiteX0" fmla="*/ 54864 w 109727"/>
                    <a:gd name="connsiteY0" fmla="*/ 109728 h 109728"/>
                    <a:gd name="connsiteX1" fmla="*/ 0 w 109727"/>
                    <a:gd name="connsiteY1" fmla="*/ 54864 h 109728"/>
                    <a:gd name="connsiteX2" fmla="*/ 54864 w 109727"/>
                    <a:gd name="connsiteY2" fmla="*/ 0 h 109728"/>
                    <a:gd name="connsiteX3" fmla="*/ 109728 w 109727"/>
                    <a:gd name="connsiteY3" fmla="*/ 54864 h 109728"/>
                    <a:gd name="connsiteX4" fmla="*/ 54864 w 109727"/>
                    <a:gd name="connsiteY4" fmla="*/ 109728 h 109728"/>
                    <a:gd name="connsiteX5" fmla="*/ 54864 w 109727"/>
                    <a:gd name="connsiteY5" fmla="*/ 38100 h 109728"/>
                    <a:gd name="connsiteX6" fmla="*/ 38100 w 109727"/>
                    <a:gd name="connsiteY6" fmla="*/ 54864 h 109728"/>
                    <a:gd name="connsiteX7" fmla="*/ 54864 w 109727"/>
                    <a:gd name="connsiteY7" fmla="*/ 71628 h 109728"/>
                    <a:gd name="connsiteX8" fmla="*/ 71628 w 109727"/>
                    <a:gd name="connsiteY8" fmla="*/ 54864 h 109728"/>
                    <a:gd name="connsiteX9" fmla="*/ 54864 w 109727"/>
                    <a:gd name="connsiteY9" fmla="*/ 38100 h 109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9727" h="109728">
                      <a:moveTo>
                        <a:pt x="54864" y="109728"/>
                      </a:moveTo>
                      <a:cubicBezTo>
                        <a:pt x="24670" y="109728"/>
                        <a:pt x="0" y="85154"/>
                        <a:pt x="0" y="54864"/>
                      </a:cubicBezTo>
                      <a:cubicBezTo>
                        <a:pt x="0" y="24575"/>
                        <a:pt x="24575" y="0"/>
                        <a:pt x="54864" y="0"/>
                      </a:cubicBezTo>
                      <a:cubicBezTo>
                        <a:pt x="85154" y="0"/>
                        <a:pt x="109728" y="24575"/>
                        <a:pt x="109728" y="54864"/>
                      </a:cubicBezTo>
                      <a:cubicBezTo>
                        <a:pt x="109728" y="85154"/>
                        <a:pt x="85154" y="109728"/>
                        <a:pt x="54864" y="109728"/>
                      </a:cubicBezTo>
                      <a:close/>
                      <a:moveTo>
                        <a:pt x="54864" y="38100"/>
                      </a:moveTo>
                      <a:cubicBezTo>
                        <a:pt x="45625" y="38100"/>
                        <a:pt x="38100" y="45625"/>
                        <a:pt x="38100" y="54864"/>
                      </a:cubicBezTo>
                      <a:cubicBezTo>
                        <a:pt x="38100" y="64103"/>
                        <a:pt x="45625" y="71628"/>
                        <a:pt x="54864" y="71628"/>
                      </a:cubicBezTo>
                      <a:cubicBezTo>
                        <a:pt x="64103" y="71628"/>
                        <a:pt x="71628" y="64103"/>
                        <a:pt x="71628" y="54864"/>
                      </a:cubicBezTo>
                      <a:cubicBezTo>
                        <a:pt x="71628" y="45625"/>
                        <a:pt x="64103" y="38100"/>
                        <a:pt x="54864" y="381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497" name="Freeform: Shape 496">
                  <a:extLst>
                    <a:ext uri="{FF2B5EF4-FFF2-40B4-BE49-F238E27FC236}">
                      <a16:creationId xmlns:a16="http://schemas.microsoft.com/office/drawing/2014/main" id="{B9A53D46-F919-4734-A13E-1A4484680642}"/>
                    </a:ext>
                  </a:extLst>
                </p:cNvPr>
                <p:cNvSpPr/>
                <p:nvPr/>
              </p:nvSpPr>
              <p:spPr>
                <a:xfrm>
                  <a:off x="5876353" y="3717035"/>
                  <a:ext cx="109728" cy="109728"/>
                </a:xfrm>
                <a:custGeom>
                  <a:avLst/>
                  <a:gdLst>
                    <a:gd name="connsiteX0" fmla="*/ 54864 w 109728"/>
                    <a:gd name="connsiteY0" fmla="*/ 109728 h 109728"/>
                    <a:gd name="connsiteX1" fmla="*/ 0 w 109728"/>
                    <a:gd name="connsiteY1" fmla="*/ 54864 h 109728"/>
                    <a:gd name="connsiteX2" fmla="*/ 54864 w 109728"/>
                    <a:gd name="connsiteY2" fmla="*/ 0 h 109728"/>
                    <a:gd name="connsiteX3" fmla="*/ 109728 w 109728"/>
                    <a:gd name="connsiteY3" fmla="*/ 54864 h 109728"/>
                    <a:gd name="connsiteX4" fmla="*/ 54864 w 109728"/>
                    <a:gd name="connsiteY4" fmla="*/ 109728 h 109728"/>
                    <a:gd name="connsiteX5" fmla="*/ 54864 w 109728"/>
                    <a:gd name="connsiteY5" fmla="*/ 38100 h 109728"/>
                    <a:gd name="connsiteX6" fmla="*/ 38100 w 109728"/>
                    <a:gd name="connsiteY6" fmla="*/ 54864 h 109728"/>
                    <a:gd name="connsiteX7" fmla="*/ 54864 w 109728"/>
                    <a:gd name="connsiteY7" fmla="*/ 71628 h 109728"/>
                    <a:gd name="connsiteX8" fmla="*/ 71628 w 109728"/>
                    <a:gd name="connsiteY8" fmla="*/ 54864 h 109728"/>
                    <a:gd name="connsiteX9" fmla="*/ 54864 w 109728"/>
                    <a:gd name="connsiteY9" fmla="*/ 38100 h 109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9728" h="109728">
                      <a:moveTo>
                        <a:pt x="54864" y="109728"/>
                      </a:moveTo>
                      <a:cubicBezTo>
                        <a:pt x="24575" y="109728"/>
                        <a:pt x="0" y="85154"/>
                        <a:pt x="0" y="54864"/>
                      </a:cubicBezTo>
                      <a:cubicBezTo>
                        <a:pt x="0" y="24575"/>
                        <a:pt x="24575" y="0"/>
                        <a:pt x="54864" y="0"/>
                      </a:cubicBezTo>
                      <a:cubicBezTo>
                        <a:pt x="85154" y="0"/>
                        <a:pt x="109728" y="24575"/>
                        <a:pt x="109728" y="54864"/>
                      </a:cubicBezTo>
                      <a:cubicBezTo>
                        <a:pt x="109728" y="85154"/>
                        <a:pt x="85058" y="109728"/>
                        <a:pt x="54864" y="109728"/>
                      </a:cubicBezTo>
                      <a:close/>
                      <a:moveTo>
                        <a:pt x="54864" y="38100"/>
                      </a:moveTo>
                      <a:cubicBezTo>
                        <a:pt x="45625" y="38100"/>
                        <a:pt x="38100" y="45625"/>
                        <a:pt x="38100" y="54864"/>
                      </a:cubicBezTo>
                      <a:cubicBezTo>
                        <a:pt x="38100" y="64103"/>
                        <a:pt x="45625" y="71628"/>
                        <a:pt x="54864" y="71628"/>
                      </a:cubicBezTo>
                      <a:cubicBezTo>
                        <a:pt x="64103" y="71628"/>
                        <a:pt x="71628" y="64103"/>
                        <a:pt x="71628" y="54864"/>
                      </a:cubicBezTo>
                      <a:cubicBezTo>
                        <a:pt x="71533" y="45625"/>
                        <a:pt x="64008" y="38100"/>
                        <a:pt x="54864" y="381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498" name="Freeform: Shape 497">
                  <a:extLst>
                    <a:ext uri="{FF2B5EF4-FFF2-40B4-BE49-F238E27FC236}">
                      <a16:creationId xmlns:a16="http://schemas.microsoft.com/office/drawing/2014/main" id="{08381B08-D34E-48D0-AE18-DF824C6C3928}"/>
                    </a:ext>
                  </a:extLst>
                </p:cNvPr>
                <p:cNvSpPr/>
                <p:nvPr/>
              </p:nvSpPr>
              <p:spPr>
                <a:xfrm>
                  <a:off x="6270021" y="3609689"/>
                  <a:ext cx="324421" cy="324421"/>
                </a:xfrm>
                <a:custGeom>
                  <a:avLst/>
                  <a:gdLst>
                    <a:gd name="connsiteX0" fmla="*/ 162211 w 324421"/>
                    <a:gd name="connsiteY0" fmla="*/ 324421 h 324421"/>
                    <a:gd name="connsiteX1" fmla="*/ 0 w 324421"/>
                    <a:gd name="connsiteY1" fmla="*/ 162211 h 324421"/>
                    <a:gd name="connsiteX2" fmla="*/ 162211 w 324421"/>
                    <a:gd name="connsiteY2" fmla="*/ 0 h 324421"/>
                    <a:gd name="connsiteX3" fmla="*/ 324422 w 324421"/>
                    <a:gd name="connsiteY3" fmla="*/ 162211 h 324421"/>
                    <a:gd name="connsiteX4" fmla="*/ 162211 w 324421"/>
                    <a:gd name="connsiteY4" fmla="*/ 324421 h 324421"/>
                    <a:gd name="connsiteX5" fmla="*/ 162211 w 324421"/>
                    <a:gd name="connsiteY5" fmla="*/ 38100 h 324421"/>
                    <a:gd name="connsiteX6" fmla="*/ 38100 w 324421"/>
                    <a:gd name="connsiteY6" fmla="*/ 162211 h 324421"/>
                    <a:gd name="connsiteX7" fmla="*/ 162211 w 324421"/>
                    <a:gd name="connsiteY7" fmla="*/ 286321 h 324421"/>
                    <a:gd name="connsiteX8" fmla="*/ 286322 w 324421"/>
                    <a:gd name="connsiteY8" fmla="*/ 162211 h 324421"/>
                    <a:gd name="connsiteX9" fmla="*/ 162211 w 324421"/>
                    <a:gd name="connsiteY9" fmla="*/ 38100 h 324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24421" h="324421">
                      <a:moveTo>
                        <a:pt x="162211" y="324421"/>
                      </a:moveTo>
                      <a:cubicBezTo>
                        <a:pt x="72771" y="324421"/>
                        <a:pt x="0" y="251650"/>
                        <a:pt x="0" y="162211"/>
                      </a:cubicBezTo>
                      <a:cubicBezTo>
                        <a:pt x="0" y="72771"/>
                        <a:pt x="72771" y="0"/>
                        <a:pt x="162211" y="0"/>
                      </a:cubicBezTo>
                      <a:cubicBezTo>
                        <a:pt x="251651" y="0"/>
                        <a:pt x="324422" y="72771"/>
                        <a:pt x="324422" y="162211"/>
                      </a:cubicBezTo>
                      <a:cubicBezTo>
                        <a:pt x="324422" y="251650"/>
                        <a:pt x="251651" y="324421"/>
                        <a:pt x="162211" y="324421"/>
                      </a:cubicBezTo>
                      <a:close/>
                      <a:moveTo>
                        <a:pt x="162211" y="38100"/>
                      </a:moveTo>
                      <a:cubicBezTo>
                        <a:pt x="93821" y="38100"/>
                        <a:pt x="38100" y="93821"/>
                        <a:pt x="38100" y="162211"/>
                      </a:cubicBezTo>
                      <a:cubicBezTo>
                        <a:pt x="38100" y="230696"/>
                        <a:pt x="93821" y="286321"/>
                        <a:pt x="162211" y="286321"/>
                      </a:cubicBezTo>
                      <a:cubicBezTo>
                        <a:pt x="230600" y="286321"/>
                        <a:pt x="286322" y="230600"/>
                        <a:pt x="286322" y="162211"/>
                      </a:cubicBezTo>
                      <a:cubicBezTo>
                        <a:pt x="286322" y="93726"/>
                        <a:pt x="230696" y="38100"/>
                        <a:pt x="162211" y="381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499" name="Freeform: Shape 498">
                  <a:extLst>
                    <a:ext uri="{FF2B5EF4-FFF2-40B4-BE49-F238E27FC236}">
                      <a16:creationId xmlns:a16="http://schemas.microsoft.com/office/drawing/2014/main" id="{B848ED2F-DDAE-4EE7-BFC1-B20085B12BBD}"/>
                    </a:ext>
                  </a:extLst>
                </p:cNvPr>
                <p:cNvSpPr/>
                <p:nvPr/>
              </p:nvSpPr>
              <p:spPr>
                <a:xfrm>
                  <a:off x="5769006" y="3609689"/>
                  <a:ext cx="324421" cy="324421"/>
                </a:xfrm>
                <a:custGeom>
                  <a:avLst/>
                  <a:gdLst>
                    <a:gd name="connsiteX0" fmla="*/ 162211 w 324421"/>
                    <a:gd name="connsiteY0" fmla="*/ 324421 h 324421"/>
                    <a:gd name="connsiteX1" fmla="*/ 0 w 324421"/>
                    <a:gd name="connsiteY1" fmla="*/ 162211 h 324421"/>
                    <a:gd name="connsiteX2" fmla="*/ 162211 w 324421"/>
                    <a:gd name="connsiteY2" fmla="*/ 0 h 324421"/>
                    <a:gd name="connsiteX3" fmla="*/ 324422 w 324421"/>
                    <a:gd name="connsiteY3" fmla="*/ 162211 h 324421"/>
                    <a:gd name="connsiteX4" fmla="*/ 162211 w 324421"/>
                    <a:gd name="connsiteY4" fmla="*/ 324421 h 324421"/>
                    <a:gd name="connsiteX5" fmla="*/ 162211 w 324421"/>
                    <a:gd name="connsiteY5" fmla="*/ 38100 h 324421"/>
                    <a:gd name="connsiteX6" fmla="*/ 38100 w 324421"/>
                    <a:gd name="connsiteY6" fmla="*/ 162211 h 324421"/>
                    <a:gd name="connsiteX7" fmla="*/ 162211 w 324421"/>
                    <a:gd name="connsiteY7" fmla="*/ 286321 h 324421"/>
                    <a:gd name="connsiteX8" fmla="*/ 286322 w 324421"/>
                    <a:gd name="connsiteY8" fmla="*/ 162211 h 324421"/>
                    <a:gd name="connsiteX9" fmla="*/ 162211 w 324421"/>
                    <a:gd name="connsiteY9" fmla="*/ 38100 h 324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24421" h="324421">
                      <a:moveTo>
                        <a:pt x="162211" y="324421"/>
                      </a:moveTo>
                      <a:cubicBezTo>
                        <a:pt x="72771" y="324421"/>
                        <a:pt x="0" y="251650"/>
                        <a:pt x="0" y="162211"/>
                      </a:cubicBezTo>
                      <a:cubicBezTo>
                        <a:pt x="0" y="72771"/>
                        <a:pt x="72676" y="0"/>
                        <a:pt x="162211" y="0"/>
                      </a:cubicBezTo>
                      <a:cubicBezTo>
                        <a:pt x="251650" y="0"/>
                        <a:pt x="324422" y="72771"/>
                        <a:pt x="324422" y="162211"/>
                      </a:cubicBezTo>
                      <a:cubicBezTo>
                        <a:pt x="324422" y="251650"/>
                        <a:pt x="251650" y="324421"/>
                        <a:pt x="162211" y="324421"/>
                      </a:cubicBezTo>
                      <a:close/>
                      <a:moveTo>
                        <a:pt x="162211" y="38100"/>
                      </a:moveTo>
                      <a:cubicBezTo>
                        <a:pt x="93726" y="38100"/>
                        <a:pt x="38100" y="93821"/>
                        <a:pt x="38100" y="162211"/>
                      </a:cubicBezTo>
                      <a:cubicBezTo>
                        <a:pt x="38100" y="230696"/>
                        <a:pt x="93821" y="286321"/>
                        <a:pt x="162211" y="286321"/>
                      </a:cubicBezTo>
                      <a:cubicBezTo>
                        <a:pt x="230696" y="286321"/>
                        <a:pt x="286322" y="230600"/>
                        <a:pt x="286322" y="162211"/>
                      </a:cubicBezTo>
                      <a:cubicBezTo>
                        <a:pt x="286322" y="93726"/>
                        <a:pt x="230600" y="38100"/>
                        <a:pt x="162211" y="381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</p:grpSp>
        </p:grpSp>
      </p:grp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8C95B792-C05A-420C-B639-6339F3745B88}"/>
              </a:ext>
            </a:extLst>
          </p:cNvPr>
          <p:cNvGrpSpPr/>
          <p:nvPr/>
        </p:nvGrpSpPr>
        <p:grpSpPr>
          <a:xfrm>
            <a:off x="10544762" y="5260551"/>
            <a:ext cx="224088" cy="182987"/>
            <a:chOff x="9250054" y="6147809"/>
            <a:chExt cx="224088" cy="182987"/>
          </a:xfrm>
        </p:grpSpPr>
        <p:sp>
          <p:nvSpPr>
            <p:cNvPr id="504" name="Freeform 114">
              <a:extLst>
                <a:ext uri="{FF2B5EF4-FFF2-40B4-BE49-F238E27FC236}">
                  <a16:creationId xmlns:a16="http://schemas.microsoft.com/office/drawing/2014/main" id="{50F38526-555F-40D4-A702-2AA274BC4C5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45990" y="6147809"/>
              <a:ext cx="28152" cy="25337"/>
            </a:xfrm>
            <a:custGeom>
              <a:avLst/>
              <a:gdLst>
                <a:gd name="T0" fmla="*/ 0 w 50"/>
                <a:gd name="T1" fmla="*/ 0 h 45"/>
                <a:gd name="T2" fmla="*/ 50 w 50"/>
                <a:gd name="T3" fmla="*/ 0 h 45"/>
                <a:gd name="T4" fmla="*/ 50 w 50"/>
                <a:gd name="T5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" h="45">
                  <a:moveTo>
                    <a:pt x="0" y="0"/>
                  </a:moveTo>
                  <a:lnTo>
                    <a:pt x="50" y="0"/>
                  </a:lnTo>
                  <a:lnTo>
                    <a:pt x="50" y="45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505" name="Freeform 115">
              <a:extLst>
                <a:ext uri="{FF2B5EF4-FFF2-40B4-BE49-F238E27FC236}">
                  <a16:creationId xmlns:a16="http://schemas.microsoft.com/office/drawing/2014/main" id="{465DAAAF-72B1-41AA-8764-8C093F5FF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0054" y="6147809"/>
              <a:ext cx="224088" cy="182987"/>
            </a:xfrm>
            <a:custGeom>
              <a:avLst/>
              <a:gdLst>
                <a:gd name="T0" fmla="*/ 398 w 398"/>
                <a:gd name="T1" fmla="*/ 262 h 325"/>
                <a:gd name="T2" fmla="*/ 398 w 398"/>
                <a:gd name="T3" fmla="*/ 325 h 325"/>
                <a:gd name="T4" fmla="*/ 0 w 398"/>
                <a:gd name="T5" fmla="*/ 325 h 325"/>
                <a:gd name="T6" fmla="*/ 0 w 398"/>
                <a:gd name="T7" fmla="*/ 0 h 325"/>
                <a:gd name="T8" fmla="*/ 284 w 398"/>
                <a:gd name="T9" fmla="*/ 0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8" h="325">
                  <a:moveTo>
                    <a:pt x="398" y="262"/>
                  </a:moveTo>
                  <a:lnTo>
                    <a:pt x="398" y="325"/>
                  </a:lnTo>
                  <a:lnTo>
                    <a:pt x="0" y="325"/>
                  </a:lnTo>
                  <a:lnTo>
                    <a:pt x="0" y="0"/>
                  </a:lnTo>
                  <a:lnTo>
                    <a:pt x="284" y="0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506" name="Line 116">
              <a:extLst>
                <a:ext uri="{FF2B5EF4-FFF2-40B4-BE49-F238E27FC236}">
                  <a16:creationId xmlns:a16="http://schemas.microsoft.com/office/drawing/2014/main" id="{978359DD-6F1C-43C9-B770-3060D46F03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51180" y="6239584"/>
              <a:ext cx="97405" cy="0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507" name="Line 117">
              <a:extLst>
                <a:ext uri="{FF2B5EF4-FFF2-40B4-BE49-F238E27FC236}">
                  <a16:creationId xmlns:a16="http://schemas.microsoft.com/office/drawing/2014/main" id="{4EEDB280-3D54-40AA-BA61-EC67AB8183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48585" y="6211432"/>
              <a:ext cx="0" cy="56867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508" name="Line 118">
              <a:extLst>
                <a:ext uri="{FF2B5EF4-FFF2-40B4-BE49-F238E27FC236}">
                  <a16:creationId xmlns:a16="http://schemas.microsoft.com/office/drawing/2014/main" id="{632F66B6-76F9-490B-BF2E-D57127510D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48585" y="6147809"/>
              <a:ext cx="0" cy="34345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509" name="Line 119">
              <a:extLst>
                <a:ext uri="{FF2B5EF4-FFF2-40B4-BE49-F238E27FC236}">
                  <a16:creationId xmlns:a16="http://schemas.microsoft.com/office/drawing/2014/main" id="{DE7DDF7D-FDB8-4393-8F12-D09F61D380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48585" y="6300392"/>
              <a:ext cx="0" cy="30404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cxnSp>
          <p:nvCxnSpPr>
            <p:cNvPr id="510" name="Straight Connector 509">
              <a:extLst>
                <a:ext uri="{FF2B5EF4-FFF2-40B4-BE49-F238E27FC236}">
                  <a16:creationId xmlns:a16="http://schemas.microsoft.com/office/drawing/2014/main" id="{46231503-CAE7-4DB9-9695-F2089977A29B}"/>
                </a:ext>
              </a:extLst>
            </p:cNvPr>
            <p:cNvCxnSpPr>
              <a:cxnSpLocks/>
              <a:stCxn id="504" idx="2"/>
              <a:endCxn id="505" idx="0"/>
            </p:cNvCxnSpPr>
            <p:nvPr/>
          </p:nvCxnSpPr>
          <p:spPr>
            <a:xfrm>
              <a:off x="9474142" y="6173146"/>
              <a:ext cx="0" cy="122179"/>
            </a:xfrm>
            <a:prstGeom prst="line">
              <a:avLst/>
            </a:pr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</p:grpSp>
      <p:cxnSp>
        <p:nvCxnSpPr>
          <p:cNvPr id="530" name="Straight Connector 529">
            <a:extLst>
              <a:ext uri="{FF2B5EF4-FFF2-40B4-BE49-F238E27FC236}">
                <a16:creationId xmlns:a16="http://schemas.microsoft.com/office/drawing/2014/main" id="{9D1A6F27-6E44-4437-A6B6-506DA4903372}"/>
              </a:ext>
            </a:extLst>
          </p:cNvPr>
          <p:cNvCxnSpPr>
            <a:cxnSpLocks/>
          </p:cNvCxnSpPr>
          <p:nvPr/>
        </p:nvCxnSpPr>
        <p:spPr>
          <a:xfrm>
            <a:off x="547688" y="1612429"/>
            <a:ext cx="1108252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Rectangle 17">
            <a:extLst>
              <a:ext uri="{FF2B5EF4-FFF2-40B4-BE49-F238E27FC236}">
                <a16:creationId xmlns:a16="http://schemas.microsoft.com/office/drawing/2014/main" id="{8F0989DF-52F3-4CB9-80D1-841D6BDAB974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547688" y="3716844"/>
            <a:ext cx="2588281" cy="67023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vert="horz" lIns="72000" tIns="37806" rIns="37806" bIns="37806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1000" b="1" dirty="0">
                <a:solidFill>
                  <a:schemeClr val="bg1"/>
                </a:solidFill>
              </a:rPr>
              <a:t>Единый электронный платежный документ</a:t>
            </a:r>
          </a:p>
        </p:txBody>
      </p: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F0583257-2323-46E9-8C7F-B5FC091EA337}"/>
              </a:ext>
            </a:extLst>
          </p:cNvPr>
          <p:cNvCxnSpPr>
            <a:cxnSpLocks/>
          </p:cNvCxnSpPr>
          <p:nvPr/>
        </p:nvCxnSpPr>
        <p:spPr>
          <a:xfrm>
            <a:off x="547688" y="4447006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sp>
        <p:nvSpPr>
          <p:cNvPr id="271" name="TextBox 270">
            <a:extLst>
              <a:ext uri="{FF2B5EF4-FFF2-40B4-BE49-F238E27FC236}">
                <a16:creationId xmlns:a16="http://schemas.microsoft.com/office/drawing/2014/main" id="{BF3C7338-E310-4D85-8250-EAC24B2DA79D}"/>
              </a:ext>
            </a:extLst>
          </p:cNvPr>
          <p:cNvSpPr txBox="1">
            <a:spLocks/>
          </p:cNvSpPr>
          <p:nvPr/>
        </p:nvSpPr>
        <p:spPr>
          <a:xfrm>
            <a:off x="547688" y="1373675"/>
            <a:ext cx="2082565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b="1" dirty="0"/>
              <a:t>Название решения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AA52E2C0-B28E-43AC-B80B-201619E5488D}"/>
              </a:ext>
            </a:extLst>
          </p:cNvPr>
          <p:cNvSpPr txBox="1">
            <a:spLocks/>
          </p:cNvSpPr>
          <p:nvPr/>
        </p:nvSpPr>
        <p:spPr>
          <a:xfrm>
            <a:off x="3351682" y="1373675"/>
            <a:ext cx="5084597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b="1" dirty="0"/>
              <a:t>Описание решения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C62F8A60-05D0-4B75-9324-D9985AF8A301}"/>
              </a:ext>
            </a:extLst>
          </p:cNvPr>
          <p:cNvSpPr txBox="1">
            <a:spLocks/>
          </p:cNvSpPr>
          <p:nvPr/>
        </p:nvSpPr>
        <p:spPr>
          <a:xfrm>
            <a:off x="3351682" y="3716844"/>
            <a:ext cx="6507071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Сервис позволяет оплатить все коммунальные и коммерческие услуги одним кликом. Все ежемесячные платежные обязательства и необходимые суммы отражаются в одном приложении – больше нет необходимости скачивать отдельные приложения и получать отдельные квитанции для каждого типа услуг</a:t>
            </a: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23737C25-9F87-4E98-8B42-73851F0889D1}"/>
              </a:ext>
            </a:extLst>
          </p:cNvPr>
          <p:cNvGrpSpPr/>
          <p:nvPr/>
        </p:nvGrpSpPr>
        <p:grpSpPr>
          <a:xfrm>
            <a:off x="10640786" y="3905557"/>
            <a:ext cx="604746" cy="229581"/>
            <a:chOff x="8502654" y="2499441"/>
            <a:chExt cx="604746" cy="229581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183D1845-A9FF-4BDD-B28C-E15B438D3280}"/>
                </a:ext>
              </a:extLst>
            </p:cNvPr>
            <p:cNvGrpSpPr/>
            <p:nvPr/>
          </p:nvGrpSpPr>
          <p:grpSpPr>
            <a:xfrm>
              <a:off x="8502654" y="2499441"/>
              <a:ext cx="263476" cy="225927"/>
              <a:chOff x="9230360" y="2173322"/>
              <a:chExt cx="263476" cy="225927"/>
            </a:xfrm>
          </p:grpSpPr>
          <p:sp>
            <p:nvSpPr>
              <p:cNvPr id="145" name="Freeform 125">
                <a:extLst>
                  <a:ext uri="{FF2B5EF4-FFF2-40B4-BE49-F238E27FC236}">
                    <a16:creationId xmlns:a16="http://schemas.microsoft.com/office/drawing/2014/main" id="{A9DEB7EC-52CA-4E99-BCCB-1A45B43849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9818" y="2212780"/>
                <a:ext cx="183288" cy="186469"/>
              </a:xfrm>
              <a:custGeom>
                <a:avLst/>
                <a:gdLst>
                  <a:gd name="T0" fmla="*/ 288 w 288"/>
                  <a:gd name="T1" fmla="*/ 129 h 293"/>
                  <a:gd name="T2" fmla="*/ 145 w 288"/>
                  <a:gd name="T3" fmla="*/ 0 h 293"/>
                  <a:gd name="T4" fmla="*/ 145 w 288"/>
                  <a:gd name="T5" fmla="*/ 0 h 293"/>
                  <a:gd name="T6" fmla="*/ 145 w 288"/>
                  <a:gd name="T7" fmla="*/ 0 h 293"/>
                  <a:gd name="T8" fmla="*/ 145 w 288"/>
                  <a:gd name="T9" fmla="*/ 0 h 293"/>
                  <a:gd name="T10" fmla="*/ 0 w 288"/>
                  <a:gd name="T11" fmla="*/ 129 h 293"/>
                  <a:gd name="T12" fmla="*/ 0 w 288"/>
                  <a:gd name="T13" fmla="*/ 293 h 293"/>
                  <a:gd name="T14" fmla="*/ 107 w 288"/>
                  <a:gd name="T15" fmla="*/ 293 h 293"/>
                  <a:gd name="T16" fmla="*/ 107 w 288"/>
                  <a:gd name="T17" fmla="*/ 198 h 293"/>
                  <a:gd name="T18" fmla="*/ 180 w 288"/>
                  <a:gd name="T19" fmla="*/ 198 h 293"/>
                  <a:gd name="T20" fmla="*/ 180 w 288"/>
                  <a:gd name="T21" fmla="*/ 293 h 293"/>
                  <a:gd name="T22" fmla="*/ 288 w 288"/>
                  <a:gd name="T23" fmla="*/ 293 h 293"/>
                  <a:gd name="T24" fmla="*/ 288 w 288"/>
                  <a:gd name="T25" fmla="*/ 129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8" h="293">
                    <a:moveTo>
                      <a:pt x="288" y="129"/>
                    </a:move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0" y="129"/>
                    </a:lnTo>
                    <a:lnTo>
                      <a:pt x="0" y="293"/>
                    </a:lnTo>
                    <a:lnTo>
                      <a:pt x="107" y="293"/>
                    </a:lnTo>
                    <a:lnTo>
                      <a:pt x="107" y="198"/>
                    </a:lnTo>
                    <a:lnTo>
                      <a:pt x="180" y="198"/>
                    </a:lnTo>
                    <a:lnTo>
                      <a:pt x="180" y="293"/>
                    </a:lnTo>
                    <a:lnTo>
                      <a:pt x="288" y="293"/>
                    </a:lnTo>
                    <a:lnTo>
                      <a:pt x="288" y="129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146" name="Freeform 126">
                <a:extLst>
                  <a:ext uri="{FF2B5EF4-FFF2-40B4-BE49-F238E27FC236}">
                    <a16:creationId xmlns:a16="http://schemas.microsoft.com/office/drawing/2014/main" id="{1C707F01-C94C-4786-9498-BE21C89C53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0360" y="2173322"/>
                <a:ext cx="263476" cy="114554"/>
              </a:xfrm>
              <a:custGeom>
                <a:avLst/>
                <a:gdLst>
                  <a:gd name="T0" fmla="*/ 414 w 414"/>
                  <a:gd name="T1" fmla="*/ 180 h 180"/>
                  <a:gd name="T2" fmla="*/ 207 w 414"/>
                  <a:gd name="T3" fmla="*/ 0 h 180"/>
                  <a:gd name="T4" fmla="*/ 109 w 414"/>
                  <a:gd name="T5" fmla="*/ 84 h 180"/>
                  <a:gd name="T6" fmla="*/ 109 w 414"/>
                  <a:gd name="T7" fmla="*/ 30 h 180"/>
                  <a:gd name="T8" fmla="*/ 64 w 414"/>
                  <a:gd name="T9" fmla="*/ 30 h 180"/>
                  <a:gd name="T10" fmla="*/ 64 w 414"/>
                  <a:gd name="T11" fmla="*/ 123 h 180"/>
                  <a:gd name="T12" fmla="*/ 0 w 414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4" h="180">
                    <a:moveTo>
                      <a:pt x="414" y="180"/>
                    </a:moveTo>
                    <a:lnTo>
                      <a:pt x="207" y="0"/>
                    </a:lnTo>
                    <a:lnTo>
                      <a:pt x="109" y="84"/>
                    </a:lnTo>
                    <a:lnTo>
                      <a:pt x="109" y="30"/>
                    </a:lnTo>
                    <a:lnTo>
                      <a:pt x="64" y="30"/>
                    </a:lnTo>
                    <a:lnTo>
                      <a:pt x="64" y="123"/>
                    </a:lnTo>
                    <a:lnTo>
                      <a:pt x="0" y="180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7376E139-6550-4A1E-A27E-D5288DB1A910}"/>
                </a:ext>
              </a:extLst>
            </p:cNvPr>
            <p:cNvGrpSpPr/>
            <p:nvPr/>
          </p:nvGrpSpPr>
          <p:grpSpPr>
            <a:xfrm>
              <a:off x="8883312" y="2546035"/>
              <a:ext cx="224088" cy="182987"/>
              <a:chOff x="9250054" y="6147809"/>
              <a:chExt cx="224088" cy="182987"/>
            </a:xfrm>
          </p:grpSpPr>
          <p:sp>
            <p:nvSpPr>
              <p:cNvPr id="138" name="Freeform 114">
                <a:extLst>
                  <a:ext uri="{FF2B5EF4-FFF2-40B4-BE49-F238E27FC236}">
                    <a16:creationId xmlns:a16="http://schemas.microsoft.com/office/drawing/2014/main" id="{FEDAC0B4-FF61-42FF-8BC4-9B0DA57FD6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5990" y="6147809"/>
                <a:ext cx="28152" cy="25337"/>
              </a:xfrm>
              <a:custGeom>
                <a:avLst/>
                <a:gdLst>
                  <a:gd name="T0" fmla="*/ 0 w 50"/>
                  <a:gd name="T1" fmla="*/ 0 h 45"/>
                  <a:gd name="T2" fmla="*/ 50 w 50"/>
                  <a:gd name="T3" fmla="*/ 0 h 45"/>
                  <a:gd name="T4" fmla="*/ 50 w 50"/>
                  <a:gd name="T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" h="45">
                    <a:moveTo>
                      <a:pt x="0" y="0"/>
                    </a:moveTo>
                    <a:lnTo>
                      <a:pt x="50" y="0"/>
                    </a:lnTo>
                    <a:lnTo>
                      <a:pt x="50" y="45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139" name="Freeform 115">
                <a:extLst>
                  <a:ext uri="{FF2B5EF4-FFF2-40B4-BE49-F238E27FC236}">
                    <a16:creationId xmlns:a16="http://schemas.microsoft.com/office/drawing/2014/main" id="{CF3FB318-AF0C-4286-BF27-B2B05407EC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0054" y="6147809"/>
                <a:ext cx="224088" cy="182987"/>
              </a:xfrm>
              <a:custGeom>
                <a:avLst/>
                <a:gdLst>
                  <a:gd name="T0" fmla="*/ 398 w 398"/>
                  <a:gd name="T1" fmla="*/ 262 h 325"/>
                  <a:gd name="T2" fmla="*/ 398 w 398"/>
                  <a:gd name="T3" fmla="*/ 325 h 325"/>
                  <a:gd name="T4" fmla="*/ 0 w 398"/>
                  <a:gd name="T5" fmla="*/ 325 h 325"/>
                  <a:gd name="T6" fmla="*/ 0 w 398"/>
                  <a:gd name="T7" fmla="*/ 0 h 325"/>
                  <a:gd name="T8" fmla="*/ 284 w 398"/>
                  <a:gd name="T9" fmla="*/ 0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8" h="325">
                    <a:moveTo>
                      <a:pt x="398" y="262"/>
                    </a:moveTo>
                    <a:lnTo>
                      <a:pt x="398" y="325"/>
                    </a:lnTo>
                    <a:lnTo>
                      <a:pt x="0" y="325"/>
                    </a:lnTo>
                    <a:lnTo>
                      <a:pt x="0" y="0"/>
                    </a:lnTo>
                    <a:lnTo>
                      <a:pt x="284" y="0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140" name="Line 116">
                <a:extLst>
                  <a:ext uri="{FF2B5EF4-FFF2-40B4-BE49-F238E27FC236}">
                    <a16:creationId xmlns:a16="http://schemas.microsoft.com/office/drawing/2014/main" id="{F577D57A-1D34-4364-96EE-62B724848D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251180" y="6239584"/>
                <a:ext cx="97405" cy="0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141" name="Line 117">
                <a:extLst>
                  <a:ext uri="{FF2B5EF4-FFF2-40B4-BE49-F238E27FC236}">
                    <a16:creationId xmlns:a16="http://schemas.microsoft.com/office/drawing/2014/main" id="{4033364E-3CF1-4009-94AB-BC2B7F1336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6211432"/>
                <a:ext cx="0" cy="56867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142" name="Line 118">
                <a:extLst>
                  <a:ext uri="{FF2B5EF4-FFF2-40B4-BE49-F238E27FC236}">
                    <a16:creationId xmlns:a16="http://schemas.microsoft.com/office/drawing/2014/main" id="{D09CA5A8-A7DF-4309-B28C-3FB535C2A6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6147809"/>
                <a:ext cx="0" cy="34345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143" name="Line 119">
                <a:extLst>
                  <a:ext uri="{FF2B5EF4-FFF2-40B4-BE49-F238E27FC236}">
                    <a16:creationId xmlns:a16="http://schemas.microsoft.com/office/drawing/2014/main" id="{A46C0F05-2D87-476E-BD77-80FD72A79E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6300392"/>
                <a:ext cx="0" cy="30404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B70C863B-DED3-4734-B3C7-76ECCB9E68A9}"/>
                  </a:ext>
                </a:extLst>
              </p:cNvPr>
              <p:cNvCxnSpPr>
                <a:cxnSpLocks/>
                <a:stCxn id="138" idx="2"/>
                <a:endCxn id="139" idx="0"/>
              </p:cNvCxnSpPr>
              <p:nvPr/>
            </p:nvCxnSpPr>
            <p:spPr>
              <a:xfrm>
                <a:off x="9474142" y="6173146"/>
                <a:ext cx="0" cy="122179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cxnSp>
        </p:grp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8FB73FB4-88EE-4A27-BB5D-1D8E3EB675CC}"/>
              </a:ext>
            </a:extLst>
          </p:cNvPr>
          <p:cNvGrpSpPr/>
          <p:nvPr/>
        </p:nvGrpSpPr>
        <p:grpSpPr>
          <a:xfrm>
            <a:off x="10138238" y="3819225"/>
            <a:ext cx="419847" cy="310571"/>
            <a:chOff x="8609927" y="1562831"/>
            <a:chExt cx="419847" cy="310571"/>
          </a:xfrm>
        </p:grpSpPr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8C4E8DB7-5030-4C92-A45A-9F026A56CFCA}"/>
                </a:ext>
              </a:extLst>
            </p:cNvPr>
            <p:cNvSpPr/>
            <p:nvPr/>
          </p:nvSpPr>
          <p:spPr>
            <a:xfrm>
              <a:off x="8609927" y="1585836"/>
              <a:ext cx="149535" cy="149534"/>
            </a:xfrm>
            <a:custGeom>
              <a:avLst/>
              <a:gdLst>
                <a:gd name="connsiteX0" fmla="*/ 247650 w 495300"/>
                <a:gd name="connsiteY0" fmla="*/ 495300 h 495300"/>
                <a:gd name="connsiteX1" fmla="*/ 0 w 495300"/>
                <a:gd name="connsiteY1" fmla="*/ 247650 h 495300"/>
                <a:gd name="connsiteX2" fmla="*/ 247650 w 495300"/>
                <a:gd name="connsiteY2" fmla="*/ 0 h 495300"/>
                <a:gd name="connsiteX3" fmla="*/ 495300 w 495300"/>
                <a:gd name="connsiteY3" fmla="*/ 247650 h 495300"/>
                <a:gd name="connsiteX4" fmla="*/ 247650 w 495300"/>
                <a:gd name="connsiteY4" fmla="*/ 495300 h 495300"/>
                <a:gd name="connsiteX5" fmla="*/ 247650 w 495300"/>
                <a:gd name="connsiteY5" fmla="*/ 38100 h 495300"/>
                <a:gd name="connsiteX6" fmla="*/ 38100 w 495300"/>
                <a:gd name="connsiteY6" fmla="*/ 247650 h 495300"/>
                <a:gd name="connsiteX7" fmla="*/ 247650 w 495300"/>
                <a:gd name="connsiteY7" fmla="*/ 457200 h 495300"/>
                <a:gd name="connsiteX8" fmla="*/ 457200 w 495300"/>
                <a:gd name="connsiteY8" fmla="*/ 247650 h 495300"/>
                <a:gd name="connsiteX9" fmla="*/ 247650 w 495300"/>
                <a:gd name="connsiteY9" fmla="*/ 38100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5300" h="495300">
                  <a:moveTo>
                    <a:pt x="247650" y="495300"/>
                  </a:moveTo>
                  <a:cubicBezTo>
                    <a:pt x="111062" y="495300"/>
                    <a:pt x="0" y="384239"/>
                    <a:pt x="0" y="247650"/>
                  </a:cubicBezTo>
                  <a:cubicBezTo>
                    <a:pt x="0" y="111062"/>
                    <a:pt x="111062" y="0"/>
                    <a:pt x="247650" y="0"/>
                  </a:cubicBezTo>
                  <a:cubicBezTo>
                    <a:pt x="384239" y="0"/>
                    <a:pt x="495300" y="111062"/>
                    <a:pt x="495300" y="247650"/>
                  </a:cubicBezTo>
                  <a:cubicBezTo>
                    <a:pt x="495300" y="384239"/>
                    <a:pt x="384239" y="495300"/>
                    <a:pt x="247650" y="495300"/>
                  </a:cubicBezTo>
                  <a:close/>
                  <a:moveTo>
                    <a:pt x="247650" y="38100"/>
                  </a:moveTo>
                  <a:cubicBezTo>
                    <a:pt x="132112" y="38100"/>
                    <a:pt x="38100" y="132112"/>
                    <a:pt x="38100" y="247650"/>
                  </a:cubicBezTo>
                  <a:cubicBezTo>
                    <a:pt x="38100" y="363188"/>
                    <a:pt x="132112" y="457200"/>
                    <a:pt x="247650" y="457200"/>
                  </a:cubicBezTo>
                  <a:cubicBezTo>
                    <a:pt x="363188" y="457200"/>
                    <a:pt x="457200" y="363188"/>
                    <a:pt x="457200" y="247650"/>
                  </a:cubicBezTo>
                  <a:cubicBezTo>
                    <a:pt x="457200" y="132112"/>
                    <a:pt x="363188" y="38100"/>
                    <a:pt x="247650" y="381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382EA78-CBC3-49BC-A328-E37DA80ADDBD}"/>
                </a:ext>
              </a:extLst>
            </p:cNvPr>
            <p:cNvSpPr/>
            <p:nvPr/>
          </p:nvSpPr>
          <p:spPr>
            <a:xfrm>
              <a:off x="8678943" y="1700863"/>
              <a:ext cx="11503" cy="172539"/>
            </a:xfrm>
            <a:custGeom>
              <a:avLst/>
              <a:gdLst>
                <a:gd name="connsiteX0" fmla="*/ 19050 w 38100"/>
                <a:gd name="connsiteY0" fmla="*/ 571500 h 571500"/>
                <a:gd name="connsiteX1" fmla="*/ 0 w 38100"/>
                <a:gd name="connsiteY1" fmla="*/ 552450 h 571500"/>
                <a:gd name="connsiteX2" fmla="*/ 0 w 38100"/>
                <a:gd name="connsiteY2" fmla="*/ 19050 h 571500"/>
                <a:gd name="connsiteX3" fmla="*/ 19050 w 38100"/>
                <a:gd name="connsiteY3" fmla="*/ 0 h 571500"/>
                <a:gd name="connsiteX4" fmla="*/ 38100 w 38100"/>
                <a:gd name="connsiteY4" fmla="*/ 19050 h 571500"/>
                <a:gd name="connsiteX5" fmla="*/ 38100 w 38100"/>
                <a:gd name="connsiteY5" fmla="*/ 552450 h 571500"/>
                <a:gd name="connsiteX6" fmla="*/ 19050 w 38100"/>
                <a:gd name="connsiteY6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571500">
                  <a:moveTo>
                    <a:pt x="19050" y="571500"/>
                  </a:moveTo>
                  <a:cubicBezTo>
                    <a:pt x="8477" y="571500"/>
                    <a:pt x="0" y="563023"/>
                    <a:pt x="0" y="552450"/>
                  </a:cubicBezTo>
                  <a:lnTo>
                    <a:pt x="0" y="19050"/>
                  </a:lnTo>
                  <a:cubicBezTo>
                    <a:pt x="0" y="8477"/>
                    <a:pt x="8477" y="0"/>
                    <a:pt x="19050" y="0"/>
                  </a:cubicBezTo>
                  <a:cubicBezTo>
                    <a:pt x="29623" y="0"/>
                    <a:pt x="38100" y="8477"/>
                    <a:pt x="38100" y="19050"/>
                  </a:cubicBezTo>
                  <a:lnTo>
                    <a:pt x="38100" y="552450"/>
                  </a:lnTo>
                  <a:cubicBezTo>
                    <a:pt x="38100" y="563023"/>
                    <a:pt x="29623" y="571500"/>
                    <a:pt x="19050" y="5715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49168D4F-F11B-429E-9B6D-640683EE6255}"/>
                </a:ext>
              </a:extLst>
            </p:cNvPr>
            <p:cNvSpPr/>
            <p:nvPr/>
          </p:nvSpPr>
          <p:spPr>
            <a:xfrm>
              <a:off x="8655952" y="1677843"/>
              <a:ext cx="57513" cy="34522"/>
            </a:xfrm>
            <a:custGeom>
              <a:avLst/>
              <a:gdLst>
                <a:gd name="connsiteX0" fmla="*/ 95202 w 190499"/>
                <a:gd name="connsiteY0" fmla="*/ 114348 h 114347"/>
                <a:gd name="connsiteX1" fmla="*/ 81772 w 190499"/>
                <a:gd name="connsiteY1" fmla="*/ 108728 h 114347"/>
                <a:gd name="connsiteX2" fmla="*/ 5572 w 190499"/>
                <a:gd name="connsiteY2" fmla="*/ 32528 h 114347"/>
                <a:gd name="connsiteX3" fmla="*/ 5572 w 190499"/>
                <a:gd name="connsiteY3" fmla="*/ 5572 h 114347"/>
                <a:gd name="connsiteX4" fmla="*/ 32528 w 190499"/>
                <a:gd name="connsiteY4" fmla="*/ 5572 h 114347"/>
                <a:gd name="connsiteX5" fmla="*/ 95202 w 190499"/>
                <a:gd name="connsiteY5" fmla="*/ 68342 h 114347"/>
                <a:gd name="connsiteX6" fmla="*/ 157972 w 190499"/>
                <a:gd name="connsiteY6" fmla="*/ 5572 h 114347"/>
                <a:gd name="connsiteX7" fmla="*/ 184928 w 190499"/>
                <a:gd name="connsiteY7" fmla="*/ 5572 h 114347"/>
                <a:gd name="connsiteX8" fmla="*/ 184928 w 190499"/>
                <a:gd name="connsiteY8" fmla="*/ 32528 h 114347"/>
                <a:gd name="connsiteX9" fmla="*/ 108728 w 190499"/>
                <a:gd name="connsiteY9" fmla="*/ 108728 h 114347"/>
                <a:gd name="connsiteX10" fmla="*/ 95202 w 190499"/>
                <a:gd name="connsiteY10" fmla="*/ 114348 h 114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499" h="114347">
                  <a:moveTo>
                    <a:pt x="95202" y="114348"/>
                  </a:moveTo>
                  <a:cubicBezTo>
                    <a:pt x="90345" y="114348"/>
                    <a:pt x="85487" y="112443"/>
                    <a:pt x="81772" y="108728"/>
                  </a:cubicBezTo>
                  <a:lnTo>
                    <a:pt x="5572" y="32528"/>
                  </a:lnTo>
                  <a:cubicBezTo>
                    <a:pt x="-1857" y="25098"/>
                    <a:pt x="-1857" y="13002"/>
                    <a:pt x="5572" y="5572"/>
                  </a:cubicBezTo>
                  <a:cubicBezTo>
                    <a:pt x="13002" y="-1857"/>
                    <a:pt x="25098" y="-1857"/>
                    <a:pt x="32528" y="5572"/>
                  </a:cubicBezTo>
                  <a:lnTo>
                    <a:pt x="95202" y="68342"/>
                  </a:lnTo>
                  <a:lnTo>
                    <a:pt x="157972" y="5572"/>
                  </a:lnTo>
                  <a:cubicBezTo>
                    <a:pt x="165402" y="-1857"/>
                    <a:pt x="177498" y="-1857"/>
                    <a:pt x="184928" y="5572"/>
                  </a:cubicBezTo>
                  <a:cubicBezTo>
                    <a:pt x="192357" y="13002"/>
                    <a:pt x="192357" y="25098"/>
                    <a:pt x="184928" y="32528"/>
                  </a:cubicBezTo>
                  <a:lnTo>
                    <a:pt x="108728" y="108728"/>
                  </a:lnTo>
                  <a:cubicBezTo>
                    <a:pt x="104918" y="112443"/>
                    <a:pt x="100060" y="114348"/>
                    <a:pt x="95202" y="114348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4D42F0EA-98AC-4EB0-BA4F-275DA5034EA5}"/>
                </a:ext>
              </a:extLst>
            </p:cNvPr>
            <p:cNvSpPr/>
            <p:nvPr/>
          </p:nvSpPr>
          <p:spPr>
            <a:xfrm>
              <a:off x="8661689" y="1861899"/>
              <a:ext cx="368085" cy="11503"/>
            </a:xfrm>
            <a:custGeom>
              <a:avLst/>
              <a:gdLst>
                <a:gd name="connsiteX0" fmla="*/ 0 w 1219200"/>
                <a:gd name="connsiteY0" fmla="*/ 0 h 38100"/>
                <a:gd name="connsiteX1" fmla="*/ 1219200 w 1219200"/>
                <a:gd name="connsiteY1" fmla="*/ 0 h 38100"/>
                <a:gd name="connsiteX2" fmla="*/ 1219200 w 1219200"/>
                <a:gd name="connsiteY2" fmla="*/ 38100 h 38100"/>
                <a:gd name="connsiteX3" fmla="*/ 0 w 12192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" h="38100">
                  <a:moveTo>
                    <a:pt x="0" y="0"/>
                  </a:moveTo>
                  <a:lnTo>
                    <a:pt x="1219200" y="0"/>
                  </a:lnTo>
                  <a:lnTo>
                    <a:pt x="1219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871A417-68EE-4977-BF75-F958FE159686}"/>
                </a:ext>
              </a:extLst>
            </p:cNvPr>
            <p:cNvSpPr/>
            <p:nvPr/>
          </p:nvSpPr>
          <p:spPr>
            <a:xfrm>
              <a:off x="8817003" y="1562831"/>
              <a:ext cx="57485" cy="34508"/>
            </a:xfrm>
            <a:custGeom>
              <a:avLst/>
              <a:gdLst>
                <a:gd name="connsiteX0" fmla="*/ 95156 w 190405"/>
                <a:gd name="connsiteY0" fmla="*/ 114300 h 114300"/>
                <a:gd name="connsiteX1" fmla="*/ 76106 w 190405"/>
                <a:gd name="connsiteY1" fmla="*/ 95536 h 114300"/>
                <a:gd name="connsiteX2" fmla="*/ 76106 w 190405"/>
                <a:gd name="connsiteY2" fmla="*/ 95536 h 114300"/>
                <a:gd name="connsiteX3" fmla="*/ 76106 w 190405"/>
                <a:gd name="connsiteY3" fmla="*/ 95536 h 114300"/>
                <a:gd name="connsiteX4" fmla="*/ 76106 w 190405"/>
                <a:gd name="connsiteY4" fmla="*/ 95536 h 114300"/>
                <a:gd name="connsiteX5" fmla="*/ 76106 w 190405"/>
                <a:gd name="connsiteY5" fmla="*/ 95441 h 114300"/>
                <a:gd name="connsiteX6" fmla="*/ 76106 w 190405"/>
                <a:gd name="connsiteY6" fmla="*/ 95345 h 114300"/>
                <a:gd name="connsiteX7" fmla="*/ 76106 w 190405"/>
                <a:gd name="connsiteY7" fmla="*/ 95345 h 114300"/>
                <a:gd name="connsiteX8" fmla="*/ 76106 w 190405"/>
                <a:gd name="connsiteY8" fmla="*/ 95250 h 114300"/>
                <a:gd name="connsiteX9" fmla="*/ 18860 w 190405"/>
                <a:gd name="connsiteY9" fmla="*/ 38100 h 114300"/>
                <a:gd name="connsiteX10" fmla="*/ 1 w 190405"/>
                <a:gd name="connsiteY10" fmla="*/ 18955 h 114300"/>
                <a:gd name="connsiteX11" fmla="*/ 18956 w 190405"/>
                <a:gd name="connsiteY11" fmla="*/ 0 h 114300"/>
                <a:gd name="connsiteX12" fmla="*/ 95441 w 190405"/>
                <a:gd name="connsiteY12" fmla="*/ 35243 h 114300"/>
                <a:gd name="connsiteX13" fmla="*/ 171356 w 190405"/>
                <a:gd name="connsiteY13" fmla="*/ 0 h 114300"/>
                <a:gd name="connsiteX14" fmla="*/ 190406 w 190405"/>
                <a:gd name="connsiteY14" fmla="*/ 19050 h 114300"/>
                <a:gd name="connsiteX15" fmla="*/ 171356 w 190405"/>
                <a:gd name="connsiteY15" fmla="*/ 38100 h 114300"/>
                <a:gd name="connsiteX16" fmla="*/ 114206 w 190405"/>
                <a:gd name="connsiteY16" fmla="*/ 95345 h 114300"/>
                <a:gd name="connsiteX17" fmla="*/ 95156 w 190405"/>
                <a:gd name="connsiteY17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0405" h="114300">
                  <a:moveTo>
                    <a:pt x="95156" y="114300"/>
                  </a:moveTo>
                  <a:cubicBezTo>
                    <a:pt x="84678" y="114300"/>
                    <a:pt x="76296" y="105918"/>
                    <a:pt x="76106" y="95536"/>
                  </a:cubicBezTo>
                  <a:cubicBezTo>
                    <a:pt x="76106" y="95536"/>
                    <a:pt x="76106" y="95536"/>
                    <a:pt x="76106" y="95536"/>
                  </a:cubicBezTo>
                  <a:lnTo>
                    <a:pt x="76106" y="95536"/>
                  </a:lnTo>
                  <a:lnTo>
                    <a:pt x="76106" y="95536"/>
                  </a:lnTo>
                  <a:cubicBezTo>
                    <a:pt x="76106" y="95536"/>
                    <a:pt x="76106" y="95441"/>
                    <a:pt x="76106" y="95441"/>
                  </a:cubicBezTo>
                  <a:cubicBezTo>
                    <a:pt x="76106" y="95441"/>
                    <a:pt x="76106" y="95441"/>
                    <a:pt x="76106" y="95345"/>
                  </a:cubicBezTo>
                  <a:lnTo>
                    <a:pt x="76106" y="95345"/>
                  </a:lnTo>
                  <a:cubicBezTo>
                    <a:pt x="76106" y="95345"/>
                    <a:pt x="76106" y="95345"/>
                    <a:pt x="76106" y="95250"/>
                  </a:cubicBezTo>
                  <a:cubicBezTo>
                    <a:pt x="76106" y="41434"/>
                    <a:pt x="28385" y="38195"/>
                    <a:pt x="18860" y="38100"/>
                  </a:cubicBezTo>
                  <a:cubicBezTo>
                    <a:pt x="8383" y="38005"/>
                    <a:pt x="-94" y="29432"/>
                    <a:pt x="1" y="18955"/>
                  </a:cubicBezTo>
                  <a:cubicBezTo>
                    <a:pt x="1" y="8477"/>
                    <a:pt x="8478" y="0"/>
                    <a:pt x="18956" y="0"/>
                  </a:cubicBezTo>
                  <a:cubicBezTo>
                    <a:pt x="40482" y="0"/>
                    <a:pt x="74391" y="8477"/>
                    <a:pt x="95441" y="35243"/>
                  </a:cubicBezTo>
                  <a:cubicBezTo>
                    <a:pt x="109824" y="15621"/>
                    <a:pt x="133637" y="0"/>
                    <a:pt x="171356" y="0"/>
                  </a:cubicBezTo>
                  <a:cubicBezTo>
                    <a:pt x="181928" y="0"/>
                    <a:pt x="190406" y="8573"/>
                    <a:pt x="190406" y="19050"/>
                  </a:cubicBezTo>
                  <a:cubicBezTo>
                    <a:pt x="190406" y="29528"/>
                    <a:pt x="181928" y="38100"/>
                    <a:pt x="171356" y="38100"/>
                  </a:cubicBezTo>
                  <a:cubicBezTo>
                    <a:pt x="117635" y="38100"/>
                    <a:pt x="114301" y="85725"/>
                    <a:pt x="114206" y="95345"/>
                  </a:cubicBezTo>
                  <a:cubicBezTo>
                    <a:pt x="114110" y="105823"/>
                    <a:pt x="105633" y="114300"/>
                    <a:pt x="95156" y="1143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3EB16FBA-83E8-4AB6-A8F2-6122277EE977}"/>
                </a:ext>
              </a:extLst>
            </p:cNvPr>
            <p:cNvSpPr/>
            <p:nvPr/>
          </p:nvSpPr>
          <p:spPr>
            <a:xfrm>
              <a:off x="8863014" y="1585836"/>
              <a:ext cx="57485" cy="34508"/>
            </a:xfrm>
            <a:custGeom>
              <a:avLst/>
              <a:gdLst>
                <a:gd name="connsiteX0" fmla="*/ 95156 w 190405"/>
                <a:gd name="connsiteY0" fmla="*/ 114300 h 114300"/>
                <a:gd name="connsiteX1" fmla="*/ 76106 w 190405"/>
                <a:gd name="connsiteY1" fmla="*/ 95536 h 114300"/>
                <a:gd name="connsiteX2" fmla="*/ 76106 w 190405"/>
                <a:gd name="connsiteY2" fmla="*/ 95536 h 114300"/>
                <a:gd name="connsiteX3" fmla="*/ 76106 w 190405"/>
                <a:gd name="connsiteY3" fmla="*/ 95536 h 114300"/>
                <a:gd name="connsiteX4" fmla="*/ 76106 w 190405"/>
                <a:gd name="connsiteY4" fmla="*/ 95536 h 114300"/>
                <a:gd name="connsiteX5" fmla="*/ 76106 w 190405"/>
                <a:gd name="connsiteY5" fmla="*/ 95441 h 114300"/>
                <a:gd name="connsiteX6" fmla="*/ 76106 w 190405"/>
                <a:gd name="connsiteY6" fmla="*/ 95345 h 114300"/>
                <a:gd name="connsiteX7" fmla="*/ 76106 w 190405"/>
                <a:gd name="connsiteY7" fmla="*/ 95345 h 114300"/>
                <a:gd name="connsiteX8" fmla="*/ 76106 w 190405"/>
                <a:gd name="connsiteY8" fmla="*/ 95250 h 114300"/>
                <a:gd name="connsiteX9" fmla="*/ 18860 w 190405"/>
                <a:gd name="connsiteY9" fmla="*/ 38100 h 114300"/>
                <a:gd name="connsiteX10" fmla="*/ 1 w 190405"/>
                <a:gd name="connsiteY10" fmla="*/ 18955 h 114300"/>
                <a:gd name="connsiteX11" fmla="*/ 18956 w 190405"/>
                <a:gd name="connsiteY11" fmla="*/ 0 h 114300"/>
                <a:gd name="connsiteX12" fmla="*/ 95441 w 190405"/>
                <a:gd name="connsiteY12" fmla="*/ 35243 h 114300"/>
                <a:gd name="connsiteX13" fmla="*/ 171356 w 190405"/>
                <a:gd name="connsiteY13" fmla="*/ 0 h 114300"/>
                <a:gd name="connsiteX14" fmla="*/ 190406 w 190405"/>
                <a:gd name="connsiteY14" fmla="*/ 19050 h 114300"/>
                <a:gd name="connsiteX15" fmla="*/ 171356 w 190405"/>
                <a:gd name="connsiteY15" fmla="*/ 38100 h 114300"/>
                <a:gd name="connsiteX16" fmla="*/ 114206 w 190405"/>
                <a:gd name="connsiteY16" fmla="*/ 95345 h 114300"/>
                <a:gd name="connsiteX17" fmla="*/ 95156 w 190405"/>
                <a:gd name="connsiteY17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0405" h="114300">
                  <a:moveTo>
                    <a:pt x="95156" y="114300"/>
                  </a:moveTo>
                  <a:cubicBezTo>
                    <a:pt x="84678" y="114300"/>
                    <a:pt x="76296" y="105918"/>
                    <a:pt x="76106" y="95536"/>
                  </a:cubicBezTo>
                  <a:cubicBezTo>
                    <a:pt x="76106" y="95536"/>
                    <a:pt x="76106" y="95536"/>
                    <a:pt x="76106" y="95536"/>
                  </a:cubicBezTo>
                  <a:lnTo>
                    <a:pt x="76106" y="95536"/>
                  </a:lnTo>
                  <a:lnTo>
                    <a:pt x="76106" y="95536"/>
                  </a:lnTo>
                  <a:cubicBezTo>
                    <a:pt x="76106" y="95536"/>
                    <a:pt x="76106" y="95441"/>
                    <a:pt x="76106" y="95441"/>
                  </a:cubicBezTo>
                  <a:cubicBezTo>
                    <a:pt x="76106" y="95441"/>
                    <a:pt x="76106" y="95441"/>
                    <a:pt x="76106" y="95345"/>
                  </a:cubicBezTo>
                  <a:lnTo>
                    <a:pt x="76106" y="95345"/>
                  </a:lnTo>
                  <a:cubicBezTo>
                    <a:pt x="76106" y="95345"/>
                    <a:pt x="76106" y="95345"/>
                    <a:pt x="76106" y="95250"/>
                  </a:cubicBezTo>
                  <a:cubicBezTo>
                    <a:pt x="76106" y="41434"/>
                    <a:pt x="28385" y="38195"/>
                    <a:pt x="18860" y="38100"/>
                  </a:cubicBezTo>
                  <a:cubicBezTo>
                    <a:pt x="8383" y="38005"/>
                    <a:pt x="-94" y="29432"/>
                    <a:pt x="1" y="18955"/>
                  </a:cubicBezTo>
                  <a:cubicBezTo>
                    <a:pt x="1" y="8477"/>
                    <a:pt x="8478" y="0"/>
                    <a:pt x="18956" y="0"/>
                  </a:cubicBezTo>
                  <a:cubicBezTo>
                    <a:pt x="40482" y="0"/>
                    <a:pt x="74391" y="8477"/>
                    <a:pt x="95441" y="35243"/>
                  </a:cubicBezTo>
                  <a:cubicBezTo>
                    <a:pt x="109824" y="15621"/>
                    <a:pt x="133637" y="0"/>
                    <a:pt x="171356" y="0"/>
                  </a:cubicBezTo>
                  <a:cubicBezTo>
                    <a:pt x="181928" y="0"/>
                    <a:pt x="190406" y="8572"/>
                    <a:pt x="190406" y="19050"/>
                  </a:cubicBezTo>
                  <a:cubicBezTo>
                    <a:pt x="190406" y="29528"/>
                    <a:pt x="181928" y="38100"/>
                    <a:pt x="171356" y="38100"/>
                  </a:cubicBezTo>
                  <a:cubicBezTo>
                    <a:pt x="117635" y="38100"/>
                    <a:pt x="114301" y="85725"/>
                    <a:pt x="114206" y="95345"/>
                  </a:cubicBezTo>
                  <a:cubicBezTo>
                    <a:pt x="114110" y="105823"/>
                    <a:pt x="105633" y="114300"/>
                    <a:pt x="95156" y="1143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AC32C814-23BE-49E4-BD85-E63929ED9D27}"/>
                </a:ext>
              </a:extLst>
            </p:cNvPr>
            <p:cNvSpPr/>
            <p:nvPr/>
          </p:nvSpPr>
          <p:spPr>
            <a:xfrm>
              <a:off x="8793998" y="1608842"/>
              <a:ext cx="57485" cy="34508"/>
            </a:xfrm>
            <a:custGeom>
              <a:avLst/>
              <a:gdLst>
                <a:gd name="connsiteX0" fmla="*/ 95156 w 190405"/>
                <a:gd name="connsiteY0" fmla="*/ 114300 h 114300"/>
                <a:gd name="connsiteX1" fmla="*/ 76106 w 190405"/>
                <a:gd name="connsiteY1" fmla="*/ 95536 h 114300"/>
                <a:gd name="connsiteX2" fmla="*/ 76106 w 190405"/>
                <a:gd name="connsiteY2" fmla="*/ 95536 h 114300"/>
                <a:gd name="connsiteX3" fmla="*/ 76106 w 190405"/>
                <a:gd name="connsiteY3" fmla="*/ 95536 h 114300"/>
                <a:gd name="connsiteX4" fmla="*/ 76106 w 190405"/>
                <a:gd name="connsiteY4" fmla="*/ 95536 h 114300"/>
                <a:gd name="connsiteX5" fmla="*/ 76106 w 190405"/>
                <a:gd name="connsiteY5" fmla="*/ 95441 h 114300"/>
                <a:gd name="connsiteX6" fmla="*/ 76106 w 190405"/>
                <a:gd name="connsiteY6" fmla="*/ 95345 h 114300"/>
                <a:gd name="connsiteX7" fmla="*/ 76106 w 190405"/>
                <a:gd name="connsiteY7" fmla="*/ 95345 h 114300"/>
                <a:gd name="connsiteX8" fmla="*/ 76106 w 190405"/>
                <a:gd name="connsiteY8" fmla="*/ 95250 h 114300"/>
                <a:gd name="connsiteX9" fmla="*/ 18860 w 190405"/>
                <a:gd name="connsiteY9" fmla="*/ 38100 h 114300"/>
                <a:gd name="connsiteX10" fmla="*/ 1 w 190405"/>
                <a:gd name="connsiteY10" fmla="*/ 18955 h 114300"/>
                <a:gd name="connsiteX11" fmla="*/ 18956 w 190405"/>
                <a:gd name="connsiteY11" fmla="*/ 0 h 114300"/>
                <a:gd name="connsiteX12" fmla="*/ 95441 w 190405"/>
                <a:gd name="connsiteY12" fmla="*/ 35243 h 114300"/>
                <a:gd name="connsiteX13" fmla="*/ 171356 w 190405"/>
                <a:gd name="connsiteY13" fmla="*/ 0 h 114300"/>
                <a:gd name="connsiteX14" fmla="*/ 190406 w 190405"/>
                <a:gd name="connsiteY14" fmla="*/ 19050 h 114300"/>
                <a:gd name="connsiteX15" fmla="*/ 171356 w 190405"/>
                <a:gd name="connsiteY15" fmla="*/ 38100 h 114300"/>
                <a:gd name="connsiteX16" fmla="*/ 114206 w 190405"/>
                <a:gd name="connsiteY16" fmla="*/ 95345 h 114300"/>
                <a:gd name="connsiteX17" fmla="*/ 95156 w 190405"/>
                <a:gd name="connsiteY17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0405" h="114300">
                  <a:moveTo>
                    <a:pt x="95156" y="114300"/>
                  </a:moveTo>
                  <a:cubicBezTo>
                    <a:pt x="84678" y="114300"/>
                    <a:pt x="76296" y="105918"/>
                    <a:pt x="76106" y="95536"/>
                  </a:cubicBezTo>
                  <a:cubicBezTo>
                    <a:pt x="76106" y="95536"/>
                    <a:pt x="76106" y="95536"/>
                    <a:pt x="76106" y="95536"/>
                  </a:cubicBezTo>
                  <a:lnTo>
                    <a:pt x="76106" y="95536"/>
                  </a:lnTo>
                  <a:lnTo>
                    <a:pt x="76106" y="95536"/>
                  </a:lnTo>
                  <a:cubicBezTo>
                    <a:pt x="76106" y="95536"/>
                    <a:pt x="76106" y="95441"/>
                    <a:pt x="76106" y="95441"/>
                  </a:cubicBezTo>
                  <a:cubicBezTo>
                    <a:pt x="76106" y="95441"/>
                    <a:pt x="76106" y="95441"/>
                    <a:pt x="76106" y="95345"/>
                  </a:cubicBezTo>
                  <a:lnTo>
                    <a:pt x="76106" y="95345"/>
                  </a:lnTo>
                  <a:cubicBezTo>
                    <a:pt x="76106" y="95345"/>
                    <a:pt x="76106" y="95345"/>
                    <a:pt x="76106" y="95250"/>
                  </a:cubicBezTo>
                  <a:cubicBezTo>
                    <a:pt x="76106" y="41434"/>
                    <a:pt x="28385" y="38195"/>
                    <a:pt x="18860" y="38100"/>
                  </a:cubicBezTo>
                  <a:cubicBezTo>
                    <a:pt x="8383" y="38005"/>
                    <a:pt x="-94" y="29432"/>
                    <a:pt x="1" y="18955"/>
                  </a:cubicBezTo>
                  <a:cubicBezTo>
                    <a:pt x="1" y="8477"/>
                    <a:pt x="8478" y="0"/>
                    <a:pt x="18956" y="0"/>
                  </a:cubicBezTo>
                  <a:cubicBezTo>
                    <a:pt x="40482" y="0"/>
                    <a:pt x="74391" y="8477"/>
                    <a:pt x="95441" y="35243"/>
                  </a:cubicBezTo>
                  <a:cubicBezTo>
                    <a:pt x="109824" y="15621"/>
                    <a:pt x="133637" y="0"/>
                    <a:pt x="171356" y="0"/>
                  </a:cubicBezTo>
                  <a:cubicBezTo>
                    <a:pt x="181928" y="0"/>
                    <a:pt x="190406" y="8572"/>
                    <a:pt x="190406" y="19050"/>
                  </a:cubicBezTo>
                  <a:cubicBezTo>
                    <a:pt x="190406" y="29528"/>
                    <a:pt x="181928" y="38100"/>
                    <a:pt x="171356" y="38100"/>
                  </a:cubicBezTo>
                  <a:cubicBezTo>
                    <a:pt x="117635" y="38100"/>
                    <a:pt x="114301" y="85725"/>
                    <a:pt x="114206" y="95345"/>
                  </a:cubicBezTo>
                  <a:cubicBezTo>
                    <a:pt x="114110" y="105823"/>
                    <a:pt x="105633" y="114300"/>
                    <a:pt x="95156" y="1143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grpSp>
          <p:nvGrpSpPr>
            <p:cNvPr id="157" name="Graphic 112">
              <a:extLst>
                <a:ext uri="{FF2B5EF4-FFF2-40B4-BE49-F238E27FC236}">
                  <a16:creationId xmlns:a16="http://schemas.microsoft.com/office/drawing/2014/main" id="{F11F1FFF-8080-4AC9-B1F6-E283A3AAA9DF}"/>
                </a:ext>
              </a:extLst>
            </p:cNvPr>
            <p:cNvGrpSpPr/>
            <p:nvPr/>
          </p:nvGrpSpPr>
          <p:grpSpPr>
            <a:xfrm>
              <a:off x="8721129" y="1723948"/>
              <a:ext cx="249205" cy="146665"/>
              <a:chOff x="5769006" y="3448315"/>
              <a:chExt cx="825436" cy="485795"/>
            </a:xfrm>
            <a:solidFill>
              <a:schemeClr val="accent3"/>
            </a:solidFill>
          </p:grpSpPr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20046FB-F4F0-46D0-AE79-70B282893A41}"/>
                  </a:ext>
                </a:extLst>
              </p:cNvPr>
              <p:cNvSpPr/>
              <p:nvPr/>
            </p:nvSpPr>
            <p:spPr>
              <a:xfrm>
                <a:off x="5932836" y="3448335"/>
                <a:ext cx="133540" cy="38100"/>
              </a:xfrm>
              <a:custGeom>
                <a:avLst/>
                <a:gdLst>
                  <a:gd name="connsiteX0" fmla="*/ 114491 w 133540"/>
                  <a:gd name="connsiteY0" fmla="*/ 38100 h 38100"/>
                  <a:gd name="connsiteX1" fmla="*/ 19050 w 133540"/>
                  <a:gd name="connsiteY1" fmla="*/ 38100 h 38100"/>
                  <a:gd name="connsiteX2" fmla="*/ 0 w 133540"/>
                  <a:gd name="connsiteY2" fmla="*/ 19050 h 38100"/>
                  <a:gd name="connsiteX3" fmla="*/ 19050 w 133540"/>
                  <a:gd name="connsiteY3" fmla="*/ 0 h 38100"/>
                  <a:gd name="connsiteX4" fmla="*/ 114491 w 133540"/>
                  <a:gd name="connsiteY4" fmla="*/ 0 h 38100"/>
                  <a:gd name="connsiteX5" fmla="*/ 133541 w 133540"/>
                  <a:gd name="connsiteY5" fmla="*/ 19050 h 38100"/>
                  <a:gd name="connsiteX6" fmla="*/ 114491 w 133540"/>
                  <a:gd name="connsiteY6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540" h="38100">
                    <a:moveTo>
                      <a:pt x="114491" y="38100"/>
                    </a:moveTo>
                    <a:lnTo>
                      <a:pt x="19050" y="38100"/>
                    </a:lnTo>
                    <a:cubicBezTo>
                      <a:pt x="8477" y="38100"/>
                      <a:pt x="0" y="29623"/>
                      <a:pt x="0" y="19050"/>
                    </a:cubicBezTo>
                    <a:cubicBezTo>
                      <a:pt x="0" y="8477"/>
                      <a:pt x="8477" y="0"/>
                      <a:pt x="19050" y="0"/>
                    </a:cubicBezTo>
                    <a:lnTo>
                      <a:pt x="114491" y="0"/>
                    </a:lnTo>
                    <a:cubicBezTo>
                      <a:pt x="125063" y="0"/>
                      <a:pt x="133541" y="8477"/>
                      <a:pt x="133541" y="19050"/>
                    </a:cubicBezTo>
                    <a:cubicBezTo>
                      <a:pt x="133541" y="29528"/>
                      <a:pt x="125063" y="38100"/>
                      <a:pt x="114491" y="38100"/>
                    </a:cubicBezTo>
                    <a:close/>
                  </a:path>
                </a:pathLst>
              </a:custGeom>
              <a:grpFill/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grpSp>
            <p:nvGrpSpPr>
              <p:cNvPr id="159" name="Graphic 112">
                <a:extLst>
                  <a:ext uri="{FF2B5EF4-FFF2-40B4-BE49-F238E27FC236}">
                    <a16:creationId xmlns:a16="http://schemas.microsoft.com/office/drawing/2014/main" id="{E24295BA-1A57-4418-9AE5-4EFD9290D601}"/>
                  </a:ext>
                </a:extLst>
              </p:cNvPr>
              <p:cNvGrpSpPr/>
              <p:nvPr/>
            </p:nvGrpSpPr>
            <p:grpSpPr>
              <a:xfrm>
                <a:off x="5769006" y="3448315"/>
                <a:ext cx="825436" cy="485795"/>
                <a:chOff x="5769006" y="3448315"/>
                <a:chExt cx="825436" cy="485795"/>
              </a:xfrm>
              <a:grpFill/>
            </p:grpSpPr>
            <p:sp>
              <p:nvSpPr>
                <p:cNvPr id="160" name="Freeform: Shape 159">
                  <a:extLst>
                    <a:ext uri="{FF2B5EF4-FFF2-40B4-BE49-F238E27FC236}">
                      <a16:creationId xmlns:a16="http://schemas.microsoft.com/office/drawing/2014/main" id="{CEEE2C85-07A1-46AA-B423-3F1BD757D9C2}"/>
                    </a:ext>
                  </a:extLst>
                </p:cNvPr>
                <p:cNvSpPr/>
                <p:nvPr/>
              </p:nvSpPr>
              <p:spPr>
                <a:xfrm>
                  <a:off x="5912148" y="3538061"/>
                  <a:ext cx="431762" cy="252888"/>
                </a:xfrm>
                <a:custGeom>
                  <a:avLst/>
                  <a:gdLst>
                    <a:gd name="connsiteX0" fmla="*/ 269576 w 431762"/>
                    <a:gd name="connsiteY0" fmla="*/ 252889 h 252888"/>
                    <a:gd name="connsiteX1" fmla="*/ 19069 w 431762"/>
                    <a:gd name="connsiteY1" fmla="*/ 252889 h 252888"/>
                    <a:gd name="connsiteX2" fmla="*/ 2876 w 431762"/>
                    <a:gd name="connsiteY2" fmla="*/ 243840 h 252888"/>
                    <a:gd name="connsiteX3" fmla="*/ 2019 w 431762"/>
                    <a:gd name="connsiteY3" fmla="*/ 225266 h 252888"/>
                    <a:gd name="connsiteX4" fmla="*/ 109366 w 431762"/>
                    <a:gd name="connsiteY4" fmla="*/ 10573 h 252888"/>
                    <a:gd name="connsiteX5" fmla="*/ 126416 w 431762"/>
                    <a:gd name="connsiteY5" fmla="*/ 0 h 252888"/>
                    <a:gd name="connsiteX6" fmla="*/ 412737 w 431762"/>
                    <a:gd name="connsiteY6" fmla="*/ 0 h 252888"/>
                    <a:gd name="connsiteX7" fmla="*/ 429501 w 431762"/>
                    <a:gd name="connsiteY7" fmla="*/ 10097 h 252888"/>
                    <a:gd name="connsiteX8" fmla="*/ 428549 w 431762"/>
                    <a:gd name="connsiteY8" fmla="*/ 29623 h 252888"/>
                    <a:gd name="connsiteX9" fmla="*/ 285388 w 431762"/>
                    <a:gd name="connsiteY9" fmla="*/ 244412 h 252888"/>
                    <a:gd name="connsiteX10" fmla="*/ 269576 w 431762"/>
                    <a:gd name="connsiteY10" fmla="*/ 252889 h 252888"/>
                    <a:gd name="connsiteX11" fmla="*/ 49835 w 431762"/>
                    <a:gd name="connsiteY11" fmla="*/ 214789 h 252888"/>
                    <a:gd name="connsiteX12" fmla="*/ 259385 w 431762"/>
                    <a:gd name="connsiteY12" fmla="*/ 214789 h 252888"/>
                    <a:gd name="connsiteX13" fmla="*/ 377114 w 431762"/>
                    <a:gd name="connsiteY13" fmla="*/ 38195 h 252888"/>
                    <a:gd name="connsiteX14" fmla="*/ 138227 w 431762"/>
                    <a:gd name="connsiteY14" fmla="*/ 38195 h 252888"/>
                    <a:gd name="connsiteX15" fmla="*/ 49835 w 431762"/>
                    <a:gd name="connsiteY15" fmla="*/ 214789 h 2528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31762" h="252888">
                      <a:moveTo>
                        <a:pt x="269576" y="252889"/>
                      </a:moveTo>
                      <a:lnTo>
                        <a:pt x="19069" y="252889"/>
                      </a:lnTo>
                      <a:cubicBezTo>
                        <a:pt x="12497" y="252889"/>
                        <a:pt x="6305" y="249460"/>
                        <a:pt x="2876" y="243840"/>
                      </a:cubicBezTo>
                      <a:cubicBezTo>
                        <a:pt x="-648" y="238220"/>
                        <a:pt x="-934" y="231172"/>
                        <a:pt x="2019" y="225266"/>
                      </a:cubicBezTo>
                      <a:lnTo>
                        <a:pt x="109366" y="10573"/>
                      </a:lnTo>
                      <a:cubicBezTo>
                        <a:pt x="112604" y="4096"/>
                        <a:pt x="119177" y="0"/>
                        <a:pt x="126416" y="0"/>
                      </a:cubicBezTo>
                      <a:lnTo>
                        <a:pt x="412737" y="0"/>
                      </a:lnTo>
                      <a:cubicBezTo>
                        <a:pt x="419786" y="0"/>
                        <a:pt x="426263" y="3905"/>
                        <a:pt x="429501" y="10097"/>
                      </a:cubicBezTo>
                      <a:cubicBezTo>
                        <a:pt x="432835" y="16288"/>
                        <a:pt x="432454" y="23813"/>
                        <a:pt x="428549" y="29623"/>
                      </a:cubicBezTo>
                      <a:lnTo>
                        <a:pt x="285388" y="244412"/>
                      </a:lnTo>
                      <a:cubicBezTo>
                        <a:pt x="281864" y="249746"/>
                        <a:pt x="275958" y="252889"/>
                        <a:pt x="269576" y="252889"/>
                      </a:cubicBezTo>
                      <a:close/>
                      <a:moveTo>
                        <a:pt x="49835" y="214789"/>
                      </a:moveTo>
                      <a:lnTo>
                        <a:pt x="259385" y="214789"/>
                      </a:lnTo>
                      <a:lnTo>
                        <a:pt x="377114" y="38195"/>
                      </a:lnTo>
                      <a:lnTo>
                        <a:pt x="138227" y="38195"/>
                      </a:lnTo>
                      <a:lnTo>
                        <a:pt x="49835" y="214789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161" name="Freeform: Shape 160">
                  <a:extLst>
                    <a:ext uri="{FF2B5EF4-FFF2-40B4-BE49-F238E27FC236}">
                      <a16:creationId xmlns:a16="http://schemas.microsoft.com/office/drawing/2014/main" id="{C1ADE100-C57A-450B-8141-08C19F33551C}"/>
                    </a:ext>
                  </a:extLst>
                </p:cNvPr>
                <p:cNvSpPr/>
                <p:nvPr/>
              </p:nvSpPr>
              <p:spPr>
                <a:xfrm>
                  <a:off x="5968630" y="3448315"/>
                  <a:ext cx="232070" cy="342634"/>
                </a:xfrm>
                <a:custGeom>
                  <a:avLst/>
                  <a:gdLst>
                    <a:gd name="connsiteX0" fmla="*/ 213095 w 232070"/>
                    <a:gd name="connsiteY0" fmla="*/ 342635 h 342634"/>
                    <a:gd name="connsiteX1" fmla="*/ 196998 w 232070"/>
                    <a:gd name="connsiteY1" fmla="*/ 333777 h 342634"/>
                    <a:gd name="connsiteX2" fmla="*/ 2973 w 232070"/>
                    <a:gd name="connsiteY2" fmla="*/ 29262 h 342634"/>
                    <a:gd name="connsiteX3" fmla="*/ 8784 w 232070"/>
                    <a:gd name="connsiteY3" fmla="*/ 2973 h 342634"/>
                    <a:gd name="connsiteX4" fmla="*/ 35073 w 232070"/>
                    <a:gd name="connsiteY4" fmla="*/ 8784 h 342634"/>
                    <a:gd name="connsiteX5" fmla="*/ 229097 w 232070"/>
                    <a:gd name="connsiteY5" fmla="*/ 313298 h 342634"/>
                    <a:gd name="connsiteX6" fmla="*/ 223287 w 232070"/>
                    <a:gd name="connsiteY6" fmla="*/ 339587 h 342634"/>
                    <a:gd name="connsiteX7" fmla="*/ 213095 w 232070"/>
                    <a:gd name="connsiteY7" fmla="*/ 342635 h 342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32070" h="342634">
                      <a:moveTo>
                        <a:pt x="213095" y="342635"/>
                      </a:moveTo>
                      <a:cubicBezTo>
                        <a:pt x="206808" y="342635"/>
                        <a:pt x="200617" y="339492"/>
                        <a:pt x="196998" y="333777"/>
                      </a:cubicBezTo>
                      <a:lnTo>
                        <a:pt x="2973" y="29262"/>
                      </a:lnTo>
                      <a:cubicBezTo>
                        <a:pt x="-2646" y="20404"/>
                        <a:pt x="-75" y="8593"/>
                        <a:pt x="8784" y="2973"/>
                      </a:cubicBezTo>
                      <a:cubicBezTo>
                        <a:pt x="17642" y="-2646"/>
                        <a:pt x="29453" y="-75"/>
                        <a:pt x="35073" y="8784"/>
                      </a:cubicBezTo>
                      <a:lnTo>
                        <a:pt x="229097" y="313298"/>
                      </a:lnTo>
                      <a:cubicBezTo>
                        <a:pt x="234717" y="322156"/>
                        <a:pt x="232145" y="333967"/>
                        <a:pt x="223287" y="339587"/>
                      </a:cubicBezTo>
                      <a:cubicBezTo>
                        <a:pt x="220143" y="341682"/>
                        <a:pt x="216619" y="342635"/>
                        <a:pt x="213095" y="342635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162" name="Freeform: Shape 161">
                  <a:extLst>
                    <a:ext uri="{FF2B5EF4-FFF2-40B4-BE49-F238E27FC236}">
                      <a16:creationId xmlns:a16="http://schemas.microsoft.com/office/drawing/2014/main" id="{DE327879-878F-4A2A-8122-BDC01D8241E9}"/>
                    </a:ext>
                  </a:extLst>
                </p:cNvPr>
                <p:cNvSpPr/>
                <p:nvPr/>
              </p:nvSpPr>
              <p:spPr>
                <a:xfrm>
                  <a:off x="6198489" y="3466528"/>
                  <a:ext cx="252882" cy="324421"/>
                </a:xfrm>
                <a:custGeom>
                  <a:avLst/>
                  <a:gdLst>
                    <a:gd name="connsiteX0" fmla="*/ 233744 w 252882"/>
                    <a:gd name="connsiteY0" fmla="*/ 324422 h 324421"/>
                    <a:gd name="connsiteX1" fmla="*/ 216694 w 252882"/>
                    <a:gd name="connsiteY1" fmla="*/ 313849 h 324421"/>
                    <a:gd name="connsiteX2" fmla="*/ 78867 w 252882"/>
                    <a:gd name="connsiteY2" fmla="*/ 38100 h 324421"/>
                    <a:gd name="connsiteX3" fmla="*/ 19050 w 252882"/>
                    <a:gd name="connsiteY3" fmla="*/ 38100 h 324421"/>
                    <a:gd name="connsiteX4" fmla="*/ 0 w 252882"/>
                    <a:gd name="connsiteY4" fmla="*/ 19050 h 324421"/>
                    <a:gd name="connsiteX5" fmla="*/ 19050 w 252882"/>
                    <a:gd name="connsiteY5" fmla="*/ 0 h 324421"/>
                    <a:gd name="connsiteX6" fmla="*/ 90678 w 252882"/>
                    <a:gd name="connsiteY6" fmla="*/ 0 h 324421"/>
                    <a:gd name="connsiteX7" fmla="*/ 107728 w 252882"/>
                    <a:gd name="connsiteY7" fmla="*/ 10573 h 324421"/>
                    <a:gd name="connsiteX8" fmla="*/ 250888 w 252882"/>
                    <a:gd name="connsiteY8" fmla="*/ 296894 h 324421"/>
                    <a:gd name="connsiteX9" fmla="*/ 242411 w 252882"/>
                    <a:gd name="connsiteY9" fmla="*/ 322421 h 324421"/>
                    <a:gd name="connsiteX10" fmla="*/ 233744 w 252882"/>
                    <a:gd name="connsiteY10" fmla="*/ 324422 h 324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52882" h="324421">
                      <a:moveTo>
                        <a:pt x="233744" y="324422"/>
                      </a:moveTo>
                      <a:cubicBezTo>
                        <a:pt x="226790" y="324422"/>
                        <a:pt x="220027" y="320612"/>
                        <a:pt x="216694" y="313849"/>
                      </a:cubicBezTo>
                      <a:lnTo>
                        <a:pt x="78867" y="38100"/>
                      </a:lnTo>
                      <a:lnTo>
                        <a:pt x="19050" y="38100"/>
                      </a:lnTo>
                      <a:cubicBezTo>
                        <a:pt x="8477" y="38100"/>
                        <a:pt x="0" y="29623"/>
                        <a:pt x="0" y="19050"/>
                      </a:cubicBezTo>
                      <a:cubicBezTo>
                        <a:pt x="0" y="8477"/>
                        <a:pt x="8477" y="0"/>
                        <a:pt x="19050" y="0"/>
                      </a:cubicBezTo>
                      <a:lnTo>
                        <a:pt x="90678" y="0"/>
                      </a:lnTo>
                      <a:cubicBezTo>
                        <a:pt x="97917" y="0"/>
                        <a:pt x="104489" y="4096"/>
                        <a:pt x="107728" y="10573"/>
                      </a:cubicBezTo>
                      <a:lnTo>
                        <a:pt x="250888" y="296894"/>
                      </a:lnTo>
                      <a:cubicBezTo>
                        <a:pt x="255556" y="306324"/>
                        <a:pt x="251746" y="317754"/>
                        <a:pt x="242411" y="322421"/>
                      </a:cubicBezTo>
                      <a:cubicBezTo>
                        <a:pt x="239554" y="323755"/>
                        <a:pt x="236696" y="324422"/>
                        <a:pt x="233744" y="324422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163" name="Freeform: Shape 162">
                  <a:extLst>
                    <a:ext uri="{FF2B5EF4-FFF2-40B4-BE49-F238E27FC236}">
                      <a16:creationId xmlns:a16="http://schemas.microsoft.com/office/drawing/2014/main" id="{C3F4FF09-3E45-4908-956B-AB69B2FBAE13}"/>
                    </a:ext>
                  </a:extLst>
                </p:cNvPr>
                <p:cNvSpPr/>
                <p:nvPr/>
              </p:nvSpPr>
              <p:spPr>
                <a:xfrm>
                  <a:off x="6377368" y="3717035"/>
                  <a:ext cx="109727" cy="109728"/>
                </a:xfrm>
                <a:custGeom>
                  <a:avLst/>
                  <a:gdLst>
                    <a:gd name="connsiteX0" fmla="*/ 54864 w 109727"/>
                    <a:gd name="connsiteY0" fmla="*/ 109728 h 109728"/>
                    <a:gd name="connsiteX1" fmla="*/ 0 w 109727"/>
                    <a:gd name="connsiteY1" fmla="*/ 54864 h 109728"/>
                    <a:gd name="connsiteX2" fmla="*/ 54864 w 109727"/>
                    <a:gd name="connsiteY2" fmla="*/ 0 h 109728"/>
                    <a:gd name="connsiteX3" fmla="*/ 109728 w 109727"/>
                    <a:gd name="connsiteY3" fmla="*/ 54864 h 109728"/>
                    <a:gd name="connsiteX4" fmla="*/ 54864 w 109727"/>
                    <a:gd name="connsiteY4" fmla="*/ 109728 h 109728"/>
                    <a:gd name="connsiteX5" fmla="*/ 54864 w 109727"/>
                    <a:gd name="connsiteY5" fmla="*/ 38100 h 109728"/>
                    <a:gd name="connsiteX6" fmla="*/ 38100 w 109727"/>
                    <a:gd name="connsiteY6" fmla="*/ 54864 h 109728"/>
                    <a:gd name="connsiteX7" fmla="*/ 54864 w 109727"/>
                    <a:gd name="connsiteY7" fmla="*/ 71628 h 109728"/>
                    <a:gd name="connsiteX8" fmla="*/ 71628 w 109727"/>
                    <a:gd name="connsiteY8" fmla="*/ 54864 h 109728"/>
                    <a:gd name="connsiteX9" fmla="*/ 54864 w 109727"/>
                    <a:gd name="connsiteY9" fmla="*/ 38100 h 109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9727" h="109728">
                      <a:moveTo>
                        <a:pt x="54864" y="109728"/>
                      </a:moveTo>
                      <a:cubicBezTo>
                        <a:pt x="24670" y="109728"/>
                        <a:pt x="0" y="85154"/>
                        <a:pt x="0" y="54864"/>
                      </a:cubicBezTo>
                      <a:cubicBezTo>
                        <a:pt x="0" y="24575"/>
                        <a:pt x="24575" y="0"/>
                        <a:pt x="54864" y="0"/>
                      </a:cubicBezTo>
                      <a:cubicBezTo>
                        <a:pt x="85154" y="0"/>
                        <a:pt x="109728" y="24575"/>
                        <a:pt x="109728" y="54864"/>
                      </a:cubicBezTo>
                      <a:cubicBezTo>
                        <a:pt x="109728" y="85154"/>
                        <a:pt x="85154" y="109728"/>
                        <a:pt x="54864" y="109728"/>
                      </a:cubicBezTo>
                      <a:close/>
                      <a:moveTo>
                        <a:pt x="54864" y="38100"/>
                      </a:moveTo>
                      <a:cubicBezTo>
                        <a:pt x="45625" y="38100"/>
                        <a:pt x="38100" y="45625"/>
                        <a:pt x="38100" y="54864"/>
                      </a:cubicBezTo>
                      <a:cubicBezTo>
                        <a:pt x="38100" y="64103"/>
                        <a:pt x="45625" y="71628"/>
                        <a:pt x="54864" y="71628"/>
                      </a:cubicBezTo>
                      <a:cubicBezTo>
                        <a:pt x="64103" y="71628"/>
                        <a:pt x="71628" y="64103"/>
                        <a:pt x="71628" y="54864"/>
                      </a:cubicBezTo>
                      <a:cubicBezTo>
                        <a:pt x="71628" y="45625"/>
                        <a:pt x="64103" y="38100"/>
                        <a:pt x="54864" y="381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164" name="Freeform: Shape 163">
                  <a:extLst>
                    <a:ext uri="{FF2B5EF4-FFF2-40B4-BE49-F238E27FC236}">
                      <a16:creationId xmlns:a16="http://schemas.microsoft.com/office/drawing/2014/main" id="{0218A551-961C-4BC0-ACED-2C235C5E20CA}"/>
                    </a:ext>
                  </a:extLst>
                </p:cNvPr>
                <p:cNvSpPr/>
                <p:nvPr/>
              </p:nvSpPr>
              <p:spPr>
                <a:xfrm>
                  <a:off x="5876353" y="3717035"/>
                  <a:ext cx="109728" cy="109728"/>
                </a:xfrm>
                <a:custGeom>
                  <a:avLst/>
                  <a:gdLst>
                    <a:gd name="connsiteX0" fmla="*/ 54864 w 109728"/>
                    <a:gd name="connsiteY0" fmla="*/ 109728 h 109728"/>
                    <a:gd name="connsiteX1" fmla="*/ 0 w 109728"/>
                    <a:gd name="connsiteY1" fmla="*/ 54864 h 109728"/>
                    <a:gd name="connsiteX2" fmla="*/ 54864 w 109728"/>
                    <a:gd name="connsiteY2" fmla="*/ 0 h 109728"/>
                    <a:gd name="connsiteX3" fmla="*/ 109728 w 109728"/>
                    <a:gd name="connsiteY3" fmla="*/ 54864 h 109728"/>
                    <a:gd name="connsiteX4" fmla="*/ 54864 w 109728"/>
                    <a:gd name="connsiteY4" fmla="*/ 109728 h 109728"/>
                    <a:gd name="connsiteX5" fmla="*/ 54864 w 109728"/>
                    <a:gd name="connsiteY5" fmla="*/ 38100 h 109728"/>
                    <a:gd name="connsiteX6" fmla="*/ 38100 w 109728"/>
                    <a:gd name="connsiteY6" fmla="*/ 54864 h 109728"/>
                    <a:gd name="connsiteX7" fmla="*/ 54864 w 109728"/>
                    <a:gd name="connsiteY7" fmla="*/ 71628 h 109728"/>
                    <a:gd name="connsiteX8" fmla="*/ 71628 w 109728"/>
                    <a:gd name="connsiteY8" fmla="*/ 54864 h 109728"/>
                    <a:gd name="connsiteX9" fmla="*/ 54864 w 109728"/>
                    <a:gd name="connsiteY9" fmla="*/ 38100 h 109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9728" h="109728">
                      <a:moveTo>
                        <a:pt x="54864" y="109728"/>
                      </a:moveTo>
                      <a:cubicBezTo>
                        <a:pt x="24575" y="109728"/>
                        <a:pt x="0" y="85154"/>
                        <a:pt x="0" y="54864"/>
                      </a:cubicBezTo>
                      <a:cubicBezTo>
                        <a:pt x="0" y="24575"/>
                        <a:pt x="24575" y="0"/>
                        <a:pt x="54864" y="0"/>
                      </a:cubicBezTo>
                      <a:cubicBezTo>
                        <a:pt x="85154" y="0"/>
                        <a:pt x="109728" y="24575"/>
                        <a:pt x="109728" y="54864"/>
                      </a:cubicBezTo>
                      <a:cubicBezTo>
                        <a:pt x="109728" y="85154"/>
                        <a:pt x="85058" y="109728"/>
                        <a:pt x="54864" y="109728"/>
                      </a:cubicBezTo>
                      <a:close/>
                      <a:moveTo>
                        <a:pt x="54864" y="38100"/>
                      </a:moveTo>
                      <a:cubicBezTo>
                        <a:pt x="45625" y="38100"/>
                        <a:pt x="38100" y="45625"/>
                        <a:pt x="38100" y="54864"/>
                      </a:cubicBezTo>
                      <a:cubicBezTo>
                        <a:pt x="38100" y="64103"/>
                        <a:pt x="45625" y="71628"/>
                        <a:pt x="54864" y="71628"/>
                      </a:cubicBezTo>
                      <a:cubicBezTo>
                        <a:pt x="64103" y="71628"/>
                        <a:pt x="71628" y="64103"/>
                        <a:pt x="71628" y="54864"/>
                      </a:cubicBezTo>
                      <a:cubicBezTo>
                        <a:pt x="71533" y="45625"/>
                        <a:pt x="64008" y="38100"/>
                        <a:pt x="54864" y="381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165" name="Freeform: Shape 164">
                  <a:extLst>
                    <a:ext uri="{FF2B5EF4-FFF2-40B4-BE49-F238E27FC236}">
                      <a16:creationId xmlns:a16="http://schemas.microsoft.com/office/drawing/2014/main" id="{E272CF88-F7CB-4DA6-81F7-BF6BAD23ED0C}"/>
                    </a:ext>
                  </a:extLst>
                </p:cNvPr>
                <p:cNvSpPr/>
                <p:nvPr/>
              </p:nvSpPr>
              <p:spPr>
                <a:xfrm>
                  <a:off x="6270021" y="3609689"/>
                  <a:ext cx="324421" cy="324421"/>
                </a:xfrm>
                <a:custGeom>
                  <a:avLst/>
                  <a:gdLst>
                    <a:gd name="connsiteX0" fmla="*/ 162211 w 324421"/>
                    <a:gd name="connsiteY0" fmla="*/ 324421 h 324421"/>
                    <a:gd name="connsiteX1" fmla="*/ 0 w 324421"/>
                    <a:gd name="connsiteY1" fmla="*/ 162211 h 324421"/>
                    <a:gd name="connsiteX2" fmla="*/ 162211 w 324421"/>
                    <a:gd name="connsiteY2" fmla="*/ 0 h 324421"/>
                    <a:gd name="connsiteX3" fmla="*/ 324422 w 324421"/>
                    <a:gd name="connsiteY3" fmla="*/ 162211 h 324421"/>
                    <a:gd name="connsiteX4" fmla="*/ 162211 w 324421"/>
                    <a:gd name="connsiteY4" fmla="*/ 324421 h 324421"/>
                    <a:gd name="connsiteX5" fmla="*/ 162211 w 324421"/>
                    <a:gd name="connsiteY5" fmla="*/ 38100 h 324421"/>
                    <a:gd name="connsiteX6" fmla="*/ 38100 w 324421"/>
                    <a:gd name="connsiteY6" fmla="*/ 162211 h 324421"/>
                    <a:gd name="connsiteX7" fmla="*/ 162211 w 324421"/>
                    <a:gd name="connsiteY7" fmla="*/ 286321 h 324421"/>
                    <a:gd name="connsiteX8" fmla="*/ 286322 w 324421"/>
                    <a:gd name="connsiteY8" fmla="*/ 162211 h 324421"/>
                    <a:gd name="connsiteX9" fmla="*/ 162211 w 324421"/>
                    <a:gd name="connsiteY9" fmla="*/ 38100 h 324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24421" h="324421">
                      <a:moveTo>
                        <a:pt x="162211" y="324421"/>
                      </a:moveTo>
                      <a:cubicBezTo>
                        <a:pt x="72771" y="324421"/>
                        <a:pt x="0" y="251650"/>
                        <a:pt x="0" y="162211"/>
                      </a:cubicBezTo>
                      <a:cubicBezTo>
                        <a:pt x="0" y="72771"/>
                        <a:pt x="72771" y="0"/>
                        <a:pt x="162211" y="0"/>
                      </a:cubicBezTo>
                      <a:cubicBezTo>
                        <a:pt x="251651" y="0"/>
                        <a:pt x="324422" y="72771"/>
                        <a:pt x="324422" y="162211"/>
                      </a:cubicBezTo>
                      <a:cubicBezTo>
                        <a:pt x="324422" y="251650"/>
                        <a:pt x="251651" y="324421"/>
                        <a:pt x="162211" y="324421"/>
                      </a:cubicBezTo>
                      <a:close/>
                      <a:moveTo>
                        <a:pt x="162211" y="38100"/>
                      </a:moveTo>
                      <a:cubicBezTo>
                        <a:pt x="93821" y="38100"/>
                        <a:pt x="38100" y="93821"/>
                        <a:pt x="38100" y="162211"/>
                      </a:cubicBezTo>
                      <a:cubicBezTo>
                        <a:pt x="38100" y="230696"/>
                        <a:pt x="93821" y="286321"/>
                        <a:pt x="162211" y="286321"/>
                      </a:cubicBezTo>
                      <a:cubicBezTo>
                        <a:pt x="230600" y="286321"/>
                        <a:pt x="286322" y="230600"/>
                        <a:pt x="286322" y="162211"/>
                      </a:cubicBezTo>
                      <a:cubicBezTo>
                        <a:pt x="286322" y="93726"/>
                        <a:pt x="230696" y="38100"/>
                        <a:pt x="162211" y="381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166" name="Freeform: Shape 165">
                  <a:extLst>
                    <a:ext uri="{FF2B5EF4-FFF2-40B4-BE49-F238E27FC236}">
                      <a16:creationId xmlns:a16="http://schemas.microsoft.com/office/drawing/2014/main" id="{71E3EC33-2F75-4FA2-8C78-62BD9D24E90D}"/>
                    </a:ext>
                  </a:extLst>
                </p:cNvPr>
                <p:cNvSpPr/>
                <p:nvPr/>
              </p:nvSpPr>
              <p:spPr>
                <a:xfrm>
                  <a:off x="5769006" y="3609689"/>
                  <a:ext cx="324421" cy="324421"/>
                </a:xfrm>
                <a:custGeom>
                  <a:avLst/>
                  <a:gdLst>
                    <a:gd name="connsiteX0" fmla="*/ 162211 w 324421"/>
                    <a:gd name="connsiteY0" fmla="*/ 324421 h 324421"/>
                    <a:gd name="connsiteX1" fmla="*/ 0 w 324421"/>
                    <a:gd name="connsiteY1" fmla="*/ 162211 h 324421"/>
                    <a:gd name="connsiteX2" fmla="*/ 162211 w 324421"/>
                    <a:gd name="connsiteY2" fmla="*/ 0 h 324421"/>
                    <a:gd name="connsiteX3" fmla="*/ 324422 w 324421"/>
                    <a:gd name="connsiteY3" fmla="*/ 162211 h 324421"/>
                    <a:gd name="connsiteX4" fmla="*/ 162211 w 324421"/>
                    <a:gd name="connsiteY4" fmla="*/ 324421 h 324421"/>
                    <a:gd name="connsiteX5" fmla="*/ 162211 w 324421"/>
                    <a:gd name="connsiteY5" fmla="*/ 38100 h 324421"/>
                    <a:gd name="connsiteX6" fmla="*/ 38100 w 324421"/>
                    <a:gd name="connsiteY6" fmla="*/ 162211 h 324421"/>
                    <a:gd name="connsiteX7" fmla="*/ 162211 w 324421"/>
                    <a:gd name="connsiteY7" fmla="*/ 286321 h 324421"/>
                    <a:gd name="connsiteX8" fmla="*/ 286322 w 324421"/>
                    <a:gd name="connsiteY8" fmla="*/ 162211 h 324421"/>
                    <a:gd name="connsiteX9" fmla="*/ 162211 w 324421"/>
                    <a:gd name="connsiteY9" fmla="*/ 38100 h 324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24421" h="324421">
                      <a:moveTo>
                        <a:pt x="162211" y="324421"/>
                      </a:moveTo>
                      <a:cubicBezTo>
                        <a:pt x="72771" y="324421"/>
                        <a:pt x="0" y="251650"/>
                        <a:pt x="0" y="162211"/>
                      </a:cubicBezTo>
                      <a:cubicBezTo>
                        <a:pt x="0" y="72771"/>
                        <a:pt x="72676" y="0"/>
                        <a:pt x="162211" y="0"/>
                      </a:cubicBezTo>
                      <a:cubicBezTo>
                        <a:pt x="251650" y="0"/>
                        <a:pt x="324422" y="72771"/>
                        <a:pt x="324422" y="162211"/>
                      </a:cubicBezTo>
                      <a:cubicBezTo>
                        <a:pt x="324422" y="251650"/>
                        <a:pt x="251650" y="324421"/>
                        <a:pt x="162211" y="324421"/>
                      </a:cubicBezTo>
                      <a:close/>
                      <a:moveTo>
                        <a:pt x="162211" y="38100"/>
                      </a:moveTo>
                      <a:cubicBezTo>
                        <a:pt x="93726" y="38100"/>
                        <a:pt x="38100" y="93821"/>
                        <a:pt x="38100" y="162211"/>
                      </a:cubicBezTo>
                      <a:cubicBezTo>
                        <a:pt x="38100" y="230696"/>
                        <a:pt x="93821" y="286321"/>
                        <a:pt x="162211" y="286321"/>
                      </a:cubicBezTo>
                      <a:cubicBezTo>
                        <a:pt x="230696" y="286321"/>
                        <a:pt x="286322" y="230600"/>
                        <a:pt x="286322" y="162211"/>
                      </a:cubicBezTo>
                      <a:cubicBezTo>
                        <a:pt x="286322" y="93726"/>
                        <a:pt x="230600" y="38100"/>
                        <a:pt x="162211" y="381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</p:grpSp>
        </p:grp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73B54A0C-9134-4B4E-9FD8-8C08D3D30474}"/>
              </a:ext>
            </a:extLst>
          </p:cNvPr>
          <p:cNvGrpSpPr/>
          <p:nvPr/>
        </p:nvGrpSpPr>
        <p:grpSpPr>
          <a:xfrm>
            <a:off x="3351682" y="900941"/>
            <a:ext cx="8166619" cy="323122"/>
            <a:chOff x="2705120" y="920458"/>
            <a:chExt cx="8166619" cy="323122"/>
          </a:xfrm>
        </p:grpSpPr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8FD2A332-B340-4455-8336-543933CE249F}"/>
                </a:ext>
              </a:extLst>
            </p:cNvPr>
            <p:cNvGrpSpPr/>
            <p:nvPr/>
          </p:nvGrpSpPr>
          <p:grpSpPr>
            <a:xfrm>
              <a:off x="2705120" y="920458"/>
              <a:ext cx="3153057" cy="278052"/>
              <a:chOff x="5625268" y="920102"/>
              <a:chExt cx="3153057" cy="278052"/>
            </a:xfrm>
          </p:grpSpPr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8643F136-B48A-4142-8FA8-CD5E5A5B6292}"/>
                  </a:ext>
                </a:extLst>
              </p:cNvPr>
              <p:cNvGrpSpPr/>
              <p:nvPr/>
            </p:nvGrpSpPr>
            <p:grpSpPr>
              <a:xfrm>
                <a:off x="7425864" y="1016505"/>
                <a:ext cx="486181" cy="181649"/>
                <a:chOff x="7181501" y="986025"/>
                <a:chExt cx="486181" cy="181649"/>
              </a:xfrm>
            </p:grpSpPr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6AE9F31F-AF63-4368-BAFF-3CA9939FB233}"/>
                    </a:ext>
                  </a:extLst>
                </p:cNvPr>
                <p:cNvSpPr txBox="1"/>
                <p:nvPr/>
              </p:nvSpPr>
              <p:spPr>
                <a:xfrm>
                  <a:off x="7419730" y="1044563"/>
                  <a:ext cx="247952" cy="123111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lang="en-US" sz="1400" dirty="0">
                      <a:sym typeface="+mn-lt"/>
                    </a:defRPr>
                  </a:lvl1pPr>
                  <a:lvl2pPr marL="230396" lvl="1" indent="-226796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10000"/>
                    <a:buFont typeface="Wingdings" panose="05000000000000000000" pitchFamily="2" charset="2"/>
                    <a:buChar char=""/>
                    <a:defRPr lang="en-US" sz="1400" dirty="0">
                      <a:sym typeface="+mn-lt"/>
                    </a:defRPr>
                  </a:lvl2pPr>
                  <a:lvl3pPr marL="442793" lvl="2" indent="-215997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10000"/>
                    <a:buFont typeface="Arial" panose="020B0604020202020204" pitchFamily="34" charset="0"/>
                    <a:buChar char="‒"/>
                    <a:defRPr lang="en-US" sz="1400" dirty="0">
                      <a:sym typeface="+mn-lt"/>
                    </a:defRPr>
                  </a:lvl3pPr>
                  <a:lvl4pPr marL="597590" lvl="3" indent="-15119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00000"/>
                    <a:buFont typeface="Arial" panose="020B0604020202020204" pitchFamily="34" charset="0"/>
                    <a:buChar char="•"/>
                    <a:defRPr lang="en-US" sz="1400" dirty="0">
                      <a:sym typeface="+mn-lt"/>
                    </a:defRPr>
                  </a:lvl4pPr>
                  <a:lvl5pPr marL="817187" lvl="4" indent="-14759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00000"/>
                    <a:buFont typeface="Arial" panose="020B0604020202020204" pitchFamily="34" charset="0"/>
                    <a:buChar char="̶"/>
                    <a:defRPr lang="en-US" sz="1400" dirty="0">
                      <a:sym typeface="+mn-lt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ru-RU" sz="800" dirty="0">
                      <a:solidFill>
                        <a:schemeClr val="accent5"/>
                      </a:solidFill>
                    </a:rPr>
                    <a:t>Дом</a:t>
                  </a:r>
                  <a:endParaRPr lang="en-US" sz="800" dirty="0">
                    <a:solidFill>
                      <a:schemeClr val="accent5"/>
                    </a:solidFill>
                  </a:endParaRPr>
                </a:p>
              </p:txBody>
            </p:sp>
            <p:grpSp>
              <p:nvGrpSpPr>
                <p:cNvPr id="207" name="Group 206">
                  <a:extLst>
                    <a:ext uri="{FF2B5EF4-FFF2-40B4-BE49-F238E27FC236}">
                      <a16:creationId xmlns:a16="http://schemas.microsoft.com/office/drawing/2014/main" id="{D1618C98-00D8-4B04-8018-3ED240AB50AF}"/>
                    </a:ext>
                  </a:extLst>
                </p:cNvPr>
                <p:cNvGrpSpPr/>
                <p:nvPr/>
              </p:nvGrpSpPr>
              <p:grpSpPr>
                <a:xfrm>
                  <a:off x="7181501" y="986025"/>
                  <a:ext cx="195755" cy="167857"/>
                  <a:chOff x="3885239" y="5650072"/>
                  <a:chExt cx="657225" cy="563563"/>
                </a:xfrm>
              </p:grpSpPr>
              <p:sp>
                <p:nvSpPr>
                  <p:cNvPr id="208" name="Freeform 125">
                    <a:extLst>
                      <a:ext uri="{FF2B5EF4-FFF2-40B4-BE49-F238E27FC236}">
                        <a16:creationId xmlns:a16="http://schemas.microsoft.com/office/drawing/2014/main" id="{5A6A0A6C-92BE-4BAF-BE2D-37D030E2EE1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983664" y="5748497"/>
                    <a:ext cx="457200" cy="465138"/>
                  </a:xfrm>
                  <a:custGeom>
                    <a:avLst/>
                    <a:gdLst>
                      <a:gd name="T0" fmla="*/ 288 w 288"/>
                      <a:gd name="T1" fmla="*/ 129 h 293"/>
                      <a:gd name="T2" fmla="*/ 145 w 288"/>
                      <a:gd name="T3" fmla="*/ 0 h 293"/>
                      <a:gd name="T4" fmla="*/ 145 w 288"/>
                      <a:gd name="T5" fmla="*/ 0 h 293"/>
                      <a:gd name="T6" fmla="*/ 145 w 288"/>
                      <a:gd name="T7" fmla="*/ 0 h 293"/>
                      <a:gd name="T8" fmla="*/ 145 w 288"/>
                      <a:gd name="T9" fmla="*/ 0 h 293"/>
                      <a:gd name="T10" fmla="*/ 0 w 288"/>
                      <a:gd name="T11" fmla="*/ 129 h 293"/>
                      <a:gd name="T12" fmla="*/ 0 w 288"/>
                      <a:gd name="T13" fmla="*/ 293 h 293"/>
                      <a:gd name="T14" fmla="*/ 107 w 288"/>
                      <a:gd name="T15" fmla="*/ 293 h 293"/>
                      <a:gd name="T16" fmla="*/ 107 w 288"/>
                      <a:gd name="T17" fmla="*/ 198 h 293"/>
                      <a:gd name="T18" fmla="*/ 180 w 288"/>
                      <a:gd name="T19" fmla="*/ 198 h 293"/>
                      <a:gd name="T20" fmla="*/ 180 w 288"/>
                      <a:gd name="T21" fmla="*/ 293 h 293"/>
                      <a:gd name="T22" fmla="*/ 288 w 288"/>
                      <a:gd name="T23" fmla="*/ 293 h 293"/>
                      <a:gd name="T24" fmla="*/ 288 w 288"/>
                      <a:gd name="T25" fmla="*/ 129 h 29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288" h="293">
                        <a:moveTo>
                          <a:pt x="288" y="129"/>
                        </a:moveTo>
                        <a:lnTo>
                          <a:pt x="145" y="0"/>
                        </a:lnTo>
                        <a:lnTo>
                          <a:pt x="145" y="0"/>
                        </a:lnTo>
                        <a:lnTo>
                          <a:pt x="145" y="0"/>
                        </a:lnTo>
                        <a:lnTo>
                          <a:pt x="145" y="0"/>
                        </a:lnTo>
                        <a:lnTo>
                          <a:pt x="0" y="129"/>
                        </a:lnTo>
                        <a:lnTo>
                          <a:pt x="0" y="293"/>
                        </a:lnTo>
                        <a:lnTo>
                          <a:pt x="107" y="293"/>
                        </a:lnTo>
                        <a:lnTo>
                          <a:pt x="107" y="198"/>
                        </a:lnTo>
                        <a:lnTo>
                          <a:pt x="180" y="198"/>
                        </a:lnTo>
                        <a:lnTo>
                          <a:pt x="180" y="293"/>
                        </a:lnTo>
                        <a:lnTo>
                          <a:pt x="288" y="293"/>
                        </a:lnTo>
                        <a:lnTo>
                          <a:pt x="288" y="129"/>
                        </a:lnTo>
                        <a:close/>
                      </a:path>
                    </a:pathLst>
                  </a:custGeom>
                  <a:noFill/>
                  <a:ln w="9525" cap="flat">
                    <a:solidFill>
                      <a:schemeClr val="tx2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/>
                  </a:p>
                </p:txBody>
              </p:sp>
              <p:sp>
                <p:nvSpPr>
                  <p:cNvPr id="253" name="Freeform 126">
                    <a:extLst>
                      <a:ext uri="{FF2B5EF4-FFF2-40B4-BE49-F238E27FC236}">
                        <a16:creationId xmlns:a16="http://schemas.microsoft.com/office/drawing/2014/main" id="{70BBF538-186A-4B24-A17E-D25B287F6AB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885239" y="5650072"/>
                    <a:ext cx="657225" cy="285750"/>
                  </a:xfrm>
                  <a:custGeom>
                    <a:avLst/>
                    <a:gdLst>
                      <a:gd name="T0" fmla="*/ 414 w 414"/>
                      <a:gd name="T1" fmla="*/ 180 h 180"/>
                      <a:gd name="T2" fmla="*/ 207 w 414"/>
                      <a:gd name="T3" fmla="*/ 0 h 180"/>
                      <a:gd name="T4" fmla="*/ 109 w 414"/>
                      <a:gd name="T5" fmla="*/ 84 h 180"/>
                      <a:gd name="T6" fmla="*/ 109 w 414"/>
                      <a:gd name="T7" fmla="*/ 30 h 180"/>
                      <a:gd name="T8" fmla="*/ 64 w 414"/>
                      <a:gd name="T9" fmla="*/ 30 h 180"/>
                      <a:gd name="T10" fmla="*/ 64 w 414"/>
                      <a:gd name="T11" fmla="*/ 123 h 180"/>
                      <a:gd name="T12" fmla="*/ 0 w 414"/>
                      <a:gd name="T13" fmla="*/ 180 h 18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414" h="180">
                        <a:moveTo>
                          <a:pt x="414" y="180"/>
                        </a:moveTo>
                        <a:lnTo>
                          <a:pt x="207" y="0"/>
                        </a:lnTo>
                        <a:lnTo>
                          <a:pt x="109" y="84"/>
                        </a:lnTo>
                        <a:lnTo>
                          <a:pt x="109" y="30"/>
                        </a:lnTo>
                        <a:lnTo>
                          <a:pt x="64" y="30"/>
                        </a:lnTo>
                        <a:lnTo>
                          <a:pt x="64" y="123"/>
                        </a:lnTo>
                        <a:lnTo>
                          <a:pt x="0" y="180"/>
                        </a:lnTo>
                      </a:path>
                    </a:pathLst>
                  </a:custGeom>
                  <a:noFill/>
                  <a:ln w="9525" cap="flat">
                    <a:solidFill>
                      <a:schemeClr val="tx2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/>
                  </a:p>
                </p:txBody>
              </p:sp>
            </p:grpSp>
          </p:grpSp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C5C2AA9F-F5BE-4003-8D3D-FC409AACCECA}"/>
                  </a:ext>
                </a:extLst>
              </p:cNvPr>
              <p:cNvGrpSpPr/>
              <p:nvPr/>
            </p:nvGrpSpPr>
            <p:grpSpPr>
              <a:xfrm>
                <a:off x="5625268" y="920102"/>
                <a:ext cx="1719850" cy="278052"/>
                <a:chOff x="5138150" y="889622"/>
                <a:chExt cx="1719850" cy="278052"/>
              </a:xfrm>
            </p:grpSpPr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AE9B3581-386C-4820-9D26-5D39AA0B00C6}"/>
                    </a:ext>
                  </a:extLst>
                </p:cNvPr>
                <p:cNvSpPr txBox="1"/>
                <p:nvPr/>
              </p:nvSpPr>
              <p:spPr>
                <a:xfrm>
                  <a:off x="5561582" y="1044563"/>
                  <a:ext cx="1296418" cy="123111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lang="en-US" sz="1400" dirty="0">
                      <a:sym typeface="+mn-lt"/>
                    </a:defRPr>
                  </a:lvl1pPr>
                  <a:lvl2pPr marL="230396" lvl="1" indent="-226796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10000"/>
                    <a:buFont typeface="Wingdings" panose="05000000000000000000" pitchFamily="2" charset="2"/>
                    <a:buChar char=""/>
                    <a:defRPr lang="en-US" sz="1400" dirty="0">
                      <a:sym typeface="+mn-lt"/>
                    </a:defRPr>
                  </a:lvl2pPr>
                  <a:lvl3pPr marL="442793" lvl="2" indent="-215997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10000"/>
                    <a:buFont typeface="Arial" panose="020B0604020202020204" pitchFamily="34" charset="0"/>
                    <a:buChar char="‒"/>
                    <a:defRPr lang="en-US" sz="1400" dirty="0">
                      <a:sym typeface="+mn-lt"/>
                    </a:defRPr>
                  </a:lvl3pPr>
                  <a:lvl4pPr marL="597590" lvl="3" indent="-15119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00000"/>
                    <a:buFont typeface="Arial" panose="020B0604020202020204" pitchFamily="34" charset="0"/>
                    <a:buChar char="•"/>
                    <a:defRPr lang="en-US" sz="1400" dirty="0">
                      <a:sym typeface="+mn-lt"/>
                    </a:defRPr>
                  </a:lvl4pPr>
                  <a:lvl5pPr marL="817187" lvl="4" indent="-14759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00000"/>
                    <a:buFont typeface="Arial" panose="020B0604020202020204" pitchFamily="34" charset="0"/>
                    <a:buChar char="̶"/>
                    <a:defRPr lang="en-US" sz="1400" dirty="0">
                      <a:sym typeface="+mn-lt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ru-RU" sz="800" dirty="0">
                      <a:solidFill>
                        <a:schemeClr val="accent5"/>
                      </a:solidFill>
                    </a:rPr>
                    <a:t>Придомовая территория</a:t>
                  </a:r>
                  <a:endParaRPr lang="en-US" sz="800" dirty="0">
                    <a:solidFill>
                      <a:schemeClr val="accent5"/>
                    </a:solidFill>
                  </a:endParaRPr>
                </a:p>
              </p:txBody>
            </p:sp>
            <p:grpSp>
              <p:nvGrpSpPr>
                <p:cNvPr id="188" name="Group 187">
                  <a:extLst>
                    <a:ext uri="{FF2B5EF4-FFF2-40B4-BE49-F238E27FC236}">
                      <a16:creationId xmlns:a16="http://schemas.microsoft.com/office/drawing/2014/main" id="{78703593-4AB6-4D36-9853-2B5BAF944D5F}"/>
                    </a:ext>
                  </a:extLst>
                </p:cNvPr>
                <p:cNvGrpSpPr/>
                <p:nvPr/>
              </p:nvGrpSpPr>
              <p:grpSpPr>
                <a:xfrm>
                  <a:off x="5138150" y="889622"/>
                  <a:ext cx="345642" cy="255680"/>
                  <a:chOff x="6741602" y="3075312"/>
                  <a:chExt cx="1390650" cy="1028700"/>
                </a:xfrm>
                <a:solidFill>
                  <a:schemeClr val="accent3"/>
                </a:solidFill>
              </p:grpSpPr>
              <p:sp>
                <p:nvSpPr>
                  <p:cNvPr id="189" name="Freeform: Shape 188">
                    <a:extLst>
                      <a:ext uri="{FF2B5EF4-FFF2-40B4-BE49-F238E27FC236}">
                        <a16:creationId xmlns:a16="http://schemas.microsoft.com/office/drawing/2014/main" id="{989AA31E-0957-4BCE-8576-28D5D318B34E}"/>
                      </a:ext>
                    </a:extLst>
                  </p:cNvPr>
                  <p:cNvSpPr/>
                  <p:nvPr/>
                </p:nvSpPr>
                <p:spPr>
                  <a:xfrm>
                    <a:off x="6741602" y="3151512"/>
                    <a:ext cx="495300" cy="495300"/>
                  </a:xfrm>
                  <a:custGeom>
                    <a:avLst/>
                    <a:gdLst>
                      <a:gd name="connsiteX0" fmla="*/ 247650 w 495300"/>
                      <a:gd name="connsiteY0" fmla="*/ 495300 h 495300"/>
                      <a:gd name="connsiteX1" fmla="*/ 0 w 495300"/>
                      <a:gd name="connsiteY1" fmla="*/ 247650 h 495300"/>
                      <a:gd name="connsiteX2" fmla="*/ 247650 w 495300"/>
                      <a:gd name="connsiteY2" fmla="*/ 0 h 495300"/>
                      <a:gd name="connsiteX3" fmla="*/ 495300 w 495300"/>
                      <a:gd name="connsiteY3" fmla="*/ 247650 h 495300"/>
                      <a:gd name="connsiteX4" fmla="*/ 247650 w 495300"/>
                      <a:gd name="connsiteY4" fmla="*/ 495300 h 495300"/>
                      <a:gd name="connsiteX5" fmla="*/ 247650 w 495300"/>
                      <a:gd name="connsiteY5" fmla="*/ 38100 h 495300"/>
                      <a:gd name="connsiteX6" fmla="*/ 38100 w 495300"/>
                      <a:gd name="connsiteY6" fmla="*/ 247650 h 495300"/>
                      <a:gd name="connsiteX7" fmla="*/ 247650 w 495300"/>
                      <a:gd name="connsiteY7" fmla="*/ 457200 h 495300"/>
                      <a:gd name="connsiteX8" fmla="*/ 457200 w 495300"/>
                      <a:gd name="connsiteY8" fmla="*/ 247650 h 495300"/>
                      <a:gd name="connsiteX9" fmla="*/ 247650 w 495300"/>
                      <a:gd name="connsiteY9" fmla="*/ 38100 h 495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95300" h="495300">
                        <a:moveTo>
                          <a:pt x="247650" y="495300"/>
                        </a:moveTo>
                        <a:cubicBezTo>
                          <a:pt x="111062" y="495300"/>
                          <a:pt x="0" y="384239"/>
                          <a:pt x="0" y="247650"/>
                        </a:cubicBezTo>
                        <a:cubicBezTo>
                          <a:pt x="0" y="111062"/>
                          <a:pt x="111062" y="0"/>
                          <a:pt x="247650" y="0"/>
                        </a:cubicBezTo>
                        <a:cubicBezTo>
                          <a:pt x="384239" y="0"/>
                          <a:pt x="495300" y="111062"/>
                          <a:pt x="495300" y="247650"/>
                        </a:cubicBezTo>
                        <a:cubicBezTo>
                          <a:pt x="495300" y="384239"/>
                          <a:pt x="384239" y="495300"/>
                          <a:pt x="247650" y="495300"/>
                        </a:cubicBezTo>
                        <a:close/>
                        <a:moveTo>
                          <a:pt x="247650" y="38100"/>
                        </a:moveTo>
                        <a:cubicBezTo>
                          <a:pt x="132112" y="38100"/>
                          <a:pt x="38100" y="132112"/>
                          <a:pt x="38100" y="247650"/>
                        </a:cubicBezTo>
                        <a:cubicBezTo>
                          <a:pt x="38100" y="363188"/>
                          <a:pt x="132112" y="457200"/>
                          <a:pt x="247650" y="457200"/>
                        </a:cubicBezTo>
                        <a:cubicBezTo>
                          <a:pt x="363188" y="457200"/>
                          <a:pt x="457200" y="363188"/>
                          <a:pt x="457200" y="247650"/>
                        </a:cubicBezTo>
                        <a:cubicBezTo>
                          <a:pt x="457200" y="132112"/>
                          <a:pt x="363188" y="38100"/>
                          <a:pt x="247650" y="381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0" name="Freeform: Shape 189">
                    <a:extLst>
                      <a:ext uri="{FF2B5EF4-FFF2-40B4-BE49-F238E27FC236}">
                        <a16:creationId xmlns:a16="http://schemas.microsoft.com/office/drawing/2014/main" id="{FD040080-B8CA-43D0-B516-78A07A4EDDBA}"/>
                      </a:ext>
                    </a:extLst>
                  </p:cNvPr>
                  <p:cNvSpPr/>
                  <p:nvPr/>
                </p:nvSpPr>
                <p:spPr>
                  <a:xfrm>
                    <a:off x="6970202" y="3532512"/>
                    <a:ext cx="38100" cy="571500"/>
                  </a:xfrm>
                  <a:custGeom>
                    <a:avLst/>
                    <a:gdLst>
                      <a:gd name="connsiteX0" fmla="*/ 19050 w 38100"/>
                      <a:gd name="connsiteY0" fmla="*/ 571500 h 571500"/>
                      <a:gd name="connsiteX1" fmla="*/ 0 w 38100"/>
                      <a:gd name="connsiteY1" fmla="*/ 552450 h 571500"/>
                      <a:gd name="connsiteX2" fmla="*/ 0 w 38100"/>
                      <a:gd name="connsiteY2" fmla="*/ 19050 h 571500"/>
                      <a:gd name="connsiteX3" fmla="*/ 19050 w 38100"/>
                      <a:gd name="connsiteY3" fmla="*/ 0 h 571500"/>
                      <a:gd name="connsiteX4" fmla="*/ 38100 w 38100"/>
                      <a:gd name="connsiteY4" fmla="*/ 19050 h 571500"/>
                      <a:gd name="connsiteX5" fmla="*/ 38100 w 38100"/>
                      <a:gd name="connsiteY5" fmla="*/ 552450 h 571500"/>
                      <a:gd name="connsiteX6" fmla="*/ 19050 w 38100"/>
                      <a:gd name="connsiteY6" fmla="*/ 571500 h 5715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8100" h="571500">
                        <a:moveTo>
                          <a:pt x="19050" y="571500"/>
                        </a:moveTo>
                        <a:cubicBezTo>
                          <a:pt x="8477" y="571500"/>
                          <a:pt x="0" y="563023"/>
                          <a:pt x="0" y="552450"/>
                        </a:cubicBezTo>
                        <a:lnTo>
                          <a:pt x="0" y="19050"/>
                        </a:lnTo>
                        <a:cubicBezTo>
                          <a:pt x="0" y="8477"/>
                          <a:pt x="8477" y="0"/>
                          <a:pt x="19050" y="0"/>
                        </a:cubicBezTo>
                        <a:cubicBezTo>
                          <a:pt x="29623" y="0"/>
                          <a:pt x="38100" y="8477"/>
                          <a:pt x="38100" y="19050"/>
                        </a:cubicBezTo>
                        <a:lnTo>
                          <a:pt x="38100" y="552450"/>
                        </a:lnTo>
                        <a:cubicBezTo>
                          <a:pt x="38100" y="563023"/>
                          <a:pt x="29623" y="571500"/>
                          <a:pt x="19050" y="5715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1" name="Freeform: Shape 190">
                    <a:extLst>
                      <a:ext uri="{FF2B5EF4-FFF2-40B4-BE49-F238E27FC236}">
                        <a16:creationId xmlns:a16="http://schemas.microsoft.com/office/drawing/2014/main" id="{02CE9041-68FE-4D5C-887A-5AB0E7A8AB16}"/>
                      </a:ext>
                    </a:extLst>
                  </p:cNvPr>
                  <p:cNvSpPr/>
                  <p:nvPr/>
                </p:nvSpPr>
                <p:spPr>
                  <a:xfrm>
                    <a:off x="6894049" y="3456264"/>
                    <a:ext cx="190499" cy="114347"/>
                  </a:xfrm>
                  <a:custGeom>
                    <a:avLst/>
                    <a:gdLst>
                      <a:gd name="connsiteX0" fmla="*/ 95202 w 190499"/>
                      <a:gd name="connsiteY0" fmla="*/ 114348 h 114347"/>
                      <a:gd name="connsiteX1" fmla="*/ 81772 w 190499"/>
                      <a:gd name="connsiteY1" fmla="*/ 108728 h 114347"/>
                      <a:gd name="connsiteX2" fmla="*/ 5572 w 190499"/>
                      <a:gd name="connsiteY2" fmla="*/ 32528 h 114347"/>
                      <a:gd name="connsiteX3" fmla="*/ 5572 w 190499"/>
                      <a:gd name="connsiteY3" fmla="*/ 5572 h 114347"/>
                      <a:gd name="connsiteX4" fmla="*/ 32528 w 190499"/>
                      <a:gd name="connsiteY4" fmla="*/ 5572 h 114347"/>
                      <a:gd name="connsiteX5" fmla="*/ 95202 w 190499"/>
                      <a:gd name="connsiteY5" fmla="*/ 68342 h 114347"/>
                      <a:gd name="connsiteX6" fmla="*/ 157972 w 190499"/>
                      <a:gd name="connsiteY6" fmla="*/ 5572 h 114347"/>
                      <a:gd name="connsiteX7" fmla="*/ 184928 w 190499"/>
                      <a:gd name="connsiteY7" fmla="*/ 5572 h 114347"/>
                      <a:gd name="connsiteX8" fmla="*/ 184928 w 190499"/>
                      <a:gd name="connsiteY8" fmla="*/ 32528 h 114347"/>
                      <a:gd name="connsiteX9" fmla="*/ 108728 w 190499"/>
                      <a:gd name="connsiteY9" fmla="*/ 108728 h 114347"/>
                      <a:gd name="connsiteX10" fmla="*/ 95202 w 190499"/>
                      <a:gd name="connsiteY10" fmla="*/ 114348 h 1143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90499" h="114347">
                        <a:moveTo>
                          <a:pt x="95202" y="114348"/>
                        </a:moveTo>
                        <a:cubicBezTo>
                          <a:pt x="90345" y="114348"/>
                          <a:pt x="85487" y="112443"/>
                          <a:pt x="81772" y="108728"/>
                        </a:cubicBezTo>
                        <a:lnTo>
                          <a:pt x="5572" y="32528"/>
                        </a:lnTo>
                        <a:cubicBezTo>
                          <a:pt x="-1857" y="25098"/>
                          <a:pt x="-1857" y="13002"/>
                          <a:pt x="5572" y="5572"/>
                        </a:cubicBezTo>
                        <a:cubicBezTo>
                          <a:pt x="13002" y="-1857"/>
                          <a:pt x="25098" y="-1857"/>
                          <a:pt x="32528" y="5572"/>
                        </a:cubicBezTo>
                        <a:lnTo>
                          <a:pt x="95202" y="68342"/>
                        </a:lnTo>
                        <a:lnTo>
                          <a:pt x="157972" y="5572"/>
                        </a:lnTo>
                        <a:cubicBezTo>
                          <a:pt x="165402" y="-1857"/>
                          <a:pt x="177498" y="-1857"/>
                          <a:pt x="184928" y="5572"/>
                        </a:cubicBezTo>
                        <a:cubicBezTo>
                          <a:pt x="192357" y="13002"/>
                          <a:pt x="192357" y="25098"/>
                          <a:pt x="184928" y="32528"/>
                        </a:cubicBezTo>
                        <a:lnTo>
                          <a:pt x="108728" y="108728"/>
                        </a:lnTo>
                        <a:cubicBezTo>
                          <a:pt x="104918" y="112443"/>
                          <a:pt x="100060" y="114348"/>
                          <a:pt x="95202" y="114348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2" name="Freeform: Shape 191">
                    <a:extLst>
                      <a:ext uri="{FF2B5EF4-FFF2-40B4-BE49-F238E27FC236}">
                        <a16:creationId xmlns:a16="http://schemas.microsoft.com/office/drawing/2014/main" id="{4D73A1FB-074A-41DD-A447-E7764AA14E8C}"/>
                      </a:ext>
                    </a:extLst>
                  </p:cNvPr>
                  <p:cNvSpPr/>
                  <p:nvPr/>
                </p:nvSpPr>
                <p:spPr>
                  <a:xfrm>
                    <a:off x="6913052" y="4065912"/>
                    <a:ext cx="1219200" cy="38100"/>
                  </a:xfrm>
                  <a:custGeom>
                    <a:avLst/>
                    <a:gdLst>
                      <a:gd name="connsiteX0" fmla="*/ 0 w 1219200"/>
                      <a:gd name="connsiteY0" fmla="*/ 0 h 38100"/>
                      <a:gd name="connsiteX1" fmla="*/ 1219200 w 1219200"/>
                      <a:gd name="connsiteY1" fmla="*/ 0 h 38100"/>
                      <a:gd name="connsiteX2" fmla="*/ 1219200 w 1219200"/>
                      <a:gd name="connsiteY2" fmla="*/ 38100 h 38100"/>
                      <a:gd name="connsiteX3" fmla="*/ 0 w 12192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19200" h="38100">
                        <a:moveTo>
                          <a:pt x="0" y="0"/>
                        </a:moveTo>
                        <a:lnTo>
                          <a:pt x="1219200" y="0"/>
                        </a:lnTo>
                        <a:lnTo>
                          <a:pt x="12192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3" name="Freeform: Shape 192">
                    <a:extLst>
                      <a:ext uri="{FF2B5EF4-FFF2-40B4-BE49-F238E27FC236}">
                        <a16:creationId xmlns:a16="http://schemas.microsoft.com/office/drawing/2014/main" id="{79625F06-D267-4ED5-90F5-1F661F57800D}"/>
                      </a:ext>
                    </a:extLst>
                  </p:cNvPr>
                  <p:cNvSpPr/>
                  <p:nvPr/>
                </p:nvSpPr>
                <p:spPr>
                  <a:xfrm>
                    <a:off x="7427496" y="3075312"/>
                    <a:ext cx="190405" cy="114300"/>
                  </a:xfrm>
                  <a:custGeom>
                    <a:avLst/>
                    <a:gdLst>
                      <a:gd name="connsiteX0" fmla="*/ 95156 w 190405"/>
                      <a:gd name="connsiteY0" fmla="*/ 114300 h 114300"/>
                      <a:gd name="connsiteX1" fmla="*/ 76106 w 190405"/>
                      <a:gd name="connsiteY1" fmla="*/ 95536 h 114300"/>
                      <a:gd name="connsiteX2" fmla="*/ 76106 w 190405"/>
                      <a:gd name="connsiteY2" fmla="*/ 95536 h 114300"/>
                      <a:gd name="connsiteX3" fmla="*/ 76106 w 190405"/>
                      <a:gd name="connsiteY3" fmla="*/ 95536 h 114300"/>
                      <a:gd name="connsiteX4" fmla="*/ 76106 w 190405"/>
                      <a:gd name="connsiteY4" fmla="*/ 95536 h 114300"/>
                      <a:gd name="connsiteX5" fmla="*/ 76106 w 190405"/>
                      <a:gd name="connsiteY5" fmla="*/ 95441 h 114300"/>
                      <a:gd name="connsiteX6" fmla="*/ 76106 w 190405"/>
                      <a:gd name="connsiteY6" fmla="*/ 95345 h 114300"/>
                      <a:gd name="connsiteX7" fmla="*/ 76106 w 190405"/>
                      <a:gd name="connsiteY7" fmla="*/ 95345 h 114300"/>
                      <a:gd name="connsiteX8" fmla="*/ 76106 w 190405"/>
                      <a:gd name="connsiteY8" fmla="*/ 95250 h 114300"/>
                      <a:gd name="connsiteX9" fmla="*/ 18860 w 190405"/>
                      <a:gd name="connsiteY9" fmla="*/ 38100 h 114300"/>
                      <a:gd name="connsiteX10" fmla="*/ 1 w 190405"/>
                      <a:gd name="connsiteY10" fmla="*/ 18955 h 114300"/>
                      <a:gd name="connsiteX11" fmla="*/ 18956 w 190405"/>
                      <a:gd name="connsiteY11" fmla="*/ 0 h 114300"/>
                      <a:gd name="connsiteX12" fmla="*/ 95441 w 190405"/>
                      <a:gd name="connsiteY12" fmla="*/ 35243 h 114300"/>
                      <a:gd name="connsiteX13" fmla="*/ 171356 w 190405"/>
                      <a:gd name="connsiteY13" fmla="*/ 0 h 114300"/>
                      <a:gd name="connsiteX14" fmla="*/ 190406 w 190405"/>
                      <a:gd name="connsiteY14" fmla="*/ 19050 h 114300"/>
                      <a:gd name="connsiteX15" fmla="*/ 171356 w 190405"/>
                      <a:gd name="connsiteY15" fmla="*/ 38100 h 114300"/>
                      <a:gd name="connsiteX16" fmla="*/ 114206 w 190405"/>
                      <a:gd name="connsiteY16" fmla="*/ 95345 h 114300"/>
                      <a:gd name="connsiteX17" fmla="*/ 95156 w 190405"/>
                      <a:gd name="connsiteY17" fmla="*/ 114300 h 114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90405" h="114300">
                        <a:moveTo>
                          <a:pt x="95156" y="114300"/>
                        </a:moveTo>
                        <a:cubicBezTo>
                          <a:pt x="84678" y="114300"/>
                          <a:pt x="76296" y="105918"/>
                          <a:pt x="76106" y="95536"/>
                        </a:cubicBezTo>
                        <a:cubicBezTo>
                          <a:pt x="76106" y="95536"/>
                          <a:pt x="76106" y="95536"/>
                          <a:pt x="76106" y="95536"/>
                        </a:cubicBezTo>
                        <a:lnTo>
                          <a:pt x="76106" y="95536"/>
                        </a:lnTo>
                        <a:lnTo>
                          <a:pt x="76106" y="95536"/>
                        </a:lnTo>
                        <a:cubicBezTo>
                          <a:pt x="76106" y="95536"/>
                          <a:pt x="76106" y="95441"/>
                          <a:pt x="76106" y="95441"/>
                        </a:cubicBezTo>
                        <a:cubicBezTo>
                          <a:pt x="76106" y="95441"/>
                          <a:pt x="76106" y="95441"/>
                          <a:pt x="76106" y="95345"/>
                        </a:cubicBezTo>
                        <a:lnTo>
                          <a:pt x="76106" y="95345"/>
                        </a:lnTo>
                        <a:cubicBezTo>
                          <a:pt x="76106" y="95345"/>
                          <a:pt x="76106" y="95345"/>
                          <a:pt x="76106" y="95250"/>
                        </a:cubicBezTo>
                        <a:cubicBezTo>
                          <a:pt x="76106" y="41434"/>
                          <a:pt x="28385" y="38195"/>
                          <a:pt x="18860" y="38100"/>
                        </a:cubicBezTo>
                        <a:cubicBezTo>
                          <a:pt x="8383" y="38005"/>
                          <a:pt x="-94" y="29432"/>
                          <a:pt x="1" y="18955"/>
                        </a:cubicBezTo>
                        <a:cubicBezTo>
                          <a:pt x="1" y="8477"/>
                          <a:pt x="8478" y="0"/>
                          <a:pt x="18956" y="0"/>
                        </a:cubicBezTo>
                        <a:cubicBezTo>
                          <a:pt x="40482" y="0"/>
                          <a:pt x="74391" y="8477"/>
                          <a:pt x="95441" y="35243"/>
                        </a:cubicBezTo>
                        <a:cubicBezTo>
                          <a:pt x="109824" y="15621"/>
                          <a:pt x="133637" y="0"/>
                          <a:pt x="171356" y="0"/>
                        </a:cubicBezTo>
                        <a:cubicBezTo>
                          <a:pt x="181928" y="0"/>
                          <a:pt x="190406" y="8573"/>
                          <a:pt x="190406" y="19050"/>
                        </a:cubicBezTo>
                        <a:cubicBezTo>
                          <a:pt x="190406" y="29528"/>
                          <a:pt x="181928" y="38100"/>
                          <a:pt x="171356" y="38100"/>
                        </a:cubicBezTo>
                        <a:cubicBezTo>
                          <a:pt x="117635" y="38100"/>
                          <a:pt x="114301" y="85725"/>
                          <a:pt x="114206" y="95345"/>
                        </a:cubicBezTo>
                        <a:cubicBezTo>
                          <a:pt x="114110" y="105823"/>
                          <a:pt x="105633" y="114300"/>
                          <a:pt x="95156" y="1143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4" name="Freeform: Shape 193">
                    <a:extLst>
                      <a:ext uri="{FF2B5EF4-FFF2-40B4-BE49-F238E27FC236}">
                        <a16:creationId xmlns:a16="http://schemas.microsoft.com/office/drawing/2014/main" id="{4EC0367B-D3E9-4818-875B-E200F0BB8621}"/>
                      </a:ext>
                    </a:extLst>
                  </p:cNvPr>
                  <p:cNvSpPr/>
                  <p:nvPr/>
                </p:nvSpPr>
                <p:spPr>
                  <a:xfrm>
                    <a:off x="7579896" y="3151512"/>
                    <a:ext cx="190405" cy="114300"/>
                  </a:xfrm>
                  <a:custGeom>
                    <a:avLst/>
                    <a:gdLst>
                      <a:gd name="connsiteX0" fmla="*/ 95156 w 190405"/>
                      <a:gd name="connsiteY0" fmla="*/ 114300 h 114300"/>
                      <a:gd name="connsiteX1" fmla="*/ 76106 w 190405"/>
                      <a:gd name="connsiteY1" fmla="*/ 95536 h 114300"/>
                      <a:gd name="connsiteX2" fmla="*/ 76106 w 190405"/>
                      <a:gd name="connsiteY2" fmla="*/ 95536 h 114300"/>
                      <a:gd name="connsiteX3" fmla="*/ 76106 w 190405"/>
                      <a:gd name="connsiteY3" fmla="*/ 95536 h 114300"/>
                      <a:gd name="connsiteX4" fmla="*/ 76106 w 190405"/>
                      <a:gd name="connsiteY4" fmla="*/ 95536 h 114300"/>
                      <a:gd name="connsiteX5" fmla="*/ 76106 w 190405"/>
                      <a:gd name="connsiteY5" fmla="*/ 95441 h 114300"/>
                      <a:gd name="connsiteX6" fmla="*/ 76106 w 190405"/>
                      <a:gd name="connsiteY6" fmla="*/ 95345 h 114300"/>
                      <a:gd name="connsiteX7" fmla="*/ 76106 w 190405"/>
                      <a:gd name="connsiteY7" fmla="*/ 95345 h 114300"/>
                      <a:gd name="connsiteX8" fmla="*/ 76106 w 190405"/>
                      <a:gd name="connsiteY8" fmla="*/ 95250 h 114300"/>
                      <a:gd name="connsiteX9" fmla="*/ 18860 w 190405"/>
                      <a:gd name="connsiteY9" fmla="*/ 38100 h 114300"/>
                      <a:gd name="connsiteX10" fmla="*/ 1 w 190405"/>
                      <a:gd name="connsiteY10" fmla="*/ 18955 h 114300"/>
                      <a:gd name="connsiteX11" fmla="*/ 18956 w 190405"/>
                      <a:gd name="connsiteY11" fmla="*/ 0 h 114300"/>
                      <a:gd name="connsiteX12" fmla="*/ 95441 w 190405"/>
                      <a:gd name="connsiteY12" fmla="*/ 35243 h 114300"/>
                      <a:gd name="connsiteX13" fmla="*/ 171356 w 190405"/>
                      <a:gd name="connsiteY13" fmla="*/ 0 h 114300"/>
                      <a:gd name="connsiteX14" fmla="*/ 190406 w 190405"/>
                      <a:gd name="connsiteY14" fmla="*/ 19050 h 114300"/>
                      <a:gd name="connsiteX15" fmla="*/ 171356 w 190405"/>
                      <a:gd name="connsiteY15" fmla="*/ 38100 h 114300"/>
                      <a:gd name="connsiteX16" fmla="*/ 114206 w 190405"/>
                      <a:gd name="connsiteY16" fmla="*/ 95345 h 114300"/>
                      <a:gd name="connsiteX17" fmla="*/ 95156 w 190405"/>
                      <a:gd name="connsiteY17" fmla="*/ 114300 h 114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90405" h="114300">
                        <a:moveTo>
                          <a:pt x="95156" y="114300"/>
                        </a:moveTo>
                        <a:cubicBezTo>
                          <a:pt x="84678" y="114300"/>
                          <a:pt x="76296" y="105918"/>
                          <a:pt x="76106" y="95536"/>
                        </a:cubicBezTo>
                        <a:cubicBezTo>
                          <a:pt x="76106" y="95536"/>
                          <a:pt x="76106" y="95536"/>
                          <a:pt x="76106" y="95536"/>
                        </a:cubicBezTo>
                        <a:lnTo>
                          <a:pt x="76106" y="95536"/>
                        </a:lnTo>
                        <a:lnTo>
                          <a:pt x="76106" y="95536"/>
                        </a:lnTo>
                        <a:cubicBezTo>
                          <a:pt x="76106" y="95536"/>
                          <a:pt x="76106" y="95441"/>
                          <a:pt x="76106" y="95441"/>
                        </a:cubicBezTo>
                        <a:cubicBezTo>
                          <a:pt x="76106" y="95441"/>
                          <a:pt x="76106" y="95441"/>
                          <a:pt x="76106" y="95345"/>
                        </a:cubicBezTo>
                        <a:lnTo>
                          <a:pt x="76106" y="95345"/>
                        </a:lnTo>
                        <a:cubicBezTo>
                          <a:pt x="76106" y="95345"/>
                          <a:pt x="76106" y="95345"/>
                          <a:pt x="76106" y="95250"/>
                        </a:cubicBezTo>
                        <a:cubicBezTo>
                          <a:pt x="76106" y="41434"/>
                          <a:pt x="28385" y="38195"/>
                          <a:pt x="18860" y="38100"/>
                        </a:cubicBezTo>
                        <a:cubicBezTo>
                          <a:pt x="8383" y="38005"/>
                          <a:pt x="-94" y="29432"/>
                          <a:pt x="1" y="18955"/>
                        </a:cubicBezTo>
                        <a:cubicBezTo>
                          <a:pt x="1" y="8477"/>
                          <a:pt x="8478" y="0"/>
                          <a:pt x="18956" y="0"/>
                        </a:cubicBezTo>
                        <a:cubicBezTo>
                          <a:pt x="40482" y="0"/>
                          <a:pt x="74391" y="8477"/>
                          <a:pt x="95441" y="35243"/>
                        </a:cubicBezTo>
                        <a:cubicBezTo>
                          <a:pt x="109824" y="15621"/>
                          <a:pt x="133637" y="0"/>
                          <a:pt x="171356" y="0"/>
                        </a:cubicBezTo>
                        <a:cubicBezTo>
                          <a:pt x="181928" y="0"/>
                          <a:pt x="190406" y="8572"/>
                          <a:pt x="190406" y="19050"/>
                        </a:cubicBezTo>
                        <a:cubicBezTo>
                          <a:pt x="190406" y="29528"/>
                          <a:pt x="181928" y="38100"/>
                          <a:pt x="171356" y="38100"/>
                        </a:cubicBezTo>
                        <a:cubicBezTo>
                          <a:pt x="117635" y="38100"/>
                          <a:pt x="114301" y="85725"/>
                          <a:pt x="114206" y="95345"/>
                        </a:cubicBezTo>
                        <a:cubicBezTo>
                          <a:pt x="114110" y="105823"/>
                          <a:pt x="105633" y="114300"/>
                          <a:pt x="95156" y="1143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5" name="Freeform: Shape 194">
                    <a:extLst>
                      <a:ext uri="{FF2B5EF4-FFF2-40B4-BE49-F238E27FC236}">
                        <a16:creationId xmlns:a16="http://schemas.microsoft.com/office/drawing/2014/main" id="{0574E85C-86C2-4B23-BD17-2E2F900A2ACF}"/>
                      </a:ext>
                    </a:extLst>
                  </p:cNvPr>
                  <p:cNvSpPr/>
                  <p:nvPr/>
                </p:nvSpPr>
                <p:spPr>
                  <a:xfrm>
                    <a:off x="7351296" y="3227712"/>
                    <a:ext cx="190405" cy="114300"/>
                  </a:xfrm>
                  <a:custGeom>
                    <a:avLst/>
                    <a:gdLst>
                      <a:gd name="connsiteX0" fmla="*/ 95156 w 190405"/>
                      <a:gd name="connsiteY0" fmla="*/ 114300 h 114300"/>
                      <a:gd name="connsiteX1" fmla="*/ 76106 w 190405"/>
                      <a:gd name="connsiteY1" fmla="*/ 95536 h 114300"/>
                      <a:gd name="connsiteX2" fmla="*/ 76106 w 190405"/>
                      <a:gd name="connsiteY2" fmla="*/ 95536 h 114300"/>
                      <a:gd name="connsiteX3" fmla="*/ 76106 w 190405"/>
                      <a:gd name="connsiteY3" fmla="*/ 95536 h 114300"/>
                      <a:gd name="connsiteX4" fmla="*/ 76106 w 190405"/>
                      <a:gd name="connsiteY4" fmla="*/ 95536 h 114300"/>
                      <a:gd name="connsiteX5" fmla="*/ 76106 w 190405"/>
                      <a:gd name="connsiteY5" fmla="*/ 95441 h 114300"/>
                      <a:gd name="connsiteX6" fmla="*/ 76106 w 190405"/>
                      <a:gd name="connsiteY6" fmla="*/ 95345 h 114300"/>
                      <a:gd name="connsiteX7" fmla="*/ 76106 w 190405"/>
                      <a:gd name="connsiteY7" fmla="*/ 95345 h 114300"/>
                      <a:gd name="connsiteX8" fmla="*/ 76106 w 190405"/>
                      <a:gd name="connsiteY8" fmla="*/ 95250 h 114300"/>
                      <a:gd name="connsiteX9" fmla="*/ 18860 w 190405"/>
                      <a:gd name="connsiteY9" fmla="*/ 38100 h 114300"/>
                      <a:gd name="connsiteX10" fmla="*/ 1 w 190405"/>
                      <a:gd name="connsiteY10" fmla="*/ 18955 h 114300"/>
                      <a:gd name="connsiteX11" fmla="*/ 18956 w 190405"/>
                      <a:gd name="connsiteY11" fmla="*/ 0 h 114300"/>
                      <a:gd name="connsiteX12" fmla="*/ 95441 w 190405"/>
                      <a:gd name="connsiteY12" fmla="*/ 35243 h 114300"/>
                      <a:gd name="connsiteX13" fmla="*/ 171356 w 190405"/>
                      <a:gd name="connsiteY13" fmla="*/ 0 h 114300"/>
                      <a:gd name="connsiteX14" fmla="*/ 190406 w 190405"/>
                      <a:gd name="connsiteY14" fmla="*/ 19050 h 114300"/>
                      <a:gd name="connsiteX15" fmla="*/ 171356 w 190405"/>
                      <a:gd name="connsiteY15" fmla="*/ 38100 h 114300"/>
                      <a:gd name="connsiteX16" fmla="*/ 114206 w 190405"/>
                      <a:gd name="connsiteY16" fmla="*/ 95345 h 114300"/>
                      <a:gd name="connsiteX17" fmla="*/ 95156 w 190405"/>
                      <a:gd name="connsiteY17" fmla="*/ 114300 h 114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90405" h="114300">
                        <a:moveTo>
                          <a:pt x="95156" y="114300"/>
                        </a:moveTo>
                        <a:cubicBezTo>
                          <a:pt x="84678" y="114300"/>
                          <a:pt x="76296" y="105918"/>
                          <a:pt x="76106" y="95536"/>
                        </a:cubicBezTo>
                        <a:cubicBezTo>
                          <a:pt x="76106" y="95536"/>
                          <a:pt x="76106" y="95536"/>
                          <a:pt x="76106" y="95536"/>
                        </a:cubicBezTo>
                        <a:lnTo>
                          <a:pt x="76106" y="95536"/>
                        </a:lnTo>
                        <a:lnTo>
                          <a:pt x="76106" y="95536"/>
                        </a:lnTo>
                        <a:cubicBezTo>
                          <a:pt x="76106" y="95536"/>
                          <a:pt x="76106" y="95441"/>
                          <a:pt x="76106" y="95441"/>
                        </a:cubicBezTo>
                        <a:cubicBezTo>
                          <a:pt x="76106" y="95441"/>
                          <a:pt x="76106" y="95441"/>
                          <a:pt x="76106" y="95345"/>
                        </a:cubicBezTo>
                        <a:lnTo>
                          <a:pt x="76106" y="95345"/>
                        </a:lnTo>
                        <a:cubicBezTo>
                          <a:pt x="76106" y="95345"/>
                          <a:pt x="76106" y="95345"/>
                          <a:pt x="76106" y="95250"/>
                        </a:cubicBezTo>
                        <a:cubicBezTo>
                          <a:pt x="76106" y="41434"/>
                          <a:pt x="28385" y="38195"/>
                          <a:pt x="18860" y="38100"/>
                        </a:cubicBezTo>
                        <a:cubicBezTo>
                          <a:pt x="8383" y="38005"/>
                          <a:pt x="-94" y="29432"/>
                          <a:pt x="1" y="18955"/>
                        </a:cubicBezTo>
                        <a:cubicBezTo>
                          <a:pt x="1" y="8477"/>
                          <a:pt x="8478" y="0"/>
                          <a:pt x="18956" y="0"/>
                        </a:cubicBezTo>
                        <a:cubicBezTo>
                          <a:pt x="40482" y="0"/>
                          <a:pt x="74391" y="8477"/>
                          <a:pt x="95441" y="35243"/>
                        </a:cubicBezTo>
                        <a:cubicBezTo>
                          <a:pt x="109824" y="15621"/>
                          <a:pt x="133637" y="0"/>
                          <a:pt x="171356" y="0"/>
                        </a:cubicBezTo>
                        <a:cubicBezTo>
                          <a:pt x="181928" y="0"/>
                          <a:pt x="190406" y="8572"/>
                          <a:pt x="190406" y="19050"/>
                        </a:cubicBezTo>
                        <a:cubicBezTo>
                          <a:pt x="190406" y="29528"/>
                          <a:pt x="181928" y="38100"/>
                          <a:pt x="171356" y="38100"/>
                        </a:cubicBezTo>
                        <a:cubicBezTo>
                          <a:pt x="117635" y="38100"/>
                          <a:pt x="114301" y="85725"/>
                          <a:pt x="114206" y="95345"/>
                        </a:cubicBezTo>
                        <a:cubicBezTo>
                          <a:pt x="114110" y="105823"/>
                          <a:pt x="105633" y="114300"/>
                          <a:pt x="95156" y="1143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96" name="Graphic 112">
                    <a:extLst>
                      <a:ext uri="{FF2B5EF4-FFF2-40B4-BE49-F238E27FC236}">
                        <a16:creationId xmlns:a16="http://schemas.microsoft.com/office/drawing/2014/main" id="{F781E781-EDF7-473F-B725-C2C3FAC70233}"/>
                      </a:ext>
                    </a:extLst>
                  </p:cNvPr>
                  <p:cNvGrpSpPr/>
                  <p:nvPr/>
                </p:nvGrpSpPr>
                <p:grpSpPr>
                  <a:xfrm>
                    <a:off x="7109933" y="3608977"/>
                    <a:ext cx="825436" cy="485795"/>
                    <a:chOff x="5769006" y="3448315"/>
                    <a:chExt cx="825436" cy="485795"/>
                  </a:xfrm>
                  <a:grpFill/>
                </p:grpSpPr>
                <p:sp>
                  <p:nvSpPr>
                    <p:cNvPr id="197" name="Freeform: Shape 196">
                      <a:extLst>
                        <a:ext uri="{FF2B5EF4-FFF2-40B4-BE49-F238E27FC236}">
                          <a16:creationId xmlns:a16="http://schemas.microsoft.com/office/drawing/2014/main" id="{3D93E5F8-B6BC-49AF-877D-06DEC96848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32836" y="3448335"/>
                      <a:ext cx="133540" cy="38100"/>
                    </a:xfrm>
                    <a:custGeom>
                      <a:avLst/>
                      <a:gdLst>
                        <a:gd name="connsiteX0" fmla="*/ 114491 w 133540"/>
                        <a:gd name="connsiteY0" fmla="*/ 38100 h 38100"/>
                        <a:gd name="connsiteX1" fmla="*/ 19050 w 133540"/>
                        <a:gd name="connsiteY1" fmla="*/ 38100 h 38100"/>
                        <a:gd name="connsiteX2" fmla="*/ 0 w 133540"/>
                        <a:gd name="connsiteY2" fmla="*/ 19050 h 38100"/>
                        <a:gd name="connsiteX3" fmla="*/ 19050 w 133540"/>
                        <a:gd name="connsiteY3" fmla="*/ 0 h 38100"/>
                        <a:gd name="connsiteX4" fmla="*/ 114491 w 133540"/>
                        <a:gd name="connsiteY4" fmla="*/ 0 h 38100"/>
                        <a:gd name="connsiteX5" fmla="*/ 133541 w 133540"/>
                        <a:gd name="connsiteY5" fmla="*/ 19050 h 38100"/>
                        <a:gd name="connsiteX6" fmla="*/ 114491 w 133540"/>
                        <a:gd name="connsiteY6" fmla="*/ 38100 h 38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33540" h="38100">
                          <a:moveTo>
                            <a:pt x="114491" y="38100"/>
                          </a:moveTo>
                          <a:lnTo>
                            <a:pt x="19050" y="38100"/>
                          </a:lnTo>
                          <a:cubicBezTo>
                            <a:pt x="8477" y="38100"/>
                            <a:pt x="0" y="29623"/>
                            <a:pt x="0" y="19050"/>
                          </a:cubicBezTo>
                          <a:cubicBezTo>
                            <a:pt x="0" y="8477"/>
                            <a:pt x="8477" y="0"/>
                            <a:pt x="19050" y="0"/>
                          </a:cubicBezTo>
                          <a:lnTo>
                            <a:pt x="114491" y="0"/>
                          </a:lnTo>
                          <a:cubicBezTo>
                            <a:pt x="125063" y="0"/>
                            <a:pt x="133541" y="8477"/>
                            <a:pt x="133541" y="19050"/>
                          </a:cubicBezTo>
                          <a:cubicBezTo>
                            <a:pt x="133541" y="29528"/>
                            <a:pt x="125063" y="38100"/>
                            <a:pt x="114491" y="38100"/>
                          </a:cubicBez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98" name="Graphic 112">
                      <a:extLst>
                        <a:ext uri="{FF2B5EF4-FFF2-40B4-BE49-F238E27FC236}">
                          <a16:creationId xmlns:a16="http://schemas.microsoft.com/office/drawing/2014/main" id="{85021423-F74D-436F-844D-FD813C9AE0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69006" y="3448315"/>
                      <a:ext cx="825436" cy="485795"/>
                      <a:chOff x="5769006" y="3448315"/>
                      <a:chExt cx="825436" cy="485795"/>
                    </a:xfrm>
                    <a:grpFill/>
                  </p:grpSpPr>
                  <p:sp>
                    <p:nvSpPr>
                      <p:cNvPr id="199" name="Freeform: Shape 198">
                        <a:extLst>
                          <a:ext uri="{FF2B5EF4-FFF2-40B4-BE49-F238E27FC236}">
                            <a16:creationId xmlns:a16="http://schemas.microsoft.com/office/drawing/2014/main" id="{9C374952-1A8B-41F8-BBCC-CF90CA81C3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2148" y="3538061"/>
                        <a:ext cx="431762" cy="252888"/>
                      </a:xfrm>
                      <a:custGeom>
                        <a:avLst/>
                        <a:gdLst>
                          <a:gd name="connsiteX0" fmla="*/ 269576 w 431762"/>
                          <a:gd name="connsiteY0" fmla="*/ 252889 h 252888"/>
                          <a:gd name="connsiteX1" fmla="*/ 19069 w 431762"/>
                          <a:gd name="connsiteY1" fmla="*/ 252889 h 252888"/>
                          <a:gd name="connsiteX2" fmla="*/ 2876 w 431762"/>
                          <a:gd name="connsiteY2" fmla="*/ 243840 h 252888"/>
                          <a:gd name="connsiteX3" fmla="*/ 2019 w 431762"/>
                          <a:gd name="connsiteY3" fmla="*/ 225266 h 252888"/>
                          <a:gd name="connsiteX4" fmla="*/ 109366 w 431762"/>
                          <a:gd name="connsiteY4" fmla="*/ 10573 h 252888"/>
                          <a:gd name="connsiteX5" fmla="*/ 126416 w 431762"/>
                          <a:gd name="connsiteY5" fmla="*/ 0 h 252888"/>
                          <a:gd name="connsiteX6" fmla="*/ 412737 w 431762"/>
                          <a:gd name="connsiteY6" fmla="*/ 0 h 252888"/>
                          <a:gd name="connsiteX7" fmla="*/ 429501 w 431762"/>
                          <a:gd name="connsiteY7" fmla="*/ 10097 h 252888"/>
                          <a:gd name="connsiteX8" fmla="*/ 428549 w 431762"/>
                          <a:gd name="connsiteY8" fmla="*/ 29623 h 252888"/>
                          <a:gd name="connsiteX9" fmla="*/ 285388 w 431762"/>
                          <a:gd name="connsiteY9" fmla="*/ 244412 h 252888"/>
                          <a:gd name="connsiteX10" fmla="*/ 269576 w 431762"/>
                          <a:gd name="connsiteY10" fmla="*/ 252889 h 252888"/>
                          <a:gd name="connsiteX11" fmla="*/ 49835 w 431762"/>
                          <a:gd name="connsiteY11" fmla="*/ 214789 h 252888"/>
                          <a:gd name="connsiteX12" fmla="*/ 259385 w 431762"/>
                          <a:gd name="connsiteY12" fmla="*/ 214789 h 252888"/>
                          <a:gd name="connsiteX13" fmla="*/ 377114 w 431762"/>
                          <a:gd name="connsiteY13" fmla="*/ 38195 h 252888"/>
                          <a:gd name="connsiteX14" fmla="*/ 138227 w 431762"/>
                          <a:gd name="connsiteY14" fmla="*/ 38195 h 252888"/>
                          <a:gd name="connsiteX15" fmla="*/ 49835 w 431762"/>
                          <a:gd name="connsiteY15" fmla="*/ 214789 h 2528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431762" h="252888">
                            <a:moveTo>
                              <a:pt x="269576" y="252889"/>
                            </a:moveTo>
                            <a:lnTo>
                              <a:pt x="19069" y="252889"/>
                            </a:lnTo>
                            <a:cubicBezTo>
                              <a:pt x="12497" y="252889"/>
                              <a:pt x="6305" y="249460"/>
                              <a:pt x="2876" y="243840"/>
                            </a:cubicBezTo>
                            <a:cubicBezTo>
                              <a:pt x="-648" y="238220"/>
                              <a:pt x="-934" y="231172"/>
                              <a:pt x="2019" y="225266"/>
                            </a:cubicBezTo>
                            <a:lnTo>
                              <a:pt x="109366" y="10573"/>
                            </a:lnTo>
                            <a:cubicBezTo>
                              <a:pt x="112604" y="4096"/>
                              <a:pt x="119177" y="0"/>
                              <a:pt x="126416" y="0"/>
                            </a:cubicBezTo>
                            <a:lnTo>
                              <a:pt x="412737" y="0"/>
                            </a:lnTo>
                            <a:cubicBezTo>
                              <a:pt x="419786" y="0"/>
                              <a:pt x="426263" y="3905"/>
                              <a:pt x="429501" y="10097"/>
                            </a:cubicBezTo>
                            <a:cubicBezTo>
                              <a:pt x="432835" y="16288"/>
                              <a:pt x="432454" y="23813"/>
                              <a:pt x="428549" y="29623"/>
                            </a:cubicBezTo>
                            <a:lnTo>
                              <a:pt x="285388" y="244412"/>
                            </a:lnTo>
                            <a:cubicBezTo>
                              <a:pt x="281864" y="249746"/>
                              <a:pt x="275958" y="252889"/>
                              <a:pt x="269576" y="252889"/>
                            </a:cubicBezTo>
                            <a:close/>
                            <a:moveTo>
                              <a:pt x="49835" y="214789"/>
                            </a:moveTo>
                            <a:lnTo>
                              <a:pt x="259385" y="214789"/>
                            </a:lnTo>
                            <a:lnTo>
                              <a:pt x="377114" y="38195"/>
                            </a:lnTo>
                            <a:lnTo>
                              <a:pt x="138227" y="38195"/>
                            </a:lnTo>
                            <a:lnTo>
                              <a:pt x="49835" y="214789"/>
                            </a:ln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00" name="Freeform: Shape 199">
                        <a:extLst>
                          <a:ext uri="{FF2B5EF4-FFF2-40B4-BE49-F238E27FC236}">
                            <a16:creationId xmlns:a16="http://schemas.microsoft.com/office/drawing/2014/main" id="{A73FEE8C-FC44-4634-A87C-C7D5396FA0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68630" y="3448315"/>
                        <a:ext cx="232070" cy="342634"/>
                      </a:xfrm>
                      <a:custGeom>
                        <a:avLst/>
                        <a:gdLst>
                          <a:gd name="connsiteX0" fmla="*/ 213095 w 232070"/>
                          <a:gd name="connsiteY0" fmla="*/ 342635 h 342634"/>
                          <a:gd name="connsiteX1" fmla="*/ 196998 w 232070"/>
                          <a:gd name="connsiteY1" fmla="*/ 333777 h 342634"/>
                          <a:gd name="connsiteX2" fmla="*/ 2973 w 232070"/>
                          <a:gd name="connsiteY2" fmla="*/ 29262 h 342634"/>
                          <a:gd name="connsiteX3" fmla="*/ 8784 w 232070"/>
                          <a:gd name="connsiteY3" fmla="*/ 2973 h 342634"/>
                          <a:gd name="connsiteX4" fmla="*/ 35073 w 232070"/>
                          <a:gd name="connsiteY4" fmla="*/ 8784 h 342634"/>
                          <a:gd name="connsiteX5" fmla="*/ 229097 w 232070"/>
                          <a:gd name="connsiteY5" fmla="*/ 313298 h 342634"/>
                          <a:gd name="connsiteX6" fmla="*/ 223287 w 232070"/>
                          <a:gd name="connsiteY6" fmla="*/ 339587 h 342634"/>
                          <a:gd name="connsiteX7" fmla="*/ 213095 w 232070"/>
                          <a:gd name="connsiteY7" fmla="*/ 342635 h 34263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232070" h="342634">
                            <a:moveTo>
                              <a:pt x="213095" y="342635"/>
                            </a:moveTo>
                            <a:cubicBezTo>
                              <a:pt x="206808" y="342635"/>
                              <a:pt x="200617" y="339492"/>
                              <a:pt x="196998" y="333777"/>
                            </a:cubicBezTo>
                            <a:lnTo>
                              <a:pt x="2973" y="29262"/>
                            </a:lnTo>
                            <a:cubicBezTo>
                              <a:pt x="-2646" y="20404"/>
                              <a:pt x="-75" y="8593"/>
                              <a:pt x="8784" y="2973"/>
                            </a:cubicBezTo>
                            <a:cubicBezTo>
                              <a:pt x="17642" y="-2646"/>
                              <a:pt x="29453" y="-75"/>
                              <a:pt x="35073" y="8784"/>
                            </a:cubicBezTo>
                            <a:lnTo>
                              <a:pt x="229097" y="313298"/>
                            </a:lnTo>
                            <a:cubicBezTo>
                              <a:pt x="234717" y="322156"/>
                              <a:pt x="232145" y="333967"/>
                              <a:pt x="223287" y="339587"/>
                            </a:cubicBezTo>
                            <a:cubicBezTo>
                              <a:pt x="220143" y="341682"/>
                              <a:pt x="216619" y="342635"/>
                              <a:pt x="213095" y="342635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01" name="Freeform: Shape 200">
                        <a:extLst>
                          <a:ext uri="{FF2B5EF4-FFF2-40B4-BE49-F238E27FC236}">
                            <a16:creationId xmlns:a16="http://schemas.microsoft.com/office/drawing/2014/main" id="{8D67B3C2-9D54-493A-95A6-2D6AF2DBDA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198489" y="3466528"/>
                        <a:ext cx="252882" cy="324421"/>
                      </a:xfrm>
                      <a:custGeom>
                        <a:avLst/>
                        <a:gdLst>
                          <a:gd name="connsiteX0" fmla="*/ 233744 w 252882"/>
                          <a:gd name="connsiteY0" fmla="*/ 324422 h 324421"/>
                          <a:gd name="connsiteX1" fmla="*/ 216694 w 252882"/>
                          <a:gd name="connsiteY1" fmla="*/ 313849 h 324421"/>
                          <a:gd name="connsiteX2" fmla="*/ 78867 w 252882"/>
                          <a:gd name="connsiteY2" fmla="*/ 38100 h 324421"/>
                          <a:gd name="connsiteX3" fmla="*/ 19050 w 252882"/>
                          <a:gd name="connsiteY3" fmla="*/ 38100 h 324421"/>
                          <a:gd name="connsiteX4" fmla="*/ 0 w 252882"/>
                          <a:gd name="connsiteY4" fmla="*/ 19050 h 324421"/>
                          <a:gd name="connsiteX5" fmla="*/ 19050 w 252882"/>
                          <a:gd name="connsiteY5" fmla="*/ 0 h 324421"/>
                          <a:gd name="connsiteX6" fmla="*/ 90678 w 252882"/>
                          <a:gd name="connsiteY6" fmla="*/ 0 h 324421"/>
                          <a:gd name="connsiteX7" fmla="*/ 107728 w 252882"/>
                          <a:gd name="connsiteY7" fmla="*/ 10573 h 324421"/>
                          <a:gd name="connsiteX8" fmla="*/ 250888 w 252882"/>
                          <a:gd name="connsiteY8" fmla="*/ 296894 h 324421"/>
                          <a:gd name="connsiteX9" fmla="*/ 242411 w 252882"/>
                          <a:gd name="connsiteY9" fmla="*/ 322421 h 324421"/>
                          <a:gd name="connsiteX10" fmla="*/ 233744 w 252882"/>
                          <a:gd name="connsiteY10" fmla="*/ 324422 h 32442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52882" h="324421">
                            <a:moveTo>
                              <a:pt x="233744" y="324422"/>
                            </a:moveTo>
                            <a:cubicBezTo>
                              <a:pt x="226790" y="324422"/>
                              <a:pt x="220027" y="320612"/>
                              <a:pt x="216694" y="313849"/>
                            </a:cubicBezTo>
                            <a:lnTo>
                              <a:pt x="78867" y="38100"/>
                            </a:lnTo>
                            <a:lnTo>
                              <a:pt x="19050" y="38100"/>
                            </a:lnTo>
                            <a:cubicBezTo>
                              <a:pt x="8477" y="38100"/>
                              <a:pt x="0" y="29623"/>
                              <a:pt x="0" y="19050"/>
                            </a:cubicBezTo>
                            <a:cubicBezTo>
                              <a:pt x="0" y="8477"/>
                              <a:pt x="8477" y="0"/>
                              <a:pt x="19050" y="0"/>
                            </a:cubicBezTo>
                            <a:lnTo>
                              <a:pt x="90678" y="0"/>
                            </a:lnTo>
                            <a:cubicBezTo>
                              <a:pt x="97917" y="0"/>
                              <a:pt x="104489" y="4096"/>
                              <a:pt x="107728" y="10573"/>
                            </a:cubicBezTo>
                            <a:lnTo>
                              <a:pt x="250888" y="296894"/>
                            </a:lnTo>
                            <a:cubicBezTo>
                              <a:pt x="255556" y="306324"/>
                              <a:pt x="251746" y="317754"/>
                              <a:pt x="242411" y="322421"/>
                            </a:cubicBezTo>
                            <a:cubicBezTo>
                              <a:pt x="239554" y="323755"/>
                              <a:pt x="236696" y="324422"/>
                              <a:pt x="233744" y="324422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02" name="Freeform: Shape 201">
                        <a:extLst>
                          <a:ext uri="{FF2B5EF4-FFF2-40B4-BE49-F238E27FC236}">
                            <a16:creationId xmlns:a16="http://schemas.microsoft.com/office/drawing/2014/main" id="{A2D75537-ECE5-4402-8EDE-53024D08E1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377368" y="3717035"/>
                        <a:ext cx="109727" cy="109728"/>
                      </a:xfrm>
                      <a:custGeom>
                        <a:avLst/>
                        <a:gdLst>
                          <a:gd name="connsiteX0" fmla="*/ 54864 w 109727"/>
                          <a:gd name="connsiteY0" fmla="*/ 109728 h 109728"/>
                          <a:gd name="connsiteX1" fmla="*/ 0 w 109727"/>
                          <a:gd name="connsiteY1" fmla="*/ 54864 h 109728"/>
                          <a:gd name="connsiteX2" fmla="*/ 54864 w 109727"/>
                          <a:gd name="connsiteY2" fmla="*/ 0 h 109728"/>
                          <a:gd name="connsiteX3" fmla="*/ 109728 w 109727"/>
                          <a:gd name="connsiteY3" fmla="*/ 54864 h 109728"/>
                          <a:gd name="connsiteX4" fmla="*/ 54864 w 109727"/>
                          <a:gd name="connsiteY4" fmla="*/ 109728 h 109728"/>
                          <a:gd name="connsiteX5" fmla="*/ 54864 w 109727"/>
                          <a:gd name="connsiteY5" fmla="*/ 38100 h 109728"/>
                          <a:gd name="connsiteX6" fmla="*/ 38100 w 109727"/>
                          <a:gd name="connsiteY6" fmla="*/ 54864 h 109728"/>
                          <a:gd name="connsiteX7" fmla="*/ 54864 w 109727"/>
                          <a:gd name="connsiteY7" fmla="*/ 71628 h 109728"/>
                          <a:gd name="connsiteX8" fmla="*/ 71628 w 109727"/>
                          <a:gd name="connsiteY8" fmla="*/ 54864 h 109728"/>
                          <a:gd name="connsiteX9" fmla="*/ 54864 w 109727"/>
                          <a:gd name="connsiteY9" fmla="*/ 38100 h 10972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109727" h="109728">
                            <a:moveTo>
                              <a:pt x="54864" y="109728"/>
                            </a:moveTo>
                            <a:cubicBezTo>
                              <a:pt x="24670" y="109728"/>
                              <a:pt x="0" y="85154"/>
                              <a:pt x="0" y="54864"/>
                            </a:cubicBezTo>
                            <a:cubicBezTo>
                              <a:pt x="0" y="24575"/>
                              <a:pt x="24575" y="0"/>
                              <a:pt x="54864" y="0"/>
                            </a:cubicBezTo>
                            <a:cubicBezTo>
                              <a:pt x="85154" y="0"/>
                              <a:pt x="109728" y="24575"/>
                              <a:pt x="109728" y="54864"/>
                            </a:cubicBezTo>
                            <a:cubicBezTo>
                              <a:pt x="109728" y="85154"/>
                              <a:pt x="85154" y="109728"/>
                              <a:pt x="54864" y="109728"/>
                            </a:cubicBezTo>
                            <a:close/>
                            <a:moveTo>
                              <a:pt x="54864" y="38100"/>
                            </a:moveTo>
                            <a:cubicBezTo>
                              <a:pt x="45625" y="38100"/>
                              <a:pt x="38100" y="45625"/>
                              <a:pt x="38100" y="54864"/>
                            </a:cubicBezTo>
                            <a:cubicBezTo>
                              <a:pt x="38100" y="64103"/>
                              <a:pt x="45625" y="71628"/>
                              <a:pt x="54864" y="71628"/>
                            </a:cubicBezTo>
                            <a:cubicBezTo>
                              <a:pt x="64103" y="71628"/>
                              <a:pt x="71628" y="64103"/>
                              <a:pt x="71628" y="54864"/>
                            </a:cubicBezTo>
                            <a:cubicBezTo>
                              <a:pt x="71628" y="45625"/>
                              <a:pt x="64103" y="38100"/>
                              <a:pt x="54864" y="38100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03" name="Freeform: Shape 202">
                        <a:extLst>
                          <a:ext uri="{FF2B5EF4-FFF2-40B4-BE49-F238E27FC236}">
                            <a16:creationId xmlns:a16="http://schemas.microsoft.com/office/drawing/2014/main" id="{90018473-2826-4369-9B13-D8BEC16910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76353" y="3717035"/>
                        <a:ext cx="109728" cy="109728"/>
                      </a:xfrm>
                      <a:custGeom>
                        <a:avLst/>
                        <a:gdLst>
                          <a:gd name="connsiteX0" fmla="*/ 54864 w 109728"/>
                          <a:gd name="connsiteY0" fmla="*/ 109728 h 109728"/>
                          <a:gd name="connsiteX1" fmla="*/ 0 w 109728"/>
                          <a:gd name="connsiteY1" fmla="*/ 54864 h 109728"/>
                          <a:gd name="connsiteX2" fmla="*/ 54864 w 109728"/>
                          <a:gd name="connsiteY2" fmla="*/ 0 h 109728"/>
                          <a:gd name="connsiteX3" fmla="*/ 109728 w 109728"/>
                          <a:gd name="connsiteY3" fmla="*/ 54864 h 109728"/>
                          <a:gd name="connsiteX4" fmla="*/ 54864 w 109728"/>
                          <a:gd name="connsiteY4" fmla="*/ 109728 h 109728"/>
                          <a:gd name="connsiteX5" fmla="*/ 54864 w 109728"/>
                          <a:gd name="connsiteY5" fmla="*/ 38100 h 109728"/>
                          <a:gd name="connsiteX6" fmla="*/ 38100 w 109728"/>
                          <a:gd name="connsiteY6" fmla="*/ 54864 h 109728"/>
                          <a:gd name="connsiteX7" fmla="*/ 54864 w 109728"/>
                          <a:gd name="connsiteY7" fmla="*/ 71628 h 109728"/>
                          <a:gd name="connsiteX8" fmla="*/ 71628 w 109728"/>
                          <a:gd name="connsiteY8" fmla="*/ 54864 h 109728"/>
                          <a:gd name="connsiteX9" fmla="*/ 54864 w 109728"/>
                          <a:gd name="connsiteY9" fmla="*/ 38100 h 10972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109728" h="109728">
                            <a:moveTo>
                              <a:pt x="54864" y="109728"/>
                            </a:moveTo>
                            <a:cubicBezTo>
                              <a:pt x="24575" y="109728"/>
                              <a:pt x="0" y="85154"/>
                              <a:pt x="0" y="54864"/>
                            </a:cubicBezTo>
                            <a:cubicBezTo>
                              <a:pt x="0" y="24575"/>
                              <a:pt x="24575" y="0"/>
                              <a:pt x="54864" y="0"/>
                            </a:cubicBezTo>
                            <a:cubicBezTo>
                              <a:pt x="85154" y="0"/>
                              <a:pt x="109728" y="24575"/>
                              <a:pt x="109728" y="54864"/>
                            </a:cubicBezTo>
                            <a:cubicBezTo>
                              <a:pt x="109728" y="85154"/>
                              <a:pt x="85058" y="109728"/>
                              <a:pt x="54864" y="109728"/>
                            </a:cubicBezTo>
                            <a:close/>
                            <a:moveTo>
                              <a:pt x="54864" y="38100"/>
                            </a:moveTo>
                            <a:cubicBezTo>
                              <a:pt x="45625" y="38100"/>
                              <a:pt x="38100" y="45625"/>
                              <a:pt x="38100" y="54864"/>
                            </a:cubicBezTo>
                            <a:cubicBezTo>
                              <a:pt x="38100" y="64103"/>
                              <a:pt x="45625" y="71628"/>
                              <a:pt x="54864" y="71628"/>
                            </a:cubicBezTo>
                            <a:cubicBezTo>
                              <a:pt x="64103" y="71628"/>
                              <a:pt x="71628" y="64103"/>
                              <a:pt x="71628" y="54864"/>
                            </a:cubicBezTo>
                            <a:cubicBezTo>
                              <a:pt x="71533" y="45625"/>
                              <a:pt x="64008" y="38100"/>
                              <a:pt x="54864" y="38100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04" name="Freeform: Shape 203">
                        <a:extLst>
                          <a:ext uri="{FF2B5EF4-FFF2-40B4-BE49-F238E27FC236}">
                            <a16:creationId xmlns:a16="http://schemas.microsoft.com/office/drawing/2014/main" id="{3CCE4586-80D4-4502-8944-F90CA7FC5D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70021" y="3609689"/>
                        <a:ext cx="324421" cy="324421"/>
                      </a:xfrm>
                      <a:custGeom>
                        <a:avLst/>
                        <a:gdLst>
                          <a:gd name="connsiteX0" fmla="*/ 162211 w 324421"/>
                          <a:gd name="connsiteY0" fmla="*/ 324421 h 324421"/>
                          <a:gd name="connsiteX1" fmla="*/ 0 w 324421"/>
                          <a:gd name="connsiteY1" fmla="*/ 162211 h 324421"/>
                          <a:gd name="connsiteX2" fmla="*/ 162211 w 324421"/>
                          <a:gd name="connsiteY2" fmla="*/ 0 h 324421"/>
                          <a:gd name="connsiteX3" fmla="*/ 324422 w 324421"/>
                          <a:gd name="connsiteY3" fmla="*/ 162211 h 324421"/>
                          <a:gd name="connsiteX4" fmla="*/ 162211 w 324421"/>
                          <a:gd name="connsiteY4" fmla="*/ 324421 h 324421"/>
                          <a:gd name="connsiteX5" fmla="*/ 162211 w 324421"/>
                          <a:gd name="connsiteY5" fmla="*/ 38100 h 324421"/>
                          <a:gd name="connsiteX6" fmla="*/ 38100 w 324421"/>
                          <a:gd name="connsiteY6" fmla="*/ 162211 h 324421"/>
                          <a:gd name="connsiteX7" fmla="*/ 162211 w 324421"/>
                          <a:gd name="connsiteY7" fmla="*/ 286321 h 324421"/>
                          <a:gd name="connsiteX8" fmla="*/ 286322 w 324421"/>
                          <a:gd name="connsiteY8" fmla="*/ 162211 h 324421"/>
                          <a:gd name="connsiteX9" fmla="*/ 162211 w 324421"/>
                          <a:gd name="connsiteY9" fmla="*/ 38100 h 32442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324421" h="324421">
                            <a:moveTo>
                              <a:pt x="162211" y="324421"/>
                            </a:moveTo>
                            <a:cubicBezTo>
                              <a:pt x="72771" y="324421"/>
                              <a:pt x="0" y="251650"/>
                              <a:pt x="0" y="162211"/>
                            </a:cubicBezTo>
                            <a:cubicBezTo>
                              <a:pt x="0" y="72771"/>
                              <a:pt x="72771" y="0"/>
                              <a:pt x="162211" y="0"/>
                            </a:cubicBezTo>
                            <a:cubicBezTo>
                              <a:pt x="251651" y="0"/>
                              <a:pt x="324422" y="72771"/>
                              <a:pt x="324422" y="162211"/>
                            </a:cubicBezTo>
                            <a:cubicBezTo>
                              <a:pt x="324422" y="251650"/>
                              <a:pt x="251651" y="324421"/>
                              <a:pt x="162211" y="324421"/>
                            </a:cubicBezTo>
                            <a:close/>
                            <a:moveTo>
                              <a:pt x="162211" y="38100"/>
                            </a:moveTo>
                            <a:cubicBezTo>
                              <a:pt x="93821" y="38100"/>
                              <a:pt x="38100" y="93821"/>
                              <a:pt x="38100" y="162211"/>
                            </a:cubicBezTo>
                            <a:cubicBezTo>
                              <a:pt x="38100" y="230696"/>
                              <a:pt x="93821" y="286321"/>
                              <a:pt x="162211" y="286321"/>
                            </a:cubicBezTo>
                            <a:cubicBezTo>
                              <a:pt x="230600" y="286321"/>
                              <a:pt x="286322" y="230600"/>
                              <a:pt x="286322" y="162211"/>
                            </a:cubicBezTo>
                            <a:cubicBezTo>
                              <a:pt x="286322" y="93726"/>
                              <a:pt x="230696" y="38100"/>
                              <a:pt x="162211" y="38100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05" name="Freeform: Shape 204">
                        <a:extLst>
                          <a:ext uri="{FF2B5EF4-FFF2-40B4-BE49-F238E27FC236}">
                            <a16:creationId xmlns:a16="http://schemas.microsoft.com/office/drawing/2014/main" id="{29BF3812-3C20-4FF2-B6D5-EF275B92B5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69006" y="3609689"/>
                        <a:ext cx="324421" cy="324421"/>
                      </a:xfrm>
                      <a:custGeom>
                        <a:avLst/>
                        <a:gdLst>
                          <a:gd name="connsiteX0" fmla="*/ 162211 w 324421"/>
                          <a:gd name="connsiteY0" fmla="*/ 324421 h 324421"/>
                          <a:gd name="connsiteX1" fmla="*/ 0 w 324421"/>
                          <a:gd name="connsiteY1" fmla="*/ 162211 h 324421"/>
                          <a:gd name="connsiteX2" fmla="*/ 162211 w 324421"/>
                          <a:gd name="connsiteY2" fmla="*/ 0 h 324421"/>
                          <a:gd name="connsiteX3" fmla="*/ 324422 w 324421"/>
                          <a:gd name="connsiteY3" fmla="*/ 162211 h 324421"/>
                          <a:gd name="connsiteX4" fmla="*/ 162211 w 324421"/>
                          <a:gd name="connsiteY4" fmla="*/ 324421 h 324421"/>
                          <a:gd name="connsiteX5" fmla="*/ 162211 w 324421"/>
                          <a:gd name="connsiteY5" fmla="*/ 38100 h 324421"/>
                          <a:gd name="connsiteX6" fmla="*/ 38100 w 324421"/>
                          <a:gd name="connsiteY6" fmla="*/ 162211 h 324421"/>
                          <a:gd name="connsiteX7" fmla="*/ 162211 w 324421"/>
                          <a:gd name="connsiteY7" fmla="*/ 286321 h 324421"/>
                          <a:gd name="connsiteX8" fmla="*/ 286322 w 324421"/>
                          <a:gd name="connsiteY8" fmla="*/ 162211 h 324421"/>
                          <a:gd name="connsiteX9" fmla="*/ 162211 w 324421"/>
                          <a:gd name="connsiteY9" fmla="*/ 38100 h 32442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324421" h="324421">
                            <a:moveTo>
                              <a:pt x="162211" y="324421"/>
                            </a:moveTo>
                            <a:cubicBezTo>
                              <a:pt x="72771" y="324421"/>
                              <a:pt x="0" y="251650"/>
                              <a:pt x="0" y="162211"/>
                            </a:cubicBezTo>
                            <a:cubicBezTo>
                              <a:pt x="0" y="72771"/>
                              <a:pt x="72676" y="0"/>
                              <a:pt x="162211" y="0"/>
                            </a:cubicBezTo>
                            <a:cubicBezTo>
                              <a:pt x="251650" y="0"/>
                              <a:pt x="324422" y="72771"/>
                              <a:pt x="324422" y="162211"/>
                            </a:cubicBezTo>
                            <a:cubicBezTo>
                              <a:pt x="324422" y="251650"/>
                              <a:pt x="251650" y="324421"/>
                              <a:pt x="162211" y="324421"/>
                            </a:cubicBezTo>
                            <a:close/>
                            <a:moveTo>
                              <a:pt x="162211" y="38100"/>
                            </a:moveTo>
                            <a:cubicBezTo>
                              <a:pt x="93726" y="38100"/>
                              <a:pt x="38100" y="93821"/>
                              <a:pt x="38100" y="162211"/>
                            </a:cubicBezTo>
                            <a:cubicBezTo>
                              <a:pt x="38100" y="230696"/>
                              <a:pt x="93821" y="286321"/>
                              <a:pt x="162211" y="286321"/>
                            </a:cubicBezTo>
                            <a:cubicBezTo>
                              <a:pt x="230696" y="286321"/>
                              <a:pt x="286322" y="230600"/>
                              <a:pt x="286322" y="162211"/>
                            </a:cubicBezTo>
                            <a:cubicBezTo>
                              <a:pt x="286322" y="93726"/>
                              <a:pt x="230600" y="38100"/>
                              <a:pt x="162211" y="38100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</p:grpSp>
              </p:grpSp>
            </p:grpSp>
          </p:grp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8E4B4050-C153-442B-BB3E-87EDA4A9A6B3}"/>
                  </a:ext>
                </a:extLst>
              </p:cNvPr>
              <p:cNvSpPr txBox="1"/>
              <p:nvPr/>
            </p:nvSpPr>
            <p:spPr>
              <a:xfrm>
                <a:off x="8267985" y="1075043"/>
                <a:ext cx="510340" cy="123111"/>
              </a:xfrm>
              <a:prstGeom prst="rect">
                <a:avLst/>
              </a:prstGeom>
            </p:spPr>
            <p:txBody>
              <a:bodyPr vert="horz" wrap="square" lIns="0" tIns="0" rIns="0" bIns="0" rtlCol="0" anchor="ctr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sym typeface="+mn-lt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sym typeface="+mn-lt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sym typeface="+mn-lt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sym typeface="+mn-lt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sym typeface="+mn-lt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r>
                  <a:rPr lang="ru-RU" sz="800" dirty="0">
                    <a:solidFill>
                      <a:schemeClr val="accent5"/>
                    </a:solidFill>
                  </a:rPr>
                  <a:t>Квартира</a:t>
                </a:r>
              </a:p>
            </p:txBody>
          </p:sp>
          <p:grpSp>
            <p:nvGrpSpPr>
              <p:cNvPr id="179" name="Group 178">
                <a:extLst>
                  <a:ext uri="{FF2B5EF4-FFF2-40B4-BE49-F238E27FC236}">
                    <a16:creationId xmlns:a16="http://schemas.microsoft.com/office/drawing/2014/main" id="{D00EBC16-F5FF-49C2-9C5C-6B211BEB0B68}"/>
                  </a:ext>
                </a:extLst>
              </p:cNvPr>
              <p:cNvGrpSpPr/>
              <p:nvPr/>
            </p:nvGrpSpPr>
            <p:grpSpPr>
              <a:xfrm>
                <a:off x="7975095" y="1031191"/>
                <a:ext cx="204465" cy="166963"/>
                <a:chOff x="6948660" y="842380"/>
                <a:chExt cx="631825" cy="515938"/>
              </a:xfrm>
            </p:grpSpPr>
            <p:sp>
              <p:nvSpPr>
                <p:cNvPr id="180" name="Freeform 114">
                  <a:extLst>
                    <a:ext uri="{FF2B5EF4-FFF2-40B4-BE49-F238E27FC236}">
                      <a16:creationId xmlns:a16="http://schemas.microsoft.com/office/drawing/2014/main" id="{5257F09E-8CFA-4D8A-B5CD-25F9CB469C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1110" y="842380"/>
                  <a:ext cx="79375" cy="71438"/>
                </a:xfrm>
                <a:custGeom>
                  <a:avLst/>
                  <a:gdLst>
                    <a:gd name="T0" fmla="*/ 0 w 50"/>
                    <a:gd name="T1" fmla="*/ 0 h 45"/>
                    <a:gd name="T2" fmla="*/ 50 w 50"/>
                    <a:gd name="T3" fmla="*/ 0 h 45"/>
                    <a:gd name="T4" fmla="*/ 50 w 50"/>
                    <a:gd name="T5" fmla="*/ 45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0" h="45">
                      <a:moveTo>
                        <a:pt x="0" y="0"/>
                      </a:moveTo>
                      <a:lnTo>
                        <a:pt x="50" y="0"/>
                      </a:lnTo>
                      <a:lnTo>
                        <a:pt x="50" y="45"/>
                      </a:lnTo>
                    </a:path>
                  </a:pathLst>
                </a:cu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181" name="Freeform 115">
                  <a:extLst>
                    <a:ext uri="{FF2B5EF4-FFF2-40B4-BE49-F238E27FC236}">
                      <a16:creationId xmlns:a16="http://schemas.microsoft.com/office/drawing/2014/main" id="{41984C29-2870-421F-9E4B-A278F09C4D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48660" y="842380"/>
                  <a:ext cx="631825" cy="515938"/>
                </a:xfrm>
                <a:custGeom>
                  <a:avLst/>
                  <a:gdLst>
                    <a:gd name="T0" fmla="*/ 398 w 398"/>
                    <a:gd name="T1" fmla="*/ 262 h 325"/>
                    <a:gd name="T2" fmla="*/ 398 w 398"/>
                    <a:gd name="T3" fmla="*/ 325 h 325"/>
                    <a:gd name="T4" fmla="*/ 0 w 398"/>
                    <a:gd name="T5" fmla="*/ 325 h 325"/>
                    <a:gd name="T6" fmla="*/ 0 w 398"/>
                    <a:gd name="T7" fmla="*/ 0 h 325"/>
                    <a:gd name="T8" fmla="*/ 284 w 398"/>
                    <a:gd name="T9" fmla="*/ 0 h 3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8" h="325">
                      <a:moveTo>
                        <a:pt x="398" y="262"/>
                      </a:moveTo>
                      <a:lnTo>
                        <a:pt x="398" y="325"/>
                      </a:lnTo>
                      <a:lnTo>
                        <a:pt x="0" y="325"/>
                      </a:lnTo>
                      <a:lnTo>
                        <a:pt x="0" y="0"/>
                      </a:lnTo>
                      <a:lnTo>
                        <a:pt x="284" y="0"/>
                      </a:lnTo>
                    </a:path>
                  </a:pathLst>
                </a:cu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182" name="Line 116">
                  <a:extLst>
                    <a:ext uri="{FF2B5EF4-FFF2-40B4-BE49-F238E27FC236}">
                      <a16:creationId xmlns:a16="http://schemas.microsoft.com/office/drawing/2014/main" id="{6640E1AB-25E8-463D-A9A6-70EDB3E869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51835" y="1101143"/>
                  <a:ext cx="274638" cy="0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183" name="Line 117">
                  <a:extLst>
                    <a:ext uri="{FF2B5EF4-FFF2-40B4-BE49-F238E27FC236}">
                      <a16:creationId xmlns:a16="http://schemas.microsoft.com/office/drawing/2014/main" id="{C6BE903F-F640-41D7-AB44-FE74D35DDA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226473" y="1021768"/>
                  <a:ext cx="0" cy="160338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184" name="Line 118">
                  <a:extLst>
                    <a:ext uri="{FF2B5EF4-FFF2-40B4-BE49-F238E27FC236}">
                      <a16:creationId xmlns:a16="http://schemas.microsoft.com/office/drawing/2014/main" id="{D4ED21B2-A6A5-4D6F-B8D2-BF79D28895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226473" y="842380"/>
                  <a:ext cx="0" cy="96838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185" name="Line 119">
                  <a:extLst>
                    <a:ext uri="{FF2B5EF4-FFF2-40B4-BE49-F238E27FC236}">
                      <a16:creationId xmlns:a16="http://schemas.microsoft.com/office/drawing/2014/main" id="{B2A763E2-1A44-4A9A-900B-15E099AF40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226473" y="1272593"/>
                  <a:ext cx="0" cy="85725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cxnSp>
              <p:nvCxnSpPr>
                <p:cNvPr id="186" name="Straight Connector 185">
                  <a:extLst>
                    <a:ext uri="{FF2B5EF4-FFF2-40B4-BE49-F238E27FC236}">
                      <a16:creationId xmlns:a16="http://schemas.microsoft.com/office/drawing/2014/main" id="{08619B60-5613-4A90-A44A-3CC17938EFA3}"/>
                    </a:ext>
                  </a:extLst>
                </p:cNvPr>
                <p:cNvCxnSpPr>
                  <a:cxnSpLocks/>
                  <a:stCxn id="180" idx="2"/>
                  <a:endCxn id="181" idx="0"/>
                </p:cNvCxnSpPr>
                <p:nvPr/>
              </p:nvCxnSpPr>
              <p:spPr>
                <a:xfrm>
                  <a:off x="7580485" y="913818"/>
                  <a:ext cx="0" cy="344487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cxnSp>
          </p:grpSp>
        </p:grp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C272EA30-3E55-4D33-8577-7003A2F077B9}"/>
                </a:ext>
              </a:extLst>
            </p:cNvPr>
            <p:cNvSpPr txBox="1">
              <a:spLocks/>
            </p:cNvSpPr>
            <p:nvPr/>
          </p:nvSpPr>
          <p:spPr>
            <a:xfrm>
              <a:off x="5929403" y="1010118"/>
              <a:ext cx="137160" cy="137160"/>
            </a:xfrm>
            <a:prstGeom prst="rect">
              <a:avLst/>
            </a:prstGeom>
            <a:solidFill>
              <a:srgbClr val="00B050"/>
            </a:solidFill>
          </p:spPr>
          <p:txBody>
            <a:bodyPr vert="horz" wrap="square" lIns="36000" tIns="36000" rIns="36000" bIns="36000" rtlCol="0" anchor="ctr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FFFFFF"/>
                </a:buClr>
              </a:pPr>
              <a:endParaRPr lang="en-US" sz="600" b="1" dirty="0">
                <a:solidFill>
                  <a:srgbClr val="FFFFFF"/>
                </a:solidFill>
              </a:endParaRPr>
            </a:p>
          </p:txBody>
        </p: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7B6E7E17-034B-4943-B365-AB19065C905A}"/>
                </a:ext>
              </a:extLst>
            </p:cNvPr>
            <p:cNvGrpSpPr/>
            <p:nvPr/>
          </p:nvGrpSpPr>
          <p:grpSpPr>
            <a:xfrm>
              <a:off x="9294049" y="987294"/>
              <a:ext cx="1577690" cy="246221"/>
              <a:chOff x="9133184" y="952789"/>
              <a:chExt cx="1577690" cy="246221"/>
            </a:xfrm>
          </p:grpSpPr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AC4EEF9D-26A6-4E3F-B260-B5E608DBE1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33184" y="984391"/>
                <a:ext cx="137160" cy="137160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vert="horz" wrap="square" lIns="36000" tIns="18000" rIns="18000" bIns="18000" rtlCol="0" anchor="ctr" anchorCtr="0">
                <a:no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sym typeface="+mn-lt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sym typeface="+mn-lt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sym typeface="+mn-lt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sym typeface="+mn-lt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sym typeface="+mn-lt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endParaRPr lang="en-US" sz="600" b="1" dirty="0"/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F4B68030-80F6-4CC6-811B-92E9D9BDFF65}"/>
                  </a:ext>
                </a:extLst>
              </p:cNvPr>
              <p:cNvSpPr txBox="1"/>
              <p:nvPr/>
            </p:nvSpPr>
            <p:spPr>
              <a:xfrm>
                <a:off x="9336701" y="952789"/>
                <a:ext cx="1374173" cy="246221"/>
              </a:xfrm>
              <a:prstGeom prst="rect">
                <a:avLst/>
              </a:prstGeom>
            </p:spPr>
            <p:txBody>
              <a:bodyPr vert="horz" wrap="square" lIns="0" tIns="0" rIns="0" bIns="0" rtlCol="0" anchor="ctr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sym typeface="+mn-lt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sym typeface="+mn-lt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sym typeface="+mn-lt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sym typeface="+mn-lt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sym typeface="+mn-lt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r>
                  <a:rPr lang="ru-RU" sz="800" dirty="0"/>
                  <a:t>Решения с низким приоритетом реализации</a:t>
                </a:r>
              </a:p>
            </p:txBody>
          </p:sp>
        </p:grp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E1AA1156-5BDA-4EEF-9630-89896E7A5230}"/>
                </a:ext>
              </a:extLst>
            </p:cNvPr>
            <p:cNvSpPr txBox="1"/>
            <p:nvPr/>
          </p:nvSpPr>
          <p:spPr>
            <a:xfrm>
              <a:off x="6152704" y="997359"/>
              <a:ext cx="3137979" cy="246221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800" dirty="0"/>
                <a:t>Решения с высоким </a:t>
              </a:r>
              <a:br>
                <a:rPr lang="ru-RU" sz="800" dirty="0"/>
              </a:br>
              <a:r>
                <a:rPr lang="ru-RU" sz="800" dirty="0"/>
                <a:t>приоритетом реализации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163286EC-E1AB-4663-8D60-9600B2DE665F}"/>
                </a:ext>
              </a:extLst>
            </p:cNvPr>
            <p:cNvSpPr txBox="1">
              <a:spLocks/>
            </p:cNvSpPr>
            <p:nvPr/>
          </p:nvSpPr>
          <p:spPr>
            <a:xfrm>
              <a:off x="7612586" y="1006819"/>
              <a:ext cx="137160" cy="137160"/>
            </a:xfrm>
            <a:prstGeom prst="rect">
              <a:avLst/>
            </a:prstGeom>
            <a:solidFill>
              <a:srgbClr val="92D050"/>
            </a:solidFill>
          </p:spPr>
          <p:txBody>
            <a:bodyPr vert="horz" wrap="square" lIns="36000" tIns="36000" rIns="36000" bIns="36000" rtlCol="0" anchor="ctr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FFFFFF"/>
                </a:buClr>
              </a:pPr>
              <a:endParaRPr lang="en-US" sz="600" b="1" dirty="0">
                <a:solidFill>
                  <a:srgbClr val="FFFFFF"/>
                </a:solidFill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B0C0ECBE-DA3A-4FE9-9F86-4C1CC7DD2DCF}"/>
                </a:ext>
              </a:extLst>
            </p:cNvPr>
            <p:cNvSpPr txBox="1"/>
            <p:nvPr/>
          </p:nvSpPr>
          <p:spPr>
            <a:xfrm>
              <a:off x="7867684" y="989745"/>
              <a:ext cx="2023818" cy="246221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800" dirty="0"/>
                <a:t>Решения со средним </a:t>
              </a:r>
              <a:br>
                <a:rPr lang="ru-RU" sz="800" dirty="0"/>
              </a:br>
              <a:r>
                <a:rPr lang="ru-RU" sz="800" dirty="0"/>
                <a:t>приоритетом реализации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80536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6" hidden="1">
            <a:extLst>
              <a:ext uri="{FF2B5EF4-FFF2-40B4-BE49-F238E27FC236}">
                <a16:creationId xmlns:a16="http://schemas.microsoft.com/office/drawing/2014/main" id="{863554F6-8425-469D-9D9D-C0C14E878D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59" imgH="355" progId="TCLayout.ActiveDocument.1">
                  <p:embed/>
                </p:oleObj>
              </mc:Choice>
              <mc:Fallback>
                <p:oleObj name="think-cell Slide" r:id="rId13" imgW="359" imgH="355" progId="TCLayout.ActiveDocument.1">
                  <p:embed/>
                  <p:pic>
                    <p:nvPicPr>
                      <p:cNvPr id="5" name="Object 6" hidden="1">
                        <a:extLst>
                          <a:ext uri="{FF2B5EF4-FFF2-40B4-BE49-F238E27FC236}">
                            <a16:creationId xmlns:a16="http://schemas.microsoft.com/office/drawing/2014/main" id="{863554F6-8425-469D-9D9D-C0C14E878D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Rectangle 2" hidden="1">
            <a:extLst>
              <a:ext uri="{FF2B5EF4-FFF2-40B4-BE49-F238E27FC236}">
                <a16:creationId xmlns:a16="http://schemas.microsoft.com/office/drawing/2014/main" id="{F4C1BE3A-AC6D-40CA-9B9C-A61E7A06533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2200" b="1" dirty="0" err="1">
              <a:solidFill>
                <a:schemeClr val="bg1"/>
              </a:solidFill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166D2E-26D0-4BA1-90C1-F7F6962DF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4" y="565178"/>
            <a:ext cx="11082528" cy="33855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ru-RU" dirty="0"/>
              <a:t>Описание сценариев для умного дома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5072A026-E7F0-4C61-B99C-C33882511616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958596"/>
            <a:ext cx="11082528" cy="2462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 anchorCtr="0">
            <a:spAutoFit/>
          </a:bodyPr>
          <a:lstStyle/>
          <a:p>
            <a:r>
              <a:rPr lang="ru-RU" dirty="0"/>
              <a:t>Комфорт (4/4)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EEA94CA4-963F-42FD-9024-9AD93CFBBC49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ru-RU" dirty="0"/>
              <a:t>Комфорт</a:t>
            </a:r>
            <a:endParaRPr lang="en-US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DE66182-93EC-4D29-8FFE-7C6E4D2BC359}"/>
              </a:ext>
            </a:extLst>
          </p:cNvPr>
          <p:cNvCxnSpPr>
            <a:cxnSpLocks/>
          </p:cNvCxnSpPr>
          <p:nvPr/>
        </p:nvCxnSpPr>
        <p:spPr>
          <a:xfrm>
            <a:off x="547688" y="3455779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980FDCC-0B4D-41FE-93F1-9EEC9A6EA565}"/>
              </a:ext>
            </a:extLst>
          </p:cNvPr>
          <p:cNvCxnSpPr>
            <a:cxnSpLocks/>
          </p:cNvCxnSpPr>
          <p:nvPr/>
        </p:nvCxnSpPr>
        <p:spPr>
          <a:xfrm>
            <a:off x="547688" y="4080634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2AFC896D-C538-45D0-8642-2B9DA339DF09}"/>
              </a:ext>
            </a:extLst>
          </p:cNvPr>
          <p:cNvCxnSpPr>
            <a:cxnSpLocks/>
          </p:cNvCxnSpPr>
          <p:nvPr/>
        </p:nvCxnSpPr>
        <p:spPr>
          <a:xfrm>
            <a:off x="547688" y="1612429"/>
            <a:ext cx="1108252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826EC9AB-CB2E-4247-9BD7-4A91A4BEC24F}"/>
              </a:ext>
            </a:extLst>
          </p:cNvPr>
          <p:cNvCxnSpPr>
            <a:cxnSpLocks/>
          </p:cNvCxnSpPr>
          <p:nvPr/>
        </p:nvCxnSpPr>
        <p:spPr>
          <a:xfrm>
            <a:off x="554734" y="2851244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D9EF0C89-9567-423E-A330-021EC4F338F4}"/>
              </a:ext>
            </a:extLst>
          </p:cNvPr>
          <p:cNvCxnSpPr>
            <a:cxnSpLocks/>
          </p:cNvCxnSpPr>
          <p:nvPr/>
        </p:nvCxnSpPr>
        <p:spPr>
          <a:xfrm>
            <a:off x="554734" y="2246709"/>
            <a:ext cx="11082528" cy="0"/>
          </a:xfrm>
          <a:prstGeom prst="line">
            <a:avLst/>
          </a:prstGeom>
          <a:noFill/>
          <a:ln w="6350" cap="flat" cmpd="sng" algn="ctr">
            <a:solidFill>
              <a:srgbClr val="B3B3B3"/>
            </a:solidFill>
            <a:prstDash val="solid"/>
          </a:ln>
          <a:effectLst/>
        </p:spPr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BA92CED3-F59A-40F3-A250-F81E7D4E71F8}"/>
              </a:ext>
            </a:extLst>
          </p:cNvPr>
          <p:cNvSpPr txBox="1">
            <a:spLocks/>
          </p:cNvSpPr>
          <p:nvPr/>
        </p:nvSpPr>
        <p:spPr>
          <a:xfrm>
            <a:off x="10083447" y="1373675"/>
            <a:ext cx="1146719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b="1" dirty="0"/>
              <a:t>Применение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2F7B86C-8357-46A8-9889-DBF937EAFE98}"/>
              </a:ext>
            </a:extLst>
          </p:cNvPr>
          <p:cNvGrpSpPr/>
          <p:nvPr/>
        </p:nvGrpSpPr>
        <p:grpSpPr>
          <a:xfrm>
            <a:off x="547688" y="1666516"/>
            <a:ext cx="10221162" cy="535531"/>
            <a:chOff x="547688" y="1666516"/>
            <a:chExt cx="10221162" cy="535531"/>
          </a:xfrm>
        </p:grpSpPr>
        <p:sp>
          <p:nvSpPr>
            <p:cNvPr id="108" name="Rectangle 17">
              <a:extLst>
                <a:ext uri="{FF2B5EF4-FFF2-40B4-BE49-F238E27FC236}">
                  <a16:creationId xmlns:a16="http://schemas.microsoft.com/office/drawing/2014/main" id="{ABBFFF8F-107A-4123-A4BC-6729C47ED997}"/>
                </a:ext>
              </a:extLst>
            </p:cNvPr>
            <p:cNvSpPr txBox="1">
              <a:spLocks/>
            </p:cNvSpPr>
            <p:nvPr>
              <p:custDataLst>
                <p:tags r:id="rId11"/>
              </p:custDataLst>
            </p:nvPr>
          </p:nvSpPr>
          <p:spPr>
            <a:xfrm>
              <a:off x="547688" y="1666516"/>
              <a:ext cx="2588281" cy="535531"/>
            </a:xfrm>
            <a:prstGeom prst="rect">
              <a:avLst/>
            </a:prstGeom>
            <a:solidFill>
              <a:srgbClr val="EBEFF3"/>
            </a:solidFill>
            <a:ln>
              <a:noFill/>
            </a:ln>
          </p:spPr>
          <p:txBody>
            <a:bodyPr vert="horz" lIns="72000" tIns="37806" rIns="37806" bIns="37806" rtlCol="0" anchor="ctr" anchorCtr="0">
              <a:noAutofit/>
            </a:bodyPr>
            <a:lstStyle>
              <a:lvl1pPr marL="0" lvl="0" indent="0" defTabSz="1299242" eaLnBrk="1" latinLnBrk="0" hangingPunct="1">
                <a:buClr>
                  <a:schemeClr val="tx2"/>
                </a:buClr>
                <a:buSzPct val="100000"/>
                <a:defRPr lang="x-none" sz="1600" baseline="0">
                  <a:latin typeface="+mn-lt"/>
                </a:defRPr>
              </a:lvl1pPr>
              <a:lvl2pPr marL="281042" lvl="1" indent="-278739" defTabSz="1299242" eaLnBrk="1" latinLnBrk="0" hangingPunct="1">
                <a:buClr>
                  <a:schemeClr val="tx2"/>
                </a:buClr>
                <a:buSzPct val="125000"/>
                <a:buFont typeface="Arial" charset="0"/>
                <a:buChar char="▪"/>
                <a:defRPr lang="x-none" sz="1600" baseline="0">
                  <a:latin typeface="+mn-lt"/>
                </a:defRPr>
              </a:lvl2pPr>
              <a:lvl3pPr marL="663443" lvl="2" indent="-380098" defTabSz="1299242" eaLnBrk="1" latinLnBrk="0" hangingPunct="1">
                <a:buClr>
                  <a:schemeClr val="tx2"/>
                </a:buClr>
                <a:buSzPct val="120000"/>
                <a:buFont typeface="Arial" charset="0"/>
                <a:buChar char="–"/>
                <a:defRPr lang="x-none" sz="1600" baseline="0">
                  <a:latin typeface="+mn-lt"/>
                </a:defRPr>
              </a:lvl3pPr>
              <a:lvl4pPr marL="891502" lvl="3" indent="-225755" defTabSz="1299242" eaLnBrk="1" latinLnBrk="0" hangingPunct="1">
                <a:buClr>
                  <a:schemeClr val="tx2"/>
                </a:buClr>
                <a:buSzPct val="120000"/>
                <a:buFont typeface="Arial" charset="0"/>
                <a:buChar char="▫"/>
                <a:defRPr lang="x-none" sz="1600" baseline="0">
                  <a:latin typeface="+mn-lt"/>
                </a:defRPr>
              </a:lvl4pPr>
              <a:lvl5pPr marL="1088046" lvl="4" indent="-188897" defTabSz="1299242" eaLnBrk="1" latinLnBrk="0" hangingPunct="1">
                <a:buClr>
                  <a:schemeClr val="tx2"/>
                </a:buClr>
                <a:buSzPct val="89000"/>
                <a:buFont typeface="Arial" charset="0"/>
                <a:buChar char="-"/>
                <a:defRPr lang="x-none" sz="1600" baseline="0">
                  <a:latin typeface="+mn-lt"/>
                </a:defRPr>
              </a:lvl5pPr>
              <a:lvl6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6pPr>
              <a:lvl7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7pPr>
              <a:lvl8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8pPr>
              <a:lvl9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9pPr>
            </a:lstStyle>
            <a:p>
              <a:r>
                <a:rPr lang="ru-RU" sz="1000" b="1" dirty="0"/>
                <a:t>Умный домашний помощник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5DB62451-5BCA-4C0E-87D7-FFB400B71B03}"/>
                </a:ext>
              </a:extLst>
            </p:cNvPr>
            <p:cNvSpPr txBox="1">
              <a:spLocks/>
            </p:cNvSpPr>
            <p:nvPr/>
          </p:nvSpPr>
          <p:spPr>
            <a:xfrm>
              <a:off x="3351682" y="1666516"/>
              <a:ext cx="6507071" cy="46166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000" dirty="0"/>
                <a:t>С помощью смартфона, подключенного к интернету, можно, например, вскипятить чайник или охладить квартиру в жаркий день еще до прихода домой. Узнавайте погоду, время начала футбольного матча, включайте музыку, выключайте свет и многое другое</a:t>
              </a:r>
            </a:p>
          </p:txBody>
        </p: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CC032BF5-53F6-4800-9B05-7C9D6CE8536D}"/>
                </a:ext>
              </a:extLst>
            </p:cNvPr>
            <p:cNvGrpSpPr/>
            <p:nvPr/>
          </p:nvGrpSpPr>
          <p:grpSpPr>
            <a:xfrm>
              <a:off x="10544762" y="1842788"/>
              <a:ext cx="224088" cy="182987"/>
              <a:chOff x="9250054" y="6147809"/>
              <a:chExt cx="224088" cy="182987"/>
            </a:xfrm>
          </p:grpSpPr>
          <p:sp>
            <p:nvSpPr>
              <p:cNvPr id="223" name="Freeform 114">
                <a:extLst>
                  <a:ext uri="{FF2B5EF4-FFF2-40B4-BE49-F238E27FC236}">
                    <a16:creationId xmlns:a16="http://schemas.microsoft.com/office/drawing/2014/main" id="{08451722-191F-4DFD-A3BA-D0D386D89C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5990" y="6147809"/>
                <a:ext cx="28152" cy="25337"/>
              </a:xfrm>
              <a:custGeom>
                <a:avLst/>
                <a:gdLst>
                  <a:gd name="T0" fmla="*/ 0 w 50"/>
                  <a:gd name="T1" fmla="*/ 0 h 45"/>
                  <a:gd name="T2" fmla="*/ 50 w 50"/>
                  <a:gd name="T3" fmla="*/ 0 h 45"/>
                  <a:gd name="T4" fmla="*/ 50 w 50"/>
                  <a:gd name="T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" h="45">
                    <a:moveTo>
                      <a:pt x="0" y="0"/>
                    </a:moveTo>
                    <a:lnTo>
                      <a:pt x="50" y="0"/>
                    </a:lnTo>
                    <a:lnTo>
                      <a:pt x="50" y="45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224" name="Freeform 115">
                <a:extLst>
                  <a:ext uri="{FF2B5EF4-FFF2-40B4-BE49-F238E27FC236}">
                    <a16:creationId xmlns:a16="http://schemas.microsoft.com/office/drawing/2014/main" id="{71AD84C0-D4C5-4E0B-AE39-89F4E2D3D2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0054" y="6147809"/>
                <a:ext cx="224088" cy="182987"/>
              </a:xfrm>
              <a:custGeom>
                <a:avLst/>
                <a:gdLst>
                  <a:gd name="T0" fmla="*/ 398 w 398"/>
                  <a:gd name="T1" fmla="*/ 262 h 325"/>
                  <a:gd name="T2" fmla="*/ 398 w 398"/>
                  <a:gd name="T3" fmla="*/ 325 h 325"/>
                  <a:gd name="T4" fmla="*/ 0 w 398"/>
                  <a:gd name="T5" fmla="*/ 325 h 325"/>
                  <a:gd name="T6" fmla="*/ 0 w 398"/>
                  <a:gd name="T7" fmla="*/ 0 h 325"/>
                  <a:gd name="T8" fmla="*/ 284 w 398"/>
                  <a:gd name="T9" fmla="*/ 0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8" h="325">
                    <a:moveTo>
                      <a:pt x="398" y="262"/>
                    </a:moveTo>
                    <a:lnTo>
                      <a:pt x="398" y="325"/>
                    </a:lnTo>
                    <a:lnTo>
                      <a:pt x="0" y="325"/>
                    </a:lnTo>
                    <a:lnTo>
                      <a:pt x="0" y="0"/>
                    </a:lnTo>
                    <a:lnTo>
                      <a:pt x="284" y="0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225" name="Line 116">
                <a:extLst>
                  <a:ext uri="{FF2B5EF4-FFF2-40B4-BE49-F238E27FC236}">
                    <a16:creationId xmlns:a16="http://schemas.microsoft.com/office/drawing/2014/main" id="{93BB525D-FB78-4FBA-948B-7B7FD05D0A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251180" y="6239584"/>
                <a:ext cx="97405" cy="0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226" name="Line 117">
                <a:extLst>
                  <a:ext uri="{FF2B5EF4-FFF2-40B4-BE49-F238E27FC236}">
                    <a16:creationId xmlns:a16="http://schemas.microsoft.com/office/drawing/2014/main" id="{0F9EDE81-33BB-431B-A875-581983FF8C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6211432"/>
                <a:ext cx="0" cy="56867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227" name="Line 118">
                <a:extLst>
                  <a:ext uri="{FF2B5EF4-FFF2-40B4-BE49-F238E27FC236}">
                    <a16:creationId xmlns:a16="http://schemas.microsoft.com/office/drawing/2014/main" id="{40AA13D6-910F-4EB2-89E7-D6DE8CE291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6147809"/>
                <a:ext cx="0" cy="34345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228" name="Line 119">
                <a:extLst>
                  <a:ext uri="{FF2B5EF4-FFF2-40B4-BE49-F238E27FC236}">
                    <a16:creationId xmlns:a16="http://schemas.microsoft.com/office/drawing/2014/main" id="{E0EA3F6D-8D58-4168-BBE3-12635B95FE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6300392"/>
                <a:ext cx="0" cy="30404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34CD93A5-A363-44B1-8897-4A350B69CDD0}"/>
                  </a:ext>
                </a:extLst>
              </p:cNvPr>
              <p:cNvCxnSpPr>
                <a:cxnSpLocks/>
                <a:stCxn id="223" idx="2"/>
                <a:endCxn id="224" idx="0"/>
              </p:cNvCxnSpPr>
              <p:nvPr/>
            </p:nvCxnSpPr>
            <p:spPr>
              <a:xfrm>
                <a:off x="9474142" y="6173146"/>
                <a:ext cx="0" cy="122179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cxnSp>
        </p:grpSp>
      </p:grpSp>
      <p:sp>
        <p:nvSpPr>
          <p:cNvPr id="111" name="Rectangle 17">
            <a:extLst>
              <a:ext uri="{FF2B5EF4-FFF2-40B4-BE49-F238E27FC236}">
                <a16:creationId xmlns:a16="http://schemas.microsoft.com/office/drawing/2014/main" id="{83CABE5F-6DD2-44C2-A0C7-D279BF5A7ADA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547688" y="2291371"/>
            <a:ext cx="2588281" cy="535531"/>
          </a:xfrm>
          <a:prstGeom prst="rect">
            <a:avLst/>
          </a:prstGeom>
          <a:solidFill>
            <a:srgbClr val="EBEFF3"/>
          </a:solidFill>
          <a:ln>
            <a:noFill/>
          </a:ln>
        </p:spPr>
        <p:txBody>
          <a:bodyPr vert="horz" lIns="72000" tIns="37806" rIns="37806" bIns="37806" rtlCol="0" anchor="ctr" anchorCtr="0">
            <a:noAutofit/>
          </a:bodyPr>
          <a:lstStyle>
            <a:lvl1pPr marL="0" lvl="0" indent="0" defTabSz="1299242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281042" lvl="1" indent="-278739" defTabSz="1299242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600" baseline="0">
                <a:latin typeface="+mn-lt"/>
              </a:defRPr>
            </a:lvl2pPr>
            <a:lvl3pPr marL="663443" lvl="2" indent="-380098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600" baseline="0">
                <a:latin typeface="+mn-lt"/>
              </a:defRPr>
            </a:lvl3pPr>
            <a:lvl4pPr marL="891502" lvl="3" indent="-225755" defTabSz="1299242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600" baseline="0">
                <a:latin typeface="+mn-lt"/>
              </a:defRPr>
            </a:lvl4pPr>
            <a:lvl5pPr marL="1088046" lvl="4" indent="-188897" defTabSz="1299242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600" baseline="0">
                <a:latin typeface="+mn-lt"/>
              </a:defRPr>
            </a:lvl5pPr>
            <a:lvl6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6pPr>
            <a:lvl7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7pPr>
            <a:lvl8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8pPr>
            <a:lvl9pPr marL="1088046" indent="-188897" defTabSz="1299242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baseline="0">
                <a:latin typeface="+mn-lt"/>
              </a:defRPr>
            </a:lvl9pPr>
          </a:lstStyle>
          <a:p>
            <a:r>
              <a:rPr lang="ru-RU" sz="1000" b="1" dirty="0"/>
              <a:t>Система распознавания </a:t>
            </a:r>
            <a:br>
              <a:rPr lang="ru-RU" sz="1000" b="1" dirty="0"/>
            </a:br>
            <a:r>
              <a:rPr lang="ru-RU" sz="1000" b="1" dirty="0"/>
              <a:t>и реагирования на шум</a:t>
            </a:r>
            <a:endParaRPr lang="en-US" sz="1000" b="1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B8136D9-911E-4C01-BF09-5ADD06A8EFFB}"/>
              </a:ext>
            </a:extLst>
          </p:cNvPr>
          <p:cNvSpPr txBox="1">
            <a:spLocks/>
          </p:cNvSpPr>
          <p:nvPr/>
        </p:nvSpPr>
        <p:spPr>
          <a:xfrm>
            <a:off x="3351682" y="2291371"/>
            <a:ext cx="6507071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000" dirty="0"/>
              <a:t>Система понимает, в какое время нельзя шуметь, распознает источник шума и отправляет информацию, если шум превышает норму. В случае ремонта граждане могут согласовать</a:t>
            </a:r>
            <a:br>
              <a:rPr lang="ru-RU" sz="1000" dirty="0"/>
            </a:br>
            <a:r>
              <a:rPr lang="ru-RU" sz="1000" dirty="0"/>
              <a:t>с соседями время проведения шумных работ в отведенные для этого часы</a:t>
            </a:r>
          </a:p>
        </p:txBody>
      </p: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C9B124C8-1D86-4F60-B8C2-24234F20E943}"/>
              </a:ext>
            </a:extLst>
          </p:cNvPr>
          <p:cNvGrpSpPr/>
          <p:nvPr/>
        </p:nvGrpSpPr>
        <p:grpSpPr>
          <a:xfrm>
            <a:off x="10278195" y="2403851"/>
            <a:ext cx="419847" cy="310571"/>
            <a:chOff x="8609927" y="1562831"/>
            <a:chExt cx="419847" cy="310571"/>
          </a:xfrm>
        </p:grpSpPr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48B64638-6934-48EF-90D7-B9163A760031}"/>
                </a:ext>
              </a:extLst>
            </p:cNvPr>
            <p:cNvSpPr/>
            <p:nvPr/>
          </p:nvSpPr>
          <p:spPr>
            <a:xfrm>
              <a:off x="8609927" y="1585836"/>
              <a:ext cx="149535" cy="149534"/>
            </a:xfrm>
            <a:custGeom>
              <a:avLst/>
              <a:gdLst>
                <a:gd name="connsiteX0" fmla="*/ 247650 w 495300"/>
                <a:gd name="connsiteY0" fmla="*/ 495300 h 495300"/>
                <a:gd name="connsiteX1" fmla="*/ 0 w 495300"/>
                <a:gd name="connsiteY1" fmla="*/ 247650 h 495300"/>
                <a:gd name="connsiteX2" fmla="*/ 247650 w 495300"/>
                <a:gd name="connsiteY2" fmla="*/ 0 h 495300"/>
                <a:gd name="connsiteX3" fmla="*/ 495300 w 495300"/>
                <a:gd name="connsiteY3" fmla="*/ 247650 h 495300"/>
                <a:gd name="connsiteX4" fmla="*/ 247650 w 495300"/>
                <a:gd name="connsiteY4" fmla="*/ 495300 h 495300"/>
                <a:gd name="connsiteX5" fmla="*/ 247650 w 495300"/>
                <a:gd name="connsiteY5" fmla="*/ 38100 h 495300"/>
                <a:gd name="connsiteX6" fmla="*/ 38100 w 495300"/>
                <a:gd name="connsiteY6" fmla="*/ 247650 h 495300"/>
                <a:gd name="connsiteX7" fmla="*/ 247650 w 495300"/>
                <a:gd name="connsiteY7" fmla="*/ 457200 h 495300"/>
                <a:gd name="connsiteX8" fmla="*/ 457200 w 495300"/>
                <a:gd name="connsiteY8" fmla="*/ 247650 h 495300"/>
                <a:gd name="connsiteX9" fmla="*/ 247650 w 495300"/>
                <a:gd name="connsiteY9" fmla="*/ 38100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5300" h="495300">
                  <a:moveTo>
                    <a:pt x="247650" y="495300"/>
                  </a:moveTo>
                  <a:cubicBezTo>
                    <a:pt x="111062" y="495300"/>
                    <a:pt x="0" y="384239"/>
                    <a:pt x="0" y="247650"/>
                  </a:cubicBezTo>
                  <a:cubicBezTo>
                    <a:pt x="0" y="111062"/>
                    <a:pt x="111062" y="0"/>
                    <a:pt x="247650" y="0"/>
                  </a:cubicBezTo>
                  <a:cubicBezTo>
                    <a:pt x="384239" y="0"/>
                    <a:pt x="495300" y="111062"/>
                    <a:pt x="495300" y="247650"/>
                  </a:cubicBezTo>
                  <a:cubicBezTo>
                    <a:pt x="495300" y="384239"/>
                    <a:pt x="384239" y="495300"/>
                    <a:pt x="247650" y="495300"/>
                  </a:cubicBezTo>
                  <a:close/>
                  <a:moveTo>
                    <a:pt x="247650" y="38100"/>
                  </a:moveTo>
                  <a:cubicBezTo>
                    <a:pt x="132112" y="38100"/>
                    <a:pt x="38100" y="132112"/>
                    <a:pt x="38100" y="247650"/>
                  </a:cubicBezTo>
                  <a:cubicBezTo>
                    <a:pt x="38100" y="363188"/>
                    <a:pt x="132112" y="457200"/>
                    <a:pt x="247650" y="457200"/>
                  </a:cubicBezTo>
                  <a:cubicBezTo>
                    <a:pt x="363188" y="457200"/>
                    <a:pt x="457200" y="363188"/>
                    <a:pt x="457200" y="247650"/>
                  </a:cubicBezTo>
                  <a:cubicBezTo>
                    <a:pt x="457200" y="132112"/>
                    <a:pt x="363188" y="38100"/>
                    <a:pt x="247650" y="381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E48C3DED-AFB6-4471-B7B9-1B9902AE9620}"/>
                </a:ext>
              </a:extLst>
            </p:cNvPr>
            <p:cNvSpPr/>
            <p:nvPr/>
          </p:nvSpPr>
          <p:spPr>
            <a:xfrm>
              <a:off x="8678943" y="1700863"/>
              <a:ext cx="11503" cy="172539"/>
            </a:xfrm>
            <a:custGeom>
              <a:avLst/>
              <a:gdLst>
                <a:gd name="connsiteX0" fmla="*/ 19050 w 38100"/>
                <a:gd name="connsiteY0" fmla="*/ 571500 h 571500"/>
                <a:gd name="connsiteX1" fmla="*/ 0 w 38100"/>
                <a:gd name="connsiteY1" fmla="*/ 552450 h 571500"/>
                <a:gd name="connsiteX2" fmla="*/ 0 w 38100"/>
                <a:gd name="connsiteY2" fmla="*/ 19050 h 571500"/>
                <a:gd name="connsiteX3" fmla="*/ 19050 w 38100"/>
                <a:gd name="connsiteY3" fmla="*/ 0 h 571500"/>
                <a:gd name="connsiteX4" fmla="*/ 38100 w 38100"/>
                <a:gd name="connsiteY4" fmla="*/ 19050 h 571500"/>
                <a:gd name="connsiteX5" fmla="*/ 38100 w 38100"/>
                <a:gd name="connsiteY5" fmla="*/ 552450 h 571500"/>
                <a:gd name="connsiteX6" fmla="*/ 19050 w 38100"/>
                <a:gd name="connsiteY6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571500">
                  <a:moveTo>
                    <a:pt x="19050" y="571500"/>
                  </a:moveTo>
                  <a:cubicBezTo>
                    <a:pt x="8477" y="571500"/>
                    <a:pt x="0" y="563023"/>
                    <a:pt x="0" y="552450"/>
                  </a:cubicBezTo>
                  <a:lnTo>
                    <a:pt x="0" y="19050"/>
                  </a:lnTo>
                  <a:cubicBezTo>
                    <a:pt x="0" y="8477"/>
                    <a:pt x="8477" y="0"/>
                    <a:pt x="19050" y="0"/>
                  </a:cubicBezTo>
                  <a:cubicBezTo>
                    <a:pt x="29623" y="0"/>
                    <a:pt x="38100" y="8477"/>
                    <a:pt x="38100" y="19050"/>
                  </a:cubicBezTo>
                  <a:lnTo>
                    <a:pt x="38100" y="552450"/>
                  </a:lnTo>
                  <a:cubicBezTo>
                    <a:pt x="38100" y="563023"/>
                    <a:pt x="29623" y="571500"/>
                    <a:pt x="19050" y="5715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1796C0F4-F51A-4E8A-912C-D986E7804933}"/>
                </a:ext>
              </a:extLst>
            </p:cNvPr>
            <p:cNvSpPr/>
            <p:nvPr/>
          </p:nvSpPr>
          <p:spPr>
            <a:xfrm>
              <a:off x="8655952" y="1677843"/>
              <a:ext cx="57513" cy="34522"/>
            </a:xfrm>
            <a:custGeom>
              <a:avLst/>
              <a:gdLst>
                <a:gd name="connsiteX0" fmla="*/ 95202 w 190499"/>
                <a:gd name="connsiteY0" fmla="*/ 114348 h 114347"/>
                <a:gd name="connsiteX1" fmla="*/ 81772 w 190499"/>
                <a:gd name="connsiteY1" fmla="*/ 108728 h 114347"/>
                <a:gd name="connsiteX2" fmla="*/ 5572 w 190499"/>
                <a:gd name="connsiteY2" fmla="*/ 32528 h 114347"/>
                <a:gd name="connsiteX3" fmla="*/ 5572 w 190499"/>
                <a:gd name="connsiteY3" fmla="*/ 5572 h 114347"/>
                <a:gd name="connsiteX4" fmla="*/ 32528 w 190499"/>
                <a:gd name="connsiteY4" fmla="*/ 5572 h 114347"/>
                <a:gd name="connsiteX5" fmla="*/ 95202 w 190499"/>
                <a:gd name="connsiteY5" fmla="*/ 68342 h 114347"/>
                <a:gd name="connsiteX6" fmla="*/ 157972 w 190499"/>
                <a:gd name="connsiteY6" fmla="*/ 5572 h 114347"/>
                <a:gd name="connsiteX7" fmla="*/ 184928 w 190499"/>
                <a:gd name="connsiteY7" fmla="*/ 5572 h 114347"/>
                <a:gd name="connsiteX8" fmla="*/ 184928 w 190499"/>
                <a:gd name="connsiteY8" fmla="*/ 32528 h 114347"/>
                <a:gd name="connsiteX9" fmla="*/ 108728 w 190499"/>
                <a:gd name="connsiteY9" fmla="*/ 108728 h 114347"/>
                <a:gd name="connsiteX10" fmla="*/ 95202 w 190499"/>
                <a:gd name="connsiteY10" fmla="*/ 114348 h 114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499" h="114347">
                  <a:moveTo>
                    <a:pt x="95202" y="114348"/>
                  </a:moveTo>
                  <a:cubicBezTo>
                    <a:pt x="90345" y="114348"/>
                    <a:pt x="85487" y="112443"/>
                    <a:pt x="81772" y="108728"/>
                  </a:cubicBezTo>
                  <a:lnTo>
                    <a:pt x="5572" y="32528"/>
                  </a:lnTo>
                  <a:cubicBezTo>
                    <a:pt x="-1857" y="25098"/>
                    <a:pt x="-1857" y="13002"/>
                    <a:pt x="5572" y="5572"/>
                  </a:cubicBezTo>
                  <a:cubicBezTo>
                    <a:pt x="13002" y="-1857"/>
                    <a:pt x="25098" y="-1857"/>
                    <a:pt x="32528" y="5572"/>
                  </a:cubicBezTo>
                  <a:lnTo>
                    <a:pt x="95202" y="68342"/>
                  </a:lnTo>
                  <a:lnTo>
                    <a:pt x="157972" y="5572"/>
                  </a:lnTo>
                  <a:cubicBezTo>
                    <a:pt x="165402" y="-1857"/>
                    <a:pt x="177498" y="-1857"/>
                    <a:pt x="184928" y="5572"/>
                  </a:cubicBezTo>
                  <a:cubicBezTo>
                    <a:pt x="192357" y="13002"/>
                    <a:pt x="192357" y="25098"/>
                    <a:pt x="184928" y="32528"/>
                  </a:cubicBezTo>
                  <a:lnTo>
                    <a:pt x="108728" y="108728"/>
                  </a:lnTo>
                  <a:cubicBezTo>
                    <a:pt x="104918" y="112443"/>
                    <a:pt x="100060" y="114348"/>
                    <a:pt x="95202" y="114348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DE162286-B6AE-4D95-9C5B-16AB51FCA20B}"/>
                </a:ext>
              </a:extLst>
            </p:cNvPr>
            <p:cNvSpPr/>
            <p:nvPr/>
          </p:nvSpPr>
          <p:spPr>
            <a:xfrm>
              <a:off x="8661689" y="1861899"/>
              <a:ext cx="368085" cy="11503"/>
            </a:xfrm>
            <a:custGeom>
              <a:avLst/>
              <a:gdLst>
                <a:gd name="connsiteX0" fmla="*/ 0 w 1219200"/>
                <a:gd name="connsiteY0" fmla="*/ 0 h 38100"/>
                <a:gd name="connsiteX1" fmla="*/ 1219200 w 1219200"/>
                <a:gd name="connsiteY1" fmla="*/ 0 h 38100"/>
                <a:gd name="connsiteX2" fmla="*/ 1219200 w 1219200"/>
                <a:gd name="connsiteY2" fmla="*/ 38100 h 38100"/>
                <a:gd name="connsiteX3" fmla="*/ 0 w 12192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" h="38100">
                  <a:moveTo>
                    <a:pt x="0" y="0"/>
                  </a:moveTo>
                  <a:lnTo>
                    <a:pt x="1219200" y="0"/>
                  </a:lnTo>
                  <a:lnTo>
                    <a:pt x="1219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1B685C54-30D7-48EF-9307-1C26E590A058}"/>
                </a:ext>
              </a:extLst>
            </p:cNvPr>
            <p:cNvSpPr/>
            <p:nvPr/>
          </p:nvSpPr>
          <p:spPr>
            <a:xfrm>
              <a:off x="8817003" y="1562831"/>
              <a:ext cx="57485" cy="34508"/>
            </a:xfrm>
            <a:custGeom>
              <a:avLst/>
              <a:gdLst>
                <a:gd name="connsiteX0" fmla="*/ 95156 w 190405"/>
                <a:gd name="connsiteY0" fmla="*/ 114300 h 114300"/>
                <a:gd name="connsiteX1" fmla="*/ 76106 w 190405"/>
                <a:gd name="connsiteY1" fmla="*/ 95536 h 114300"/>
                <a:gd name="connsiteX2" fmla="*/ 76106 w 190405"/>
                <a:gd name="connsiteY2" fmla="*/ 95536 h 114300"/>
                <a:gd name="connsiteX3" fmla="*/ 76106 w 190405"/>
                <a:gd name="connsiteY3" fmla="*/ 95536 h 114300"/>
                <a:gd name="connsiteX4" fmla="*/ 76106 w 190405"/>
                <a:gd name="connsiteY4" fmla="*/ 95536 h 114300"/>
                <a:gd name="connsiteX5" fmla="*/ 76106 w 190405"/>
                <a:gd name="connsiteY5" fmla="*/ 95441 h 114300"/>
                <a:gd name="connsiteX6" fmla="*/ 76106 w 190405"/>
                <a:gd name="connsiteY6" fmla="*/ 95345 h 114300"/>
                <a:gd name="connsiteX7" fmla="*/ 76106 w 190405"/>
                <a:gd name="connsiteY7" fmla="*/ 95345 h 114300"/>
                <a:gd name="connsiteX8" fmla="*/ 76106 w 190405"/>
                <a:gd name="connsiteY8" fmla="*/ 95250 h 114300"/>
                <a:gd name="connsiteX9" fmla="*/ 18860 w 190405"/>
                <a:gd name="connsiteY9" fmla="*/ 38100 h 114300"/>
                <a:gd name="connsiteX10" fmla="*/ 1 w 190405"/>
                <a:gd name="connsiteY10" fmla="*/ 18955 h 114300"/>
                <a:gd name="connsiteX11" fmla="*/ 18956 w 190405"/>
                <a:gd name="connsiteY11" fmla="*/ 0 h 114300"/>
                <a:gd name="connsiteX12" fmla="*/ 95441 w 190405"/>
                <a:gd name="connsiteY12" fmla="*/ 35243 h 114300"/>
                <a:gd name="connsiteX13" fmla="*/ 171356 w 190405"/>
                <a:gd name="connsiteY13" fmla="*/ 0 h 114300"/>
                <a:gd name="connsiteX14" fmla="*/ 190406 w 190405"/>
                <a:gd name="connsiteY14" fmla="*/ 19050 h 114300"/>
                <a:gd name="connsiteX15" fmla="*/ 171356 w 190405"/>
                <a:gd name="connsiteY15" fmla="*/ 38100 h 114300"/>
                <a:gd name="connsiteX16" fmla="*/ 114206 w 190405"/>
                <a:gd name="connsiteY16" fmla="*/ 95345 h 114300"/>
                <a:gd name="connsiteX17" fmla="*/ 95156 w 190405"/>
                <a:gd name="connsiteY17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0405" h="114300">
                  <a:moveTo>
                    <a:pt x="95156" y="114300"/>
                  </a:moveTo>
                  <a:cubicBezTo>
                    <a:pt x="84678" y="114300"/>
                    <a:pt x="76296" y="105918"/>
                    <a:pt x="76106" y="95536"/>
                  </a:cubicBezTo>
                  <a:cubicBezTo>
                    <a:pt x="76106" y="95536"/>
                    <a:pt x="76106" y="95536"/>
                    <a:pt x="76106" y="95536"/>
                  </a:cubicBezTo>
                  <a:lnTo>
                    <a:pt x="76106" y="95536"/>
                  </a:lnTo>
                  <a:lnTo>
                    <a:pt x="76106" y="95536"/>
                  </a:lnTo>
                  <a:cubicBezTo>
                    <a:pt x="76106" y="95536"/>
                    <a:pt x="76106" y="95441"/>
                    <a:pt x="76106" y="95441"/>
                  </a:cubicBezTo>
                  <a:cubicBezTo>
                    <a:pt x="76106" y="95441"/>
                    <a:pt x="76106" y="95441"/>
                    <a:pt x="76106" y="95345"/>
                  </a:cubicBezTo>
                  <a:lnTo>
                    <a:pt x="76106" y="95345"/>
                  </a:lnTo>
                  <a:cubicBezTo>
                    <a:pt x="76106" y="95345"/>
                    <a:pt x="76106" y="95345"/>
                    <a:pt x="76106" y="95250"/>
                  </a:cubicBezTo>
                  <a:cubicBezTo>
                    <a:pt x="76106" y="41434"/>
                    <a:pt x="28385" y="38195"/>
                    <a:pt x="18860" y="38100"/>
                  </a:cubicBezTo>
                  <a:cubicBezTo>
                    <a:pt x="8383" y="38005"/>
                    <a:pt x="-94" y="29432"/>
                    <a:pt x="1" y="18955"/>
                  </a:cubicBezTo>
                  <a:cubicBezTo>
                    <a:pt x="1" y="8477"/>
                    <a:pt x="8478" y="0"/>
                    <a:pt x="18956" y="0"/>
                  </a:cubicBezTo>
                  <a:cubicBezTo>
                    <a:pt x="40482" y="0"/>
                    <a:pt x="74391" y="8477"/>
                    <a:pt x="95441" y="35243"/>
                  </a:cubicBezTo>
                  <a:cubicBezTo>
                    <a:pt x="109824" y="15621"/>
                    <a:pt x="133637" y="0"/>
                    <a:pt x="171356" y="0"/>
                  </a:cubicBezTo>
                  <a:cubicBezTo>
                    <a:pt x="181928" y="0"/>
                    <a:pt x="190406" y="8573"/>
                    <a:pt x="190406" y="19050"/>
                  </a:cubicBezTo>
                  <a:cubicBezTo>
                    <a:pt x="190406" y="29528"/>
                    <a:pt x="181928" y="38100"/>
                    <a:pt x="171356" y="38100"/>
                  </a:cubicBezTo>
                  <a:cubicBezTo>
                    <a:pt x="117635" y="38100"/>
                    <a:pt x="114301" y="85725"/>
                    <a:pt x="114206" y="95345"/>
                  </a:cubicBezTo>
                  <a:cubicBezTo>
                    <a:pt x="114110" y="105823"/>
                    <a:pt x="105633" y="114300"/>
                    <a:pt x="95156" y="1143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373B8B-58CC-4D16-B586-55604037673C}"/>
                </a:ext>
              </a:extLst>
            </p:cNvPr>
            <p:cNvSpPr/>
            <p:nvPr/>
          </p:nvSpPr>
          <p:spPr>
            <a:xfrm>
              <a:off x="8863014" y="1585836"/>
              <a:ext cx="57485" cy="34508"/>
            </a:xfrm>
            <a:custGeom>
              <a:avLst/>
              <a:gdLst>
                <a:gd name="connsiteX0" fmla="*/ 95156 w 190405"/>
                <a:gd name="connsiteY0" fmla="*/ 114300 h 114300"/>
                <a:gd name="connsiteX1" fmla="*/ 76106 w 190405"/>
                <a:gd name="connsiteY1" fmla="*/ 95536 h 114300"/>
                <a:gd name="connsiteX2" fmla="*/ 76106 w 190405"/>
                <a:gd name="connsiteY2" fmla="*/ 95536 h 114300"/>
                <a:gd name="connsiteX3" fmla="*/ 76106 w 190405"/>
                <a:gd name="connsiteY3" fmla="*/ 95536 h 114300"/>
                <a:gd name="connsiteX4" fmla="*/ 76106 w 190405"/>
                <a:gd name="connsiteY4" fmla="*/ 95536 h 114300"/>
                <a:gd name="connsiteX5" fmla="*/ 76106 w 190405"/>
                <a:gd name="connsiteY5" fmla="*/ 95441 h 114300"/>
                <a:gd name="connsiteX6" fmla="*/ 76106 w 190405"/>
                <a:gd name="connsiteY6" fmla="*/ 95345 h 114300"/>
                <a:gd name="connsiteX7" fmla="*/ 76106 w 190405"/>
                <a:gd name="connsiteY7" fmla="*/ 95345 h 114300"/>
                <a:gd name="connsiteX8" fmla="*/ 76106 w 190405"/>
                <a:gd name="connsiteY8" fmla="*/ 95250 h 114300"/>
                <a:gd name="connsiteX9" fmla="*/ 18860 w 190405"/>
                <a:gd name="connsiteY9" fmla="*/ 38100 h 114300"/>
                <a:gd name="connsiteX10" fmla="*/ 1 w 190405"/>
                <a:gd name="connsiteY10" fmla="*/ 18955 h 114300"/>
                <a:gd name="connsiteX11" fmla="*/ 18956 w 190405"/>
                <a:gd name="connsiteY11" fmla="*/ 0 h 114300"/>
                <a:gd name="connsiteX12" fmla="*/ 95441 w 190405"/>
                <a:gd name="connsiteY12" fmla="*/ 35243 h 114300"/>
                <a:gd name="connsiteX13" fmla="*/ 171356 w 190405"/>
                <a:gd name="connsiteY13" fmla="*/ 0 h 114300"/>
                <a:gd name="connsiteX14" fmla="*/ 190406 w 190405"/>
                <a:gd name="connsiteY14" fmla="*/ 19050 h 114300"/>
                <a:gd name="connsiteX15" fmla="*/ 171356 w 190405"/>
                <a:gd name="connsiteY15" fmla="*/ 38100 h 114300"/>
                <a:gd name="connsiteX16" fmla="*/ 114206 w 190405"/>
                <a:gd name="connsiteY16" fmla="*/ 95345 h 114300"/>
                <a:gd name="connsiteX17" fmla="*/ 95156 w 190405"/>
                <a:gd name="connsiteY17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0405" h="114300">
                  <a:moveTo>
                    <a:pt x="95156" y="114300"/>
                  </a:moveTo>
                  <a:cubicBezTo>
                    <a:pt x="84678" y="114300"/>
                    <a:pt x="76296" y="105918"/>
                    <a:pt x="76106" y="95536"/>
                  </a:cubicBezTo>
                  <a:cubicBezTo>
                    <a:pt x="76106" y="95536"/>
                    <a:pt x="76106" y="95536"/>
                    <a:pt x="76106" y="95536"/>
                  </a:cubicBezTo>
                  <a:lnTo>
                    <a:pt x="76106" y="95536"/>
                  </a:lnTo>
                  <a:lnTo>
                    <a:pt x="76106" y="95536"/>
                  </a:lnTo>
                  <a:cubicBezTo>
                    <a:pt x="76106" y="95536"/>
                    <a:pt x="76106" y="95441"/>
                    <a:pt x="76106" y="95441"/>
                  </a:cubicBezTo>
                  <a:cubicBezTo>
                    <a:pt x="76106" y="95441"/>
                    <a:pt x="76106" y="95441"/>
                    <a:pt x="76106" y="95345"/>
                  </a:cubicBezTo>
                  <a:lnTo>
                    <a:pt x="76106" y="95345"/>
                  </a:lnTo>
                  <a:cubicBezTo>
                    <a:pt x="76106" y="95345"/>
                    <a:pt x="76106" y="95345"/>
                    <a:pt x="76106" y="95250"/>
                  </a:cubicBezTo>
                  <a:cubicBezTo>
                    <a:pt x="76106" y="41434"/>
                    <a:pt x="28385" y="38195"/>
                    <a:pt x="18860" y="38100"/>
                  </a:cubicBezTo>
                  <a:cubicBezTo>
                    <a:pt x="8383" y="38005"/>
                    <a:pt x="-94" y="29432"/>
                    <a:pt x="1" y="18955"/>
                  </a:cubicBezTo>
                  <a:cubicBezTo>
                    <a:pt x="1" y="8477"/>
                    <a:pt x="8478" y="0"/>
                    <a:pt x="18956" y="0"/>
                  </a:cubicBezTo>
                  <a:cubicBezTo>
                    <a:pt x="40482" y="0"/>
                    <a:pt x="74391" y="8477"/>
                    <a:pt x="95441" y="35243"/>
                  </a:cubicBezTo>
                  <a:cubicBezTo>
                    <a:pt x="109824" y="15621"/>
                    <a:pt x="133637" y="0"/>
                    <a:pt x="171356" y="0"/>
                  </a:cubicBezTo>
                  <a:cubicBezTo>
                    <a:pt x="181928" y="0"/>
                    <a:pt x="190406" y="8572"/>
                    <a:pt x="190406" y="19050"/>
                  </a:cubicBezTo>
                  <a:cubicBezTo>
                    <a:pt x="190406" y="29528"/>
                    <a:pt x="181928" y="38100"/>
                    <a:pt x="171356" y="38100"/>
                  </a:cubicBezTo>
                  <a:cubicBezTo>
                    <a:pt x="117635" y="38100"/>
                    <a:pt x="114301" y="85725"/>
                    <a:pt x="114206" y="95345"/>
                  </a:cubicBezTo>
                  <a:cubicBezTo>
                    <a:pt x="114110" y="105823"/>
                    <a:pt x="105633" y="114300"/>
                    <a:pt x="95156" y="1143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0DB64F85-B22E-4CF4-ACFD-16302EBBC324}"/>
                </a:ext>
              </a:extLst>
            </p:cNvPr>
            <p:cNvSpPr/>
            <p:nvPr/>
          </p:nvSpPr>
          <p:spPr>
            <a:xfrm>
              <a:off x="8793998" y="1608842"/>
              <a:ext cx="57485" cy="34508"/>
            </a:xfrm>
            <a:custGeom>
              <a:avLst/>
              <a:gdLst>
                <a:gd name="connsiteX0" fmla="*/ 95156 w 190405"/>
                <a:gd name="connsiteY0" fmla="*/ 114300 h 114300"/>
                <a:gd name="connsiteX1" fmla="*/ 76106 w 190405"/>
                <a:gd name="connsiteY1" fmla="*/ 95536 h 114300"/>
                <a:gd name="connsiteX2" fmla="*/ 76106 w 190405"/>
                <a:gd name="connsiteY2" fmla="*/ 95536 h 114300"/>
                <a:gd name="connsiteX3" fmla="*/ 76106 w 190405"/>
                <a:gd name="connsiteY3" fmla="*/ 95536 h 114300"/>
                <a:gd name="connsiteX4" fmla="*/ 76106 w 190405"/>
                <a:gd name="connsiteY4" fmla="*/ 95536 h 114300"/>
                <a:gd name="connsiteX5" fmla="*/ 76106 w 190405"/>
                <a:gd name="connsiteY5" fmla="*/ 95441 h 114300"/>
                <a:gd name="connsiteX6" fmla="*/ 76106 w 190405"/>
                <a:gd name="connsiteY6" fmla="*/ 95345 h 114300"/>
                <a:gd name="connsiteX7" fmla="*/ 76106 w 190405"/>
                <a:gd name="connsiteY7" fmla="*/ 95345 h 114300"/>
                <a:gd name="connsiteX8" fmla="*/ 76106 w 190405"/>
                <a:gd name="connsiteY8" fmla="*/ 95250 h 114300"/>
                <a:gd name="connsiteX9" fmla="*/ 18860 w 190405"/>
                <a:gd name="connsiteY9" fmla="*/ 38100 h 114300"/>
                <a:gd name="connsiteX10" fmla="*/ 1 w 190405"/>
                <a:gd name="connsiteY10" fmla="*/ 18955 h 114300"/>
                <a:gd name="connsiteX11" fmla="*/ 18956 w 190405"/>
                <a:gd name="connsiteY11" fmla="*/ 0 h 114300"/>
                <a:gd name="connsiteX12" fmla="*/ 95441 w 190405"/>
                <a:gd name="connsiteY12" fmla="*/ 35243 h 114300"/>
                <a:gd name="connsiteX13" fmla="*/ 171356 w 190405"/>
                <a:gd name="connsiteY13" fmla="*/ 0 h 114300"/>
                <a:gd name="connsiteX14" fmla="*/ 190406 w 190405"/>
                <a:gd name="connsiteY14" fmla="*/ 19050 h 114300"/>
                <a:gd name="connsiteX15" fmla="*/ 171356 w 190405"/>
                <a:gd name="connsiteY15" fmla="*/ 38100 h 114300"/>
                <a:gd name="connsiteX16" fmla="*/ 114206 w 190405"/>
                <a:gd name="connsiteY16" fmla="*/ 95345 h 114300"/>
                <a:gd name="connsiteX17" fmla="*/ 95156 w 190405"/>
                <a:gd name="connsiteY17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0405" h="114300">
                  <a:moveTo>
                    <a:pt x="95156" y="114300"/>
                  </a:moveTo>
                  <a:cubicBezTo>
                    <a:pt x="84678" y="114300"/>
                    <a:pt x="76296" y="105918"/>
                    <a:pt x="76106" y="95536"/>
                  </a:cubicBezTo>
                  <a:cubicBezTo>
                    <a:pt x="76106" y="95536"/>
                    <a:pt x="76106" y="95536"/>
                    <a:pt x="76106" y="95536"/>
                  </a:cubicBezTo>
                  <a:lnTo>
                    <a:pt x="76106" y="95536"/>
                  </a:lnTo>
                  <a:lnTo>
                    <a:pt x="76106" y="95536"/>
                  </a:lnTo>
                  <a:cubicBezTo>
                    <a:pt x="76106" y="95536"/>
                    <a:pt x="76106" y="95441"/>
                    <a:pt x="76106" y="95441"/>
                  </a:cubicBezTo>
                  <a:cubicBezTo>
                    <a:pt x="76106" y="95441"/>
                    <a:pt x="76106" y="95441"/>
                    <a:pt x="76106" y="95345"/>
                  </a:cubicBezTo>
                  <a:lnTo>
                    <a:pt x="76106" y="95345"/>
                  </a:lnTo>
                  <a:cubicBezTo>
                    <a:pt x="76106" y="95345"/>
                    <a:pt x="76106" y="95345"/>
                    <a:pt x="76106" y="95250"/>
                  </a:cubicBezTo>
                  <a:cubicBezTo>
                    <a:pt x="76106" y="41434"/>
                    <a:pt x="28385" y="38195"/>
                    <a:pt x="18860" y="38100"/>
                  </a:cubicBezTo>
                  <a:cubicBezTo>
                    <a:pt x="8383" y="38005"/>
                    <a:pt x="-94" y="29432"/>
                    <a:pt x="1" y="18955"/>
                  </a:cubicBezTo>
                  <a:cubicBezTo>
                    <a:pt x="1" y="8477"/>
                    <a:pt x="8478" y="0"/>
                    <a:pt x="18956" y="0"/>
                  </a:cubicBezTo>
                  <a:cubicBezTo>
                    <a:pt x="40482" y="0"/>
                    <a:pt x="74391" y="8477"/>
                    <a:pt x="95441" y="35243"/>
                  </a:cubicBezTo>
                  <a:cubicBezTo>
                    <a:pt x="109824" y="15621"/>
                    <a:pt x="133637" y="0"/>
                    <a:pt x="171356" y="0"/>
                  </a:cubicBezTo>
                  <a:cubicBezTo>
                    <a:pt x="181928" y="0"/>
                    <a:pt x="190406" y="8572"/>
                    <a:pt x="190406" y="19050"/>
                  </a:cubicBezTo>
                  <a:cubicBezTo>
                    <a:pt x="190406" y="29528"/>
                    <a:pt x="181928" y="38100"/>
                    <a:pt x="171356" y="38100"/>
                  </a:cubicBezTo>
                  <a:cubicBezTo>
                    <a:pt x="117635" y="38100"/>
                    <a:pt x="114301" y="85725"/>
                    <a:pt x="114206" y="95345"/>
                  </a:cubicBezTo>
                  <a:cubicBezTo>
                    <a:pt x="114110" y="105823"/>
                    <a:pt x="105633" y="114300"/>
                    <a:pt x="95156" y="1143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grpSp>
          <p:nvGrpSpPr>
            <p:cNvPr id="297" name="Graphic 112">
              <a:extLst>
                <a:ext uri="{FF2B5EF4-FFF2-40B4-BE49-F238E27FC236}">
                  <a16:creationId xmlns:a16="http://schemas.microsoft.com/office/drawing/2014/main" id="{0B8B9041-DBB1-4437-9F42-9FB65ADB6AF3}"/>
                </a:ext>
              </a:extLst>
            </p:cNvPr>
            <p:cNvGrpSpPr/>
            <p:nvPr/>
          </p:nvGrpSpPr>
          <p:grpSpPr>
            <a:xfrm>
              <a:off x="8721129" y="1723948"/>
              <a:ext cx="249205" cy="146665"/>
              <a:chOff x="5769006" y="3448315"/>
              <a:chExt cx="825436" cy="485795"/>
            </a:xfrm>
            <a:solidFill>
              <a:schemeClr val="accent3"/>
            </a:solidFill>
          </p:grpSpPr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8635AD8A-28FF-41F1-B62F-7B82FD61FA47}"/>
                  </a:ext>
                </a:extLst>
              </p:cNvPr>
              <p:cNvSpPr/>
              <p:nvPr/>
            </p:nvSpPr>
            <p:spPr>
              <a:xfrm>
                <a:off x="5932836" y="3448335"/>
                <a:ext cx="133540" cy="38100"/>
              </a:xfrm>
              <a:custGeom>
                <a:avLst/>
                <a:gdLst>
                  <a:gd name="connsiteX0" fmla="*/ 114491 w 133540"/>
                  <a:gd name="connsiteY0" fmla="*/ 38100 h 38100"/>
                  <a:gd name="connsiteX1" fmla="*/ 19050 w 133540"/>
                  <a:gd name="connsiteY1" fmla="*/ 38100 h 38100"/>
                  <a:gd name="connsiteX2" fmla="*/ 0 w 133540"/>
                  <a:gd name="connsiteY2" fmla="*/ 19050 h 38100"/>
                  <a:gd name="connsiteX3" fmla="*/ 19050 w 133540"/>
                  <a:gd name="connsiteY3" fmla="*/ 0 h 38100"/>
                  <a:gd name="connsiteX4" fmla="*/ 114491 w 133540"/>
                  <a:gd name="connsiteY4" fmla="*/ 0 h 38100"/>
                  <a:gd name="connsiteX5" fmla="*/ 133541 w 133540"/>
                  <a:gd name="connsiteY5" fmla="*/ 19050 h 38100"/>
                  <a:gd name="connsiteX6" fmla="*/ 114491 w 133540"/>
                  <a:gd name="connsiteY6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540" h="38100">
                    <a:moveTo>
                      <a:pt x="114491" y="38100"/>
                    </a:moveTo>
                    <a:lnTo>
                      <a:pt x="19050" y="38100"/>
                    </a:lnTo>
                    <a:cubicBezTo>
                      <a:pt x="8477" y="38100"/>
                      <a:pt x="0" y="29623"/>
                      <a:pt x="0" y="19050"/>
                    </a:cubicBezTo>
                    <a:cubicBezTo>
                      <a:pt x="0" y="8477"/>
                      <a:pt x="8477" y="0"/>
                      <a:pt x="19050" y="0"/>
                    </a:cubicBezTo>
                    <a:lnTo>
                      <a:pt x="114491" y="0"/>
                    </a:lnTo>
                    <a:cubicBezTo>
                      <a:pt x="125063" y="0"/>
                      <a:pt x="133541" y="8477"/>
                      <a:pt x="133541" y="19050"/>
                    </a:cubicBezTo>
                    <a:cubicBezTo>
                      <a:pt x="133541" y="29528"/>
                      <a:pt x="125063" y="38100"/>
                      <a:pt x="114491" y="38100"/>
                    </a:cubicBezTo>
                    <a:close/>
                  </a:path>
                </a:pathLst>
              </a:custGeom>
              <a:grpFill/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grpSp>
            <p:nvGrpSpPr>
              <p:cNvPr id="299" name="Graphic 112">
                <a:extLst>
                  <a:ext uri="{FF2B5EF4-FFF2-40B4-BE49-F238E27FC236}">
                    <a16:creationId xmlns:a16="http://schemas.microsoft.com/office/drawing/2014/main" id="{8E9466CC-02DC-42E6-A636-F6A4FF0831F6}"/>
                  </a:ext>
                </a:extLst>
              </p:cNvPr>
              <p:cNvGrpSpPr/>
              <p:nvPr/>
            </p:nvGrpSpPr>
            <p:grpSpPr>
              <a:xfrm>
                <a:off x="5769006" y="3448315"/>
                <a:ext cx="825436" cy="485795"/>
                <a:chOff x="5769006" y="3448315"/>
                <a:chExt cx="825436" cy="485795"/>
              </a:xfrm>
              <a:grpFill/>
            </p:grpSpPr>
            <p:sp>
              <p:nvSpPr>
                <p:cNvPr id="300" name="Freeform: Shape 299">
                  <a:extLst>
                    <a:ext uri="{FF2B5EF4-FFF2-40B4-BE49-F238E27FC236}">
                      <a16:creationId xmlns:a16="http://schemas.microsoft.com/office/drawing/2014/main" id="{8820BFE0-D3CE-4A70-860F-628E3865DF64}"/>
                    </a:ext>
                  </a:extLst>
                </p:cNvPr>
                <p:cNvSpPr/>
                <p:nvPr/>
              </p:nvSpPr>
              <p:spPr>
                <a:xfrm>
                  <a:off x="5912148" y="3538061"/>
                  <a:ext cx="431762" cy="252888"/>
                </a:xfrm>
                <a:custGeom>
                  <a:avLst/>
                  <a:gdLst>
                    <a:gd name="connsiteX0" fmla="*/ 269576 w 431762"/>
                    <a:gd name="connsiteY0" fmla="*/ 252889 h 252888"/>
                    <a:gd name="connsiteX1" fmla="*/ 19069 w 431762"/>
                    <a:gd name="connsiteY1" fmla="*/ 252889 h 252888"/>
                    <a:gd name="connsiteX2" fmla="*/ 2876 w 431762"/>
                    <a:gd name="connsiteY2" fmla="*/ 243840 h 252888"/>
                    <a:gd name="connsiteX3" fmla="*/ 2019 w 431762"/>
                    <a:gd name="connsiteY3" fmla="*/ 225266 h 252888"/>
                    <a:gd name="connsiteX4" fmla="*/ 109366 w 431762"/>
                    <a:gd name="connsiteY4" fmla="*/ 10573 h 252888"/>
                    <a:gd name="connsiteX5" fmla="*/ 126416 w 431762"/>
                    <a:gd name="connsiteY5" fmla="*/ 0 h 252888"/>
                    <a:gd name="connsiteX6" fmla="*/ 412737 w 431762"/>
                    <a:gd name="connsiteY6" fmla="*/ 0 h 252888"/>
                    <a:gd name="connsiteX7" fmla="*/ 429501 w 431762"/>
                    <a:gd name="connsiteY7" fmla="*/ 10097 h 252888"/>
                    <a:gd name="connsiteX8" fmla="*/ 428549 w 431762"/>
                    <a:gd name="connsiteY8" fmla="*/ 29623 h 252888"/>
                    <a:gd name="connsiteX9" fmla="*/ 285388 w 431762"/>
                    <a:gd name="connsiteY9" fmla="*/ 244412 h 252888"/>
                    <a:gd name="connsiteX10" fmla="*/ 269576 w 431762"/>
                    <a:gd name="connsiteY10" fmla="*/ 252889 h 252888"/>
                    <a:gd name="connsiteX11" fmla="*/ 49835 w 431762"/>
                    <a:gd name="connsiteY11" fmla="*/ 214789 h 252888"/>
                    <a:gd name="connsiteX12" fmla="*/ 259385 w 431762"/>
                    <a:gd name="connsiteY12" fmla="*/ 214789 h 252888"/>
                    <a:gd name="connsiteX13" fmla="*/ 377114 w 431762"/>
                    <a:gd name="connsiteY13" fmla="*/ 38195 h 252888"/>
                    <a:gd name="connsiteX14" fmla="*/ 138227 w 431762"/>
                    <a:gd name="connsiteY14" fmla="*/ 38195 h 252888"/>
                    <a:gd name="connsiteX15" fmla="*/ 49835 w 431762"/>
                    <a:gd name="connsiteY15" fmla="*/ 214789 h 2528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31762" h="252888">
                      <a:moveTo>
                        <a:pt x="269576" y="252889"/>
                      </a:moveTo>
                      <a:lnTo>
                        <a:pt x="19069" y="252889"/>
                      </a:lnTo>
                      <a:cubicBezTo>
                        <a:pt x="12497" y="252889"/>
                        <a:pt x="6305" y="249460"/>
                        <a:pt x="2876" y="243840"/>
                      </a:cubicBezTo>
                      <a:cubicBezTo>
                        <a:pt x="-648" y="238220"/>
                        <a:pt x="-934" y="231172"/>
                        <a:pt x="2019" y="225266"/>
                      </a:cubicBezTo>
                      <a:lnTo>
                        <a:pt x="109366" y="10573"/>
                      </a:lnTo>
                      <a:cubicBezTo>
                        <a:pt x="112604" y="4096"/>
                        <a:pt x="119177" y="0"/>
                        <a:pt x="126416" y="0"/>
                      </a:cubicBezTo>
                      <a:lnTo>
                        <a:pt x="412737" y="0"/>
                      </a:lnTo>
                      <a:cubicBezTo>
                        <a:pt x="419786" y="0"/>
                        <a:pt x="426263" y="3905"/>
                        <a:pt x="429501" y="10097"/>
                      </a:cubicBezTo>
                      <a:cubicBezTo>
                        <a:pt x="432835" y="16288"/>
                        <a:pt x="432454" y="23813"/>
                        <a:pt x="428549" y="29623"/>
                      </a:cubicBezTo>
                      <a:lnTo>
                        <a:pt x="285388" y="244412"/>
                      </a:lnTo>
                      <a:cubicBezTo>
                        <a:pt x="281864" y="249746"/>
                        <a:pt x="275958" y="252889"/>
                        <a:pt x="269576" y="252889"/>
                      </a:cubicBezTo>
                      <a:close/>
                      <a:moveTo>
                        <a:pt x="49835" y="214789"/>
                      </a:moveTo>
                      <a:lnTo>
                        <a:pt x="259385" y="214789"/>
                      </a:lnTo>
                      <a:lnTo>
                        <a:pt x="377114" y="38195"/>
                      </a:lnTo>
                      <a:lnTo>
                        <a:pt x="138227" y="38195"/>
                      </a:lnTo>
                      <a:lnTo>
                        <a:pt x="49835" y="214789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301" name="Freeform: Shape 300">
                  <a:extLst>
                    <a:ext uri="{FF2B5EF4-FFF2-40B4-BE49-F238E27FC236}">
                      <a16:creationId xmlns:a16="http://schemas.microsoft.com/office/drawing/2014/main" id="{A7598FF7-5A5D-43DA-9E54-CB6CAF404498}"/>
                    </a:ext>
                  </a:extLst>
                </p:cNvPr>
                <p:cNvSpPr/>
                <p:nvPr/>
              </p:nvSpPr>
              <p:spPr>
                <a:xfrm>
                  <a:off x="5968630" y="3448315"/>
                  <a:ext cx="232070" cy="342634"/>
                </a:xfrm>
                <a:custGeom>
                  <a:avLst/>
                  <a:gdLst>
                    <a:gd name="connsiteX0" fmla="*/ 213095 w 232070"/>
                    <a:gd name="connsiteY0" fmla="*/ 342635 h 342634"/>
                    <a:gd name="connsiteX1" fmla="*/ 196998 w 232070"/>
                    <a:gd name="connsiteY1" fmla="*/ 333777 h 342634"/>
                    <a:gd name="connsiteX2" fmla="*/ 2973 w 232070"/>
                    <a:gd name="connsiteY2" fmla="*/ 29262 h 342634"/>
                    <a:gd name="connsiteX3" fmla="*/ 8784 w 232070"/>
                    <a:gd name="connsiteY3" fmla="*/ 2973 h 342634"/>
                    <a:gd name="connsiteX4" fmla="*/ 35073 w 232070"/>
                    <a:gd name="connsiteY4" fmla="*/ 8784 h 342634"/>
                    <a:gd name="connsiteX5" fmla="*/ 229097 w 232070"/>
                    <a:gd name="connsiteY5" fmla="*/ 313298 h 342634"/>
                    <a:gd name="connsiteX6" fmla="*/ 223287 w 232070"/>
                    <a:gd name="connsiteY6" fmla="*/ 339587 h 342634"/>
                    <a:gd name="connsiteX7" fmla="*/ 213095 w 232070"/>
                    <a:gd name="connsiteY7" fmla="*/ 342635 h 342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32070" h="342634">
                      <a:moveTo>
                        <a:pt x="213095" y="342635"/>
                      </a:moveTo>
                      <a:cubicBezTo>
                        <a:pt x="206808" y="342635"/>
                        <a:pt x="200617" y="339492"/>
                        <a:pt x="196998" y="333777"/>
                      </a:cubicBezTo>
                      <a:lnTo>
                        <a:pt x="2973" y="29262"/>
                      </a:lnTo>
                      <a:cubicBezTo>
                        <a:pt x="-2646" y="20404"/>
                        <a:pt x="-75" y="8593"/>
                        <a:pt x="8784" y="2973"/>
                      </a:cubicBezTo>
                      <a:cubicBezTo>
                        <a:pt x="17642" y="-2646"/>
                        <a:pt x="29453" y="-75"/>
                        <a:pt x="35073" y="8784"/>
                      </a:cubicBezTo>
                      <a:lnTo>
                        <a:pt x="229097" y="313298"/>
                      </a:lnTo>
                      <a:cubicBezTo>
                        <a:pt x="234717" y="322156"/>
                        <a:pt x="232145" y="333967"/>
                        <a:pt x="223287" y="339587"/>
                      </a:cubicBezTo>
                      <a:cubicBezTo>
                        <a:pt x="220143" y="341682"/>
                        <a:pt x="216619" y="342635"/>
                        <a:pt x="213095" y="342635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302" name="Freeform: Shape 301">
                  <a:extLst>
                    <a:ext uri="{FF2B5EF4-FFF2-40B4-BE49-F238E27FC236}">
                      <a16:creationId xmlns:a16="http://schemas.microsoft.com/office/drawing/2014/main" id="{14D94B93-6163-4643-852C-FCEA3BB87844}"/>
                    </a:ext>
                  </a:extLst>
                </p:cNvPr>
                <p:cNvSpPr/>
                <p:nvPr/>
              </p:nvSpPr>
              <p:spPr>
                <a:xfrm>
                  <a:off x="6198489" y="3466528"/>
                  <a:ext cx="252882" cy="324421"/>
                </a:xfrm>
                <a:custGeom>
                  <a:avLst/>
                  <a:gdLst>
                    <a:gd name="connsiteX0" fmla="*/ 233744 w 252882"/>
                    <a:gd name="connsiteY0" fmla="*/ 324422 h 324421"/>
                    <a:gd name="connsiteX1" fmla="*/ 216694 w 252882"/>
                    <a:gd name="connsiteY1" fmla="*/ 313849 h 324421"/>
                    <a:gd name="connsiteX2" fmla="*/ 78867 w 252882"/>
                    <a:gd name="connsiteY2" fmla="*/ 38100 h 324421"/>
                    <a:gd name="connsiteX3" fmla="*/ 19050 w 252882"/>
                    <a:gd name="connsiteY3" fmla="*/ 38100 h 324421"/>
                    <a:gd name="connsiteX4" fmla="*/ 0 w 252882"/>
                    <a:gd name="connsiteY4" fmla="*/ 19050 h 324421"/>
                    <a:gd name="connsiteX5" fmla="*/ 19050 w 252882"/>
                    <a:gd name="connsiteY5" fmla="*/ 0 h 324421"/>
                    <a:gd name="connsiteX6" fmla="*/ 90678 w 252882"/>
                    <a:gd name="connsiteY6" fmla="*/ 0 h 324421"/>
                    <a:gd name="connsiteX7" fmla="*/ 107728 w 252882"/>
                    <a:gd name="connsiteY7" fmla="*/ 10573 h 324421"/>
                    <a:gd name="connsiteX8" fmla="*/ 250888 w 252882"/>
                    <a:gd name="connsiteY8" fmla="*/ 296894 h 324421"/>
                    <a:gd name="connsiteX9" fmla="*/ 242411 w 252882"/>
                    <a:gd name="connsiteY9" fmla="*/ 322421 h 324421"/>
                    <a:gd name="connsiteX10" fmla="*/ 233744 w 252882"/>
                    <a:gd name="connsiteY10" fmla="*/ 324422 h 324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52882" h="324421">
                      <a:moveTo>
                        <a:pt x="233744" y="324422"/>
                      </a:moveTo>
                      <a:cubicBezTo>
                        <a:pt x="226790" y="324422"/>
                        <a:pt x="220027" y="320612"/>
                        <a:pt x="216694" y="313849"/>
                      </a:cubicBezTo>
                      <a:lnTo>
                        <a:pt x="78867" y="38100"/>
                      </a:lnTo>
                      <a:lnTo>
                        <a:pt x="19050" y="38100"/>
                      </a:lnTo>
                      <a:cubicBezTo>
                        <a:pt x="8477" y="38100"/>
                        <a:pt x="0" y="29623"/>
                        <a:pt x="0" y="19050"/>
                      </a:cubicBezTo>
                      <a:cubicBezTo>
                        <a:pt x="0" y="8477"/>
                        <a:pt x="8477" y="0"/>
                        <a:pt x="19050" y="0"/>
                      </a:cubicBezTo>
                      <a:lnTo>
                        <a:pt x="90678" y="0"/>
                      </a:lnTo>
                      <a:cubicBezTo>
                        <a:pt x="97917" y="0"/>
                        <a:pt x="104489" y="4096"/>
                        <a:pt x="107728" y="10573"/>
                      </a:cubicBezTo>
                      <a:lnTo>
                        <a:pt x="250888" y="296894"/>
                      </a:lnTo>
                      <a:cubicBezTo>
                        <a:pt x="255556" y="306324"/>
                        <a:pt x="251746" y="317754"/>
                        <a:pt x="242411" y="322421"/>
                      </a:cubicBezTo>
                      <a:cubicBezTo>
                        <a:pt x="239554" y="323755"/>
                        <a:pt x="236696" y="324422"/>
                        <a:pt x="233744" y="324422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303" name="Freeform: Shape 302">
                  <a:extLst>
                    <a:ext uri="{FF2B5EF4-FFF2-40B4-BE49-F238E27FC236}">
                      <a16:creationId xmlns:a16="http://schemas.microsoft.com/office/drawing/2014/main" id="{5864C21D-720E-481E-8494-12D878BA7736}"/>
                    </a:ext>
                  </a:extLst>
                </p:cNvPr>
                <p:cNvSpPr/>
                <p:nvPr/>
              </p:nvSpPr>
              <p:spPr>
                <a:xfrm>
                  <a:off x="6377368" y="3717035"/>
                  <a:ext cx="109727" cy="109728"/>
                </a:xfrm>
                <a:custGeom>
                  <a:avLst/>
                  <a:gdLst>
                    <a:gd name="connsiteX0" fmla="*/ 54864 w 109727"/>
                    <a:gd name="connsiteY0" fmla="*/ 109728 h 109728"/>
                    <a:gd name="connsiteX1" fmla="*/ 0 w 109727"/>
                    <a:gd name="connsiteY1" fmla="*/ 54864 h 109728"/>
                    <a:gd name="connsiteX2" fmla="*/ 54864 w 109727"/>
                    <a:gd name="connsiteY2" fmla="*/ 0 h 109728"/>
                    <a:gd name="connsiteX3" fmla="*/ 109728 w 109727"/>
                    <a:gd name="connsiteY3" fmla="*/ 54864 h 109728"/>
                    <a:gd name="connsiteX4" fmla="*/ 54864 w 109727"/>
                    <a:gd name="connsiteY4" fmla="*/ 109728 h 109728"/>
                    <a:gd name="connsiteX5" fmla="*/ 54864 w 109727"/>
                    <a:gd name="connsiteY5" fmla="*/ 38100 h 109728"/>
                    <a:gd name="connsiteX6" fmla="*/ 38100 w 109727"/>
                    <a:gd name="connsiteY6" fmla="*/ 54864 h 109728"/>
                    <a:gd name="connsiteX7" fmla="*/ 54864 w 109727"/>
                    <a:gd name="connsiteY7" fmla="*/ 71628 h 109728"/>
                    <a:gd name="connsiteX8" fmla="*/ 71628 w 109727"/>
                    <a:gd name="connsiteY8" fmla="*/ 54864 h 109728"/>
                    <a:gd name="connsiteX9" fmla="*/ 54864 w 109727"/>
                    <a:gd name="connsiteY9" fmla="*/ 38100 h 109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9727" h="109728">
                      <a:moveTo>
                        <a:pt x="54864" y="109728"/>
                      </a:moveTo>
                      <a:cubicBezTo>
                        <a:pt x="24670" y="109728"/>
                        <a:pt x="0" y="85154"/>
                        <a:pt x="0" y="54864"/>
                      </a:cubicBezTo>
                      <a:cubicBezTo>
                        <a:pt x="0" y="24575"/>
                        <a:pt x="24575" y="0"/>
                        <a:pt x="54864" y="0"/>
                      </a:cubicBezTo>
                      <a:cubicBezTo>
                        <a:pt x="85154" y="0"/>
                        <a:pt x="109728" y="24575"/>
                        <a:pt x="109728" y="54864"/>
                      </a:cubicBezTo>
                      <a:cubicBezTo>
                        <a:pt x="109728" y="85154"/>
                        <a:pt x="85154" y="109728"/>
                        <a:pt x="54864" y="109728"/>
                      </a:cubicBezTo>
                      <a:close/>
                      <a:moveTo>
                        <a:pt x="54864" y="38100"/>
                      </a:moveTo>
                      <a:cubicBezTo>
                        <a:pt x="45625" y="38100"/>
                        <a:pt x="38100" y="45625"/>
                        <a:pt x="38100" y="54864"/>
                      </a:cubicBezTo>
                      <a:cubicBezTo>
                        <a:pt x="38100" y="64103"/>
                        <a:pt x="45625" y="71628"/>
                        <a:pt x="54864" y="71628"/>
                      </a:cubicBezTo>
                      <a:cubicBezTo>
                        <a:pt x="64103" y="71628"/>
                        <a:pt x="71628" y="64103"/>
                        <a:pt x="71628" y="54864"/>
                      </a:cubicBezTo>
                      <a:cubicBezTo>
                        <a:pt x="71628" y="45625"/>
                        <a:pt x="64103" y="38100"/>
                        <a:pt x="54864" y="381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304" name="Freeform: Shape 303">
                  <a:extLst>
                    <a:ext uri="{FF2B5EF4-FFF2-40B4-BE49-F238E27FC236}">
                      <a16:creationId xmlns:a16="http://schemas.microsoft.com/office/drawing/2014/main" id="{9052B19F-4E33-40DA-9026-F22C21DBF53D}"/>
                    </a:ext>
                  </a:extLst>
                </p:cNvPr>
                <p:cNvSpPr/>
                <p:nvPr/>
              </p:nvSpPr>
              <p:spPr>
                <a:xfrm>
                  <a:off x="5876353" y="3717035"/>
                  <a:ext cx="109728" cy="109728"/>
                </a:xfrm>
                <a:custGeom>
                  <a:avLst/>
                  <a:gdLst>
                    <a:gd name="connsiteX0" fmla="*/ 54864 w 109728"/>
                    <a:gd name="connsiteY0" fmla="*/ 109728 h 109728"/>
                    <a:gd name="connsiteX1" fmla="*/ 0 w 109728"/>
                    <a:gd name="connsiteY1" fmla="*/ 54864 h 109728"/>
                    <a:gd name="connsiteX2" fmla="*/ 54864 w 109728"/>
                    <a:gd name="connsiteY2" fmla="*/ 0 h 109728"/>
                    <a:gd name="connsiteX3" fmla="*/ 109728 w 109728"/>
                    <a:gd name="connsiteY3" fmla="*/ 54864 h 109728"/>
                    <a:gd name="connsiteX4" fmla="*/ 54864 w 109728"/>
                    <a:gd name="connsiteY4" fmla="*/ 109728 h 109728"/>
                    <a:gd name="connsiteX5" fmla="*/ 54864 w 109728"/>
                    <a:gd name="connsiteY5" fmla="*/ 38100 h 109728"/>
                    <a:gd name="connsiteX6" fmla="*/ 38100 w 109728"/>
                    <a:gd name="connsiteY6" fmla="*/ 54864 h 109728"/>
                    <a:gd name="connsiteX7" fmla="*/ 54864 w 109728"/>
                    <a:gd name="connsiteY7" fmla="*/ 71628 h 109728"/>
                    <a:gd name="connsiteX8" fmla="*/ 71628 w 109728"/>
                    <a:gd name="connsiteY8" fmla="*/ 54864 h 109728"/>
                    <a:gd name="connsiteX9" fmla="*/ 54864 w 109728"/>
                    <a:gd name="connsiteY9" fmla="*/ 38100 h 109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9728" h="109728">
                      <a:moveTo>
                        <a:pt x="54864" y="109728"/>
                      </a:moveTo>
                      <a:cubicBezTo>
                        <a:pt x="24575" y="109728"/>
                        <a:pt x="0" y="85154"/>
                        <a:pt x="0" y="54864"/>
                      </a:cubicBezTo>
                      <a:cubicBezTo>
                        <a:pt x="0" y="24575"/>
                        <a:pt x="24575" y="0"/>
                        <a:pt x="54864" y="0"/>
                      </a:cubicBezTo>
                      <a:cubicBezTo>
                        <a:pt x="85154" y="0"/>
                        <a:pt x="109728" y="24575"/>
                        <a:pt x="109728" y="54864"/>
                      </a:cubicBezTo>
                      <a:cubicBezTo>
                        <a:pt x="109728" y="85154"/>
                        <a:pt x="85058" y="109728"/>
                        <a:pt x="54864" y="109728"/>
                      </a:cubicBezTo>
                      <a:close/>
                      <a:moveTo>
                        <a:pt x="54864" y="38100"/>
                      </a:moveTo>
                      <a:cubicBezTo>
                        <a:pt x="45625" y="38100"/>
                        <a:pt x="38100" y="45625"/>
                        <a:pt x="38100" y="54864"/>
                      </a:cubicBezTo>
                      <a:cubicBezTo>
                        <a:pt x="38100" y="64103"/>
                        <a:pt x="45625" y="71628"/>
                        <a:pt x="54864" y="71628"/>
                      </a:cubicBezTo>
                      <a:cubicBezTo>
                        <a:pt x="64103" y="71628"/>
                        <a:pt x="71628" y="64103"/>
                        <a:pt x="71628" y="54864"/>
                      </a:cubicBezTo>
                      <a:cubicBezTo>
                        <a:pt x="71533" y="45625"/>
                        <a:pt x="64008" y="38100"/>
                        <a:pt x="54864" y="381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305" name="Freeform: Shape 304">
                  <a:extLst>
                    <a:ext uri="{FF2B5EF4-FFF2-40B4-BE49-F238E27FC236}">
                      <a16:creationId xmlns:a16="http://schemas.microsoft.com/office/drawing/2014/main" id="{8B41C85A-7544-4157-9572-DE8EDFA3BE1F}"/>
                    </a:ext>
                  </a:extLst>
                </p:cNvPr>
                <p:cNvSpPr/>
                <p:nvPr/>
              </p:nvSpPr>
              <p:spPr>
                <a:xfrm>
                  <a:off x="6270021" y="3609689"/>
                  <a:ext cx="324421" cy="324421"/>
                </a:xfrm>
                <a:custGeom>
                  <a:avLst/>
                  <a:gdLst>
                    <a:gd name="connsiteX0" fmla="*/ 162211 w 324421"/>
                    <a:gd name="connsiteY0" fmla="*/ 324421 h 324421"/>
                    <a:gd name="connsiteX1" fmla="*/ 0 w 324421"/>
                    <a:gd name="connsiteY1" fmla="*/ 162211 h 324421"/>
                    <a:gd name="connsiteX2" fmla="*/ 162211 w 324421"/>
                    <a:gd name="connsiteY2" fmla="*/ 0 h 324421"/>
                    <a:gd name="connsiteX3" fmla="*/ 324422 w 324421"/>
                    <a:gd name="connsiteY3" fmla="*/ 162211 h 324421"/>
                    <a:gd name="connsiteX4" fmla="*/ 162211 w 324421"/>
                    <a:gd name="connsiteY4" fmla="*/ 324421 h 324421"/>
                    <a:gd name="connsiteX5" fmla="*/ 162211 w 324421"/>
                    <a:gd name="connsiteY5" fmla="*/ 38100 h 324421"/>
                    <a:gd name="connsiteX6" fmla="*/ 38100 w 324421"/>
                    <a:gd name="connsiteY6" fmla="*/ 162211 h 324421"/>
                    <a:gd name="connsiteX7" fmla="*/ 162211 w 324421"/>
                    <a:gd name="connsiteY7" fmla="*/ 286321 h 324421"/>
                    <a:gd name="connsiteX8" fmla="*/ 286322 w 324421"/>
                    <a:gd name="connsiteY8" fmla="*/ 162211 h 324421"/>
                    <a:gd name="connsiteX9" fmla="*/ 162211 w 324421"/>
                    <a:gd name="connsiteY9" fmla="*/ 38100 h 324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24421" h="324421">
                      <a:moveTo>
                        <a:pt x="162211" y="324421"/>
                      </a:moveTo>
                      <a:cubicBezTo>
                        <a:pt x="72771" y="324421"/>
                        <a:pt x="0" y="251650"/>
                        <a:pt x="0" y="162211"/>
                      </a:cubicBezTo>
                      <a:cubicBezTo>
                        <a:pt x="0" y="72771"/>
                        <a:pt x="72771" y="0"/>
                        <a:pt x="162211" y="0"/>
                      </a:cubicBezTo>
                      <a:cubicBezTo>
                        <a:pt x="251651" y="0"/>
                        <a:pt x="324422" y="72771"/>
                        <a:pt x="324422" y="162211"/>
                      </a:cubicBezTo>
                      <a:cubicBezTo>
                        <a:pt x="324422" y="251650"/>
                        <a:pt x="251651" y="324421"/>
                        <a:pt x="162211" y="324421"/>
                      </a:cubicBezTo>
                      <a:close/>
                      <a:moveTo>
                        <a:pt x="162211" y="38100"/>
                      </a:moveTo>
                      <a:cubicBezTo>
                        <a:pt x="93821" y="38100"/>
                        <a:pt x="38100" y="93821"/>
                        <a:pt x="38100" y="162211"/>
                      </a:cubicBezTo>
                      <a:cubicBezTo>
                        <a:pt x="38100" y="230696"/>
                        <a:pt x="93821" y="286321"/>
                        <a:pt x="162211" y="286321"/>
                      </a:cubicBezTo>
                      <a:cubicBezTo>
                        <a:pt x="230600" y="286321"/>
                        <a:pt x="286322" y="230600"/>
                        <a:pt x="286322" y="162211"/>
                      </a:cubicBezTo>
                      <a:cubicBezTo>
                        <a:pt x="286322" y="93726"/>
                        <a:pt x="230696" y="38100"/>
                        <a:pt x="162211" y="381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306" name="Freeform: Shape 305">
                  <a:extLst>
                    <a:ext uri="{FF2B5EF4-FFF2-40B4-BE49-F238E27FC236}">
                      <a16:creationId xmlns:a16="http://schemas.microsoft.com/office/drawing/2014/main" id="{1ED662DC-4893-4D6F-9778-1D199847B73B}"/>
                    </a:ext>
                  </a:extLst>
                </p:cNvPr>
                <p:cNvSpPr/>
                <p:nvPr/>
              </p:nvSpPr>
              <p:spPr>
                <a:xfrm>
                  <a:off x="5769006" y="3609689"/>
                  <a:ext cx="324421" cy="324421"/>
                </a:xfrm>
                <a:custGeom>
                  <a:avLst/>
                  <a:gdLst>
                    <a:gd name="connsiteX0" fmla="*/ 162211 w 324421"/>
                    <a:gd name="connsiteY0" fmla="*/ 324421 h 324421"/>
                    <a:gd name="connsiteX1" fmla="*/ 0 w 324421"/>
                    <a:gd name="connsiteY1" fmla="*/ 162211 h 324421"/>
                    <a:gd name="connsiteX2" fmla="*/ 162211 w 324421"/>
                    <a:gd name="connsiteY2" fmla="*/ 0 h 324421"/>
                    <a:gd name="connsiteX3" fmla="*/ 324422 w 324421"/>
                    <a:gd name="connsiteY3" fmla="*/ 162211 h 324421"/>
                    <a:gd name="connsiteX4" fmla="*/ 162211 w 324421"/>
                    <a:gd name="connsiteY4" fmla="*/ 324421 h 324421"/>
                    <a:gd name="connsiteX5" fmla="*/ 162211 w 324421"/>
                    <a:gd name="connsiteY5" fmla="*/ 38100 h 324421"/>
                    <a:gd name="connsiteX6" fmla="*/ 38100 w 324421"/>
                    <a:gd name="connsiteY6" fmla="*/ 162211 h 324421"/>
                    <a:gd name="connsiteX7" fmla="*/ 162211 w 324421"/>
                    <a:gd name="connsiteY7" fmla="*/ 286321 h 324421"/>
                    <a:gd name="connsiteX8" fmla="*/ 286322 w 324421"/>
                    <a:gd name="connsiteY8" fmla="*/ 162211 h 324421"/>
                    <a:gd name="connsiteX9" fmla="*/ 162211 w 324421"/>
                    <a:gd name="connsiteY9" fmla="*/ 38100 h 324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24421" h="324421">
                      <a:moveTo>
                        <a:pt x="162211" y="324421"/>
                      </a:moveTo>
                      <a:cubicBezTo>
                        <a:pt x="72771" y="324421"/>
                        <a:pt x="0" y="251650"/>
                        <a:pt x="0" y="162211"/>
                      </a:cubicBezTo>
                      <a:cubicBezTo>
                        <a:pt x="0" y="72771"/>
                        <a:pt x="72676" y="0"/>
                        <a:pt x="162211" y="0"/>
                      </a:cubicBezTo>
                      <a:cubicBezTo>
                        <a:pt x="251650" y="0"/>
                        <a:pt x="324422" y="72771"/>
                        <a:pt x="324422" y="162211"/>
                      </a:cubicBezTo>
                      <a:cubicBezTo>
                        <a:pt x="324422" y="251650"/>
                        <a:pt x="251650" y="324421"/>
                        <a:pt x="162211" y="324421"/>
                      </a:cubicBezTo>
                      <a:close/>
                      <a:moveTo>
                        <a:pt x="162211" y="38100"/>
                      </a:moveTo>
                      <a:cubicBezTo>
                        <a:pt x="93726" y="38100"/>
                        <a:pt x="38100" y="93821"/>
                        <a:pt x="38100" y="162211"/>
                      </a:cubicBezTo>
                      <a:cubicBezTo>
                        <a:pt x="38100" y="230696"/>
                        <a:pt x="93821" y="286321"/>
                        <a:pt x="162211" y="286321"/>
                      </a:cubicBezTo>
                      <a:cubicBezTo>
                        <a:pt x="230696" y="286321"/>
                        <a:pt x="286322" y="230600"/>
                        <a:pt x="286322" y="162211"/>
                      </a:cubicBezTo>
                      <a:cubicBezTo>
                        <a:pt x="286322" y="93726"/>
                        <a:pt x="230600" y="38100"/>
                        <a:pt x="162211" y="381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</p:grpSp>
        </p:grp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1C76AF07-CC60-450B-806D-8A3B717D527A}"/>
              </a:ext>
            </a:extLst>
          </p:cNvPr>
          <p:cNvGrpSpPr/>
          <p:nvPr/>
        </p:nvGrpSpPr>
        <p:grpSpPr>
          <a:xfrm>
            <a:off x="10771941" y="2476992"/>
            <a:ext cx="263476" cy="225927"/>
            <a:chOff x="9230360" y="2173322"/>
            <a:chExt cx="263476" cy="225927"/>
          </a:xfrm>
        </p:grpSpPr>
        <p:sp>
          <p:nvSpPr>
            <p:cNvPr id="288" name="Freeform 125">
              <a:extLst>
                <a:ext uri="{FF2B5EF4-FFF2-40B4-BE49-F238E27FC236}">
                  <a16:creationId xmlns:a16="http://schemas.microsoft.com/office/drawing/2014/main" id="{435B534E-67BD-47F2-8DFB-E7EF8549254B}"/>
                </a:ext>
              </a:extLst>
            </p:cNvPr>
            <p:cNvSpPr>
              <a:spLocks/>
            </p:cNvSpPr>
            <p:nvPr/>
          </p:nvSpPr>
          <p:spPr bwMode="auto">
            <a:xfrm>
              <a:off x="9269818" y="2212780"/>
              <a:ext cx="183288" cy="186469"/>
            </a:xfrm>
            <a:custGeom>
              <a:avLst/>
              <a:gdLst>
                <a:gd name="T0" fmla="*/ 288 w 288"/>
                <a:gd name="T1" fmla="*/ 129 h 293"/>
                <a:gd name="T2" fmla="*/ 145 w 288"/>
                <a:gd name="T3" fmla="*/ 0 h 293"/>
                <a:gd name="T4" fmla="*/ 145 w 288"/>
                <a:gd name="T5" fmla="*/ 0 h 293"/>
                <a:gd name="T6" fmla="*/ 145 w 288"/>
                <a:gd name="T7" fmla="*/ 0 h 293"/>
                <a:gd name="T8" fmla="*/ 145 w 288"/>
                <a:gd name="T9" fmla="*/ 0 h 293"/>
                <a:gd name="T10" fmla="*/ 0 w 288"/>
                <a:gd name="T11" fmla="*/ 129 h 293"/>
                <a:gd name="T12" fmla="*/ 0 w 288"/>
                <a:gd name="T13" fmla="*/ 293 h 293"/>
                <a:gd name="T14" fmla="*/ 107 w 288"/>
                <a:gd name="T15" fmla="*/ 293 h 293"/>
                <a:gd name="T16" fmla="*/ 107 w 288"/>
                <a:gd name="T17" fmla="*/ 198 h 293"/>
                <a:gd name="T18" fmla="*/ 180 w 288"/>
                <a:gd name="T19" fmla="*/ 198 h 293"/>
                <a:gd name="T20" fmla="*/ 180 w 288"/>
                <a:gd name="T21" fmla="*/ 293 h 293"/>
                <a:gd name="T22" fmla="*/ 288 w 288"/>
                <a:gd name="T23" fmla="*/ 293 h 293"/>
                <a:gd name="T24" fmla="*/ 288 w 288"/>
                <a:gd name="T25" fmla="*/ 129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" h="293">
                  <a:moveTo>
                    <a:pt x="288" y="129"/>
                  </a:move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0" y="129"/>
                  </a:lnTo>
                  <a:lnTo>
                    <a:pt x="0" y="293"/>
                  </a:lnTo>
                  <a:lnTo>
                    <a:pt x="107" y="293"/>
                  </a:lnTo>
                  <a:lnTo>
                    <a:pt x="107" y="198"/>
                  </a:lnTo>
                  <a:lnTo>
                    <a:pt x="180" y="198"/>
                  </a:lnTo>
                  <a:lnTo>
                    <a:pt x="180" y="293"/>
                  </a:lnTo>
                  <a:lnTo>
                    <a:pt x="288" y="293"/>
                  </a:lnTo>
                  <a:lnTo>
                    <a:pt x="288" y="129"/>
                  </a:lnTo>
                  <a:close/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289" name="Freeform 126">
              <a:extLst>
                <a:ext uri="{FF2B5EF4-FFF2-40B4-BE49-F238E27FC236}">
                  <a16:creationId xmlns:a16="http://schemas.microsoft.com/office/drawing/2014/main" id="{31FEF7AF-4390-445A-BD9B-4D74311A60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0360" y="2173322"/>
              <a:ext cx="263476" cy="114554"/>
            </a:xfrm>
            <a:custGeom>
              <a:avLst/>
              <a:gdLst>
                <a:gd name="T0" fmla="*/ 414 w 414"/>
                <a:gd name="T1" fmla="*/ 180 h 180"/>
                <a:gd name="T2" fmla="*/ 207 w 414"/>
                <a:gd name="T3" fmla="*/ 0 h 180"/>
                <a:gd name="T4" fmla="*/ 109 w 414"/>
                <a:gd name="T5" fmla="*/ 84 h 180"/>
                <a:gd name="T6" fmla="*/ 109 w 414"/>
                <a:gd name="T7" fmla="*/ 30 h 180"/>
                <a:gd name="T8" fmla="*/ 64 w 414"/>
                <a:gd name="T9" fmla="*/ 30 h 180"/>
                <a:gd name="T10" fmla="*/ 64 w 414"/>
                <a:gd name="T11" fmla="*/ 123 h 180"/>
                <a:gd name="T12" fmla="*/ 0 w 414"/>
                <a:gd name="T13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4" h="180">
                  <a:moveTo>
                    <a:pt x="414" y="180"/>
                  </a:moveTo>
                  <a:lnTo>
                    <a:pt x="207" y="0"/>
                  </a:lnTo>
                  <a:lnTo>
                    <a:pt x="109" y="84"/>
                  </a:lnTo>
                  <a:lnTo>
                    <a:pt x="109" y="30"/>
                  </a:lnTo>
                  <a:lnTo>
                    <a:pt x="64" y="30"/>
                  </a:lnTo>
                  <a:lnTo>
                    <a:pt x="64" y="123"/>
                  </a:lnTo>
                  <a:lnTo>
                    <a:pt x="0" y="180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7FB215-AAB6-4308-AB7D-97610D648887}"/>
              </a:ext>
            </a:extLst>
          </p:cNvPr>
          <p:cNvGrpSpPr/>
          <p:nvPr/>
        </p:nvGrpSpPr>
        <p:grpSpPr>
          <a:xfrm>
            <a:off x="547688" y="2885746"/>
            <a:ext cx="10221162" cy="535531"/>
            <a:chOff x="547688" y="2953930"/>
            <a:chExt cx="10221162" cy="535531"/>
          </a:xfrm>
        </p:grpSpPr>
        <p:sp>
          <p:nvSpPr>
            <p:cNvPr id="57" name="Rectangle 17">
              <a:extLst>
                <a:ext uri="{FF2B5EF4-FFF2-40B4-BE49-F238E27FC236}">
                  <a16:creationId xmlns:a16="http://schemas.microsoft.com/office/drawing/2014/main" id="{13269A38-8617-44C6-940D-72DD1FF4C304}"/>
                </a:ext>
              </a:extLst>
            </p:cNvPr>
            <p:cNvSpPr txBox="1">
              <a:spLocks/>
            </p:cNvSpPr>
            <p:nvPr>
              <p:custDataLst>
                <p:tags r:id="rId10"/>
              </p:custDataLst>
            </p:nvPr>
          </p:nvSpPr>
          <p:spPr>
            <a:xfrm>
              <a:off x="547688" y="2953930"/>
              <a:ext cx="2588281" cy="535531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txBody>
            <a:bodyPr vert="horz" lIns="72000" tIns="37806" rIns="37806" bIns="37806" rtlCol="0" anchor="ctr" anchorCtr="0">
              <a:noAutofit/>
            </a:bodyPr>
            <a:lstStyle>
              <a:lvl1pPr marL="0" lvl="0" indent="0" defTabSz="1299242" eaLnBrk="1" latinLnBrk="0" hangingPunct="1">
                <a:buClr>
                  <a:schemeClr val="tx2"/>
                </a:buClr>
                <a:buSzPct val="100000"/>
                <a:defRPr lang="x-none" sz="1600" baseline="0">
                  <a:latin typeface="+mn-lt"/>
                </a:defRPr>
              </a:lvl1pPr>
              <a:lvl2pPr marL="281042" lvl="1" indent="-278739" defTabSz="1299242" eaLnBrk="1" latinLnBrk="0" hangingPunct="1">
                <a:buClr>
                  <a:schemeClr val="tx2"/>
                </a:buClr>
                <a:buSzPct val="125000"/>
                <a:buFont typeface="Arial" charset="0"/>
                <a:buChar char="▪"/>
                <a:defRPr lang="x-none" sz="1600" baseline="0">
                  <a:latin typeface="+mn-lt"/>
                </a:defRPr>
              </a:lvl2pPr>
              <a:lvl3pPr marL="663443" lvl="2" indent="-380098" defTabSz="1299242" eaLnBrk="1" latinLnBrk="0" hangingPunct="1">
                <a:buClr>
                  <a:schemeClr val="tx2"/>
                </a:buClr>
                <a:buSzPct val="120000"/>
                <a:buFont typeface="Arial" charset="0"/>
                <a:buChar char="–"/>
                <a:defRPr lang="x-none" sz="1600" baseline="0">
                  <a:latin typeface="+mn-lt"/>
                </a:defRPr>
              </a:lvl3pPr>
              <a:lvl4pPr marL="891502" lvl="3" indent="-225755" defTabSz="1299242" eaLnBrk="1" latinLnBrk="0" hangingPunct="1">
                <a:buClr>
                  <a:schemeClr val="tx2"/>
                </a:buClr>
                <a:buSzPct val="120000"/>
                <a:buFont typeface="Arial" charset="0"/>
                <a:buChar char="▫"/>
                <a:defRPr lang="x-none" sz="1600" baseline="0">
                  <a:latin typeface="+mn-lt"/>
                </a:defRPr>
              </a:lvl4pPr>
              <a:lvl5pPr marL="1088046" lvl="4" indent="-188897" defTabSz="1299242" eaLnBrk="1" latinLnBrk="0" hangingPunct="1">
                <a:buClr>
                  <a:schemeClr val="tx2"/>
                </a:buClr>
                <a:buSzPct val="89000"/>
                <a:buFont typeface="Arial" charset="0"/>
                <a:buChar char="-"/>
                <a:defRPr lang="x-none" sz="1600" baseline="0">
                  <a:latin typeface="+mn-lt"/>
                </a:defRPr>
              </a:lvl5pPr>
              <a:lvl6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6pPr>
              <a:lvl7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7pPr>
              <a:lvl8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8pPr>
              <a:lvl9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baseline="0">
                  <a:latin typeface="+mn-lt"/>
                </a:defRPr>
              </a:lvl9pPr>
            </a:lstStyle>
            <a:p>
              <a:r>
                <a:rPr lang="ru-RU" sz="1000" b="1" dirty="0">
                  <a:solidFill>
                    <a:schemeClr val="bg1"/>
                  </a:solidFill>
                </a:rPr>
                <a:t>Интернет-телевидение 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0890076-3835-41BC-B494-0A8D44FD767B}"/>
                </a:ext>
              </a:extLst>
            </p:cNvPr>
            <p:cNvSpPr txBox="1">
              <a:spLocks/>
            </p:cNvSpPr>
            <p:nvPr/>
          </p:nvSpPr>
          <p:spPr>
            <a:xfrm>
              <a:off x="3351682" y="2953930"/>
              <a:ext cx="6507071" cy="46166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000" dirty="0"/>
                <a:t>Благодаря подключению к интернету, телевизор, помимо обычных телеканалов, может транслировать стриминговые сервисы, игровой контент и многое другое. Телевизор анализирует предпочтения и подбирает на их основе новые фильмы и сериалы</a:t>
              </a:r>
            </a:p>
          </p:txBody>
        </p:sp>
        <p:grpSp>
          <p:nvGrpSpPr>
            <p:cNvPr id="310" name="Group 309">
              <a:extLst>
                <a:ext uri="{FF2B5EF4-FFF2-40B4-BE49-F238E27FC236}">
                  <a16:creationId xmlns:a16="http://schemas.microsoft.com/office/drawing/2014/main" id="{2566F573-2B57-4293-9A2F-B85A7AD4C405}"/>
                </a:ext>
              </a:extLst>
            </p:cNvPr>
            <p:cNvGrpSpPr/>
            <p:nvPr/>
          </p:nvGrpSpPr>
          <p:grpSpPr>
            <a:xfrm>
              <a:off x="10544762" y="3130202"/>
              <a:ext cx="224088" cy="182987"/>
              <a:chOff x="9250054" y="6147809"/>
              <a:chExt cx="224088" cy="182987"/>
            </a:xfrm>
          </p:grpSpPr>
          <p:sp>
            <p:nvSpPr>
              <p:cNvPr id="311" name="Freeform 114">
                <a:extLst>
                  <a:ext uri="{FF2B5EF4-FFF2-40B4-BE49-F238E27FC236}">
                    <a16:creationId xmlns:a16="http://schemas.microsoft.com/office/drawing/2014/main" id="{7210114A-6C68-490D-9A8F-94CA69050A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5990" y="6147809"/>
                <a:ext cx="28152" cy="25337"/>
              </a:xfrm>
              <a:custGeom>
                <a:avLst/>
                <a:gdLst>
                  <a:gd name="T0" fmla="*/ 0 w 50"/>
                  <a:gd name="T1" fmla="*/ 0 h 45"/>
                  <a:gd name="T2" fmla="*/ 50 w 50"/>
                  <a:gd name="T3" fmla="*/ 0 h 45"/>
                  <a:gd name="T4" fmla="*/ 50 w 50"/>
                  <a:gd name="T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" h="45">
                    <a:moveTo>
                      <a:pt x="0" y="0"/>
                    </a:moveTo>
                    <a:lnTo>
                      <a:pt x="50" y="0"/>
                    </a:lnTo>
                    <a:lnTo>
                      <a:pt x="50" y="45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312" name="Freeform 115">
                <a:extLst>
                  <a:ext uri="{FF2B5EF4-FFF2-40B4-BE49-F238E27FC236}">
                    <a16:creationId xmlns:a16="http://schemas.microsoft.com/office/drawing/2014/main" id="{888B75BC-482F-4350-8AC1-8E58DD9682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0054" y="6147809"/>
                <a:ext cx="224088" cy="182987"/>
              </a:xfrm>
              <a:custGeom>
                <a:avLst/>
                <a:gdLst>
                  <a:gd name="T0" fmla="*/ 398 w 398"/>
                  <a:gd name="T1" fmla="*/ 262 h 325"/>
                  <a:gd name="T2" fmla="*/ 398 w 398"/>
                  <a:gd name="T3" fmla="*/ 325 h 325"/>
                  <a:gd name="T4" fmla="*/ 0 w 398"/>
                  <a:gd name="T5" fmla="*/ 325 h 325"/>
                  <a:gd name="T6" fmla="*/ 0 w 398"/>
                  <a:gd name="T7" fmla="*/ 0 h 325"/>
                  <a:gd name="T8" fmla="*/ 284 w 398"/>
                  <a:gd name="T9" fmla="*/ 0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8" h="325">
                    <a:moveTo>
                      <a:pt x="398" y="262"/>
                    </a:moveTo>
                    <a:lnTo>
                      <a:pt x="398" y="325"/>
                    </a:lnTo>
                    <a:lnTo>
                      <a:pt x="0" y="325"/>
                    </a:lnTo>
                    <a:lnTo>
                      <a:pt x="0" y="0"/>
                    </a:lnTo>
                    <a:lnTo>
                      <a:pt x="284" y="0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313" name="Line 116">
                <a:extLst>
                  <a:ext uri="{FF2B5EF4-FFF2-40B4-BE49-F238E27FC236}">
                    <a16:creationId xmlns:a16="http://schemas.microsoft.com/office/drawing/2014/main" id="{396FDF98-658A-4F3A-98E2-FC01E9AACE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251180" y="6239584"/>
                <a:ext cx="97405" cy="0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314" name="Line 117">
                <a:extLst>
                  <a:ext uri="{FF2B5EF4-FFF2-40B4-BE49-F238E27FC236}">
                    <a16:creationId xmlns:a16="http://schemas.microsoft.com/office/drawing/2014/main" id="{F3ECBFBE-59C5-436F-BCF8-3047E7A973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6211432"/>
                <a:ext cx="0" cy="56867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315" name="Line 118">
                <a:extLst>
                  <a:ext uri="{FF2B5EF4-FFF2-40B4-BE49-F238E27FC236}">
                    <a16:creationId xmlns:a16="http://schemas.microsoft.com/office/drawing/2014/main" id="{38424B35-F693-459B-AF40-FE1EA27C74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6147809"/>
                <a:ext cx="0" cy="34345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316" name="Line 119">
                <a:extLst>
                  <a:ext uri="{FF2B5EF4-FFF2-40B4-BE49-F238E27FC236}">
                    <a16:creationId xmlns:a16="http://schemas.microsoft.com/office/drawing/2014/main" id="{A8720645-F69A-47B7-BA2B-CE353F1AFC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6300392"/>
                <a:ext cx="0" cy="30404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cxnSp>
            <p:nvCxnSpPr>
              <p:cNvPr id="317" name="Straight Connector 316">
                <a:extLst>
                  <a:ext uri="{FF2B5EF4-FFF2-40B4-BE49-F238E27FC236}">
                    <a16:creationId xmlns:a16="http://schemas.microsoft.com/office/drawing/2014/main" id="{4FB810CC-65FA-400B-A21F-A34AB34259F0}"/>
                  </a:ext>
                </a:extLst>
              </p:cNvPr>
              <p:cNvCxnSpPr>
                <a:cxnSpLocks/>
                <a:stCxn id="311" idx="2"/>
                <a:endCxn id="312" idx="0"/>
              </p:cNvCxnSpPr>
              <p:nvPr/>
            </p:nvCxnSpPr>
            <p:spPr>
              <a:xfrm>
                <a:off x="9474142" y="6173146"/>
                <a:ext cx="0" cy="122179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cxn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DA8B05B-A10A-42EC-9AFC-FB4305880A3C}"/>
              </a:ext>
            </a:extLst>
          </p:cNvPr>
          <p:cNvGrpSpPr/>
          <p:nvPr/>
        </p:nvGrpSpPr>
        <p:grpSpPr>
          <a:xfrm>
            <a:off x="547688" y="3510601"/>
            <a:ext cx="10221162" cy="535531"/>
            <a:chOff x="547688" y="3597637"/>
            <a:chExt cx="10221162" cy="535531"/>
          </a:xfrm>
        </p:grpSpPr>
        <p:sp>
          <p:nvSpPr>
            <p:cNvPr id="59" name="Rectangle 17">
              <a:extLst>
                <a:ext uri="{FF2B5EF4-FFF2-40B4-BE49-F238E27FC236}">
                  <a16:creationId xmlns:a16="http://schemas.microsoft.com/office/drawing/2014/main" id="{C72F3481-7195-4F51-BCDF-2E40ED7BBD41}"/>
                </a:ext>
              </a:extLst>
            </p:cNvPr>
            <p:cNvSpPr txBox="1">
              <a:spLocks/>
            </p:cNvSpPr>
            <p:nvPr>
              <p:custDataLst>
                <p:tags r:id="rId9"/>
              </p:custDataLst>
            </p:nvPr>
          </p:nvSpPr>
          <p:spPr>
            <a:xfrm>
              <a:off x="547688" y="3597637"/>
              <a:ext cx="2588281" cy="535531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txBody>
            <a:bodyPr vert="horz" lIns="72000" tIns="37806" rIns="37806" bIns="37806" rtlCol="0" anchor="ctr" anchorCtr="0">
              <a:noAutofit/>
            </a:bodyPr>
            <a:lstStyle>
              <a:defPPr>
                <a:defRPr lang="en-US"/>
              </a:defPPr>
              <a:lvl1pPr lvl="0" indent="0" defTabSz="1299242">
                <a:buClr>
                  <a:schemeClr val="tx2"/>
                </a:buClr>
                <a:buSzPct val="100000"/>
                <a:defRPr sz="1000" b="1" baseline="0">
                  <a:solidFill>
                    <a:schemeClr val="tx2"/>
                  </a:solidFill>
                </a:defRPr>
              </a:lvl1pPr>
              <a:lvl2pPr marL="281042" lvl="1" indent="-278739" defTabSz="1299242">
                <a:buClr>
                  <a:schemeClr val="tx2"/>
                </a:buClr>
                <a:buSzPct val="125000"/>
                <a:buFont typeface="Arial" charset="0"/>
                <a:buChar char="▪"/>
                <a:defRPr sz="1600" baseline="0"/>
              </a:lvl2pPr>
              <a:lvl3pPr marL="663443" lvl="2" indent="-380098" defTabSz="1299242">
                <a:buClr>
                  <a:schemeClr val="tx2"/>
                </a:buClr>
                <a:buSzPct val="120000"/>
                <a:buFont typeface="Arial" charset="0"/>
                <a:buChar char="–"/>
                <a:defRPr sz="1600" baseline="0"/>
              </a:lvl3pPr>
              <a:lvl4pPr marL="891502" lvl="3" indent="-225755" defTabSz="1299242">
                <a:buClr>
                  <a:schemeClr val="tx2"/>
                </a:buClr>
                <a:buSzPct val="120000"/>
                <a:buFont typeface="Arial" charset="0"/>
                <a:buChar char="▫"/>
                <a:defRPr sz="1600" baseline="0"/>
              </a:lvl4pPr>
              <a:lvl5pPr marL="1088046" lvl="4" indent="-188897" defTabSz="1299242">
                <a:buClr>
                  <a:schemeClr val="tx2"/>
                </a:buClr>
                <a:buSzPct val="89000"/>
                <a:buFont typeface="Arial" charset="0"/>
                <a:buChar char="-"/>
                <a:defRPr sz="1600" baseline="0"/>
              </a:lvl5pPr>
              <a:lvl6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/>
              </a:lvl6pPr>
              <a:lvl7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/>
              </a:lvl7pPr>
              <a:lvl8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/>
              </a:lvl8pPr>
              <a:lvl9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/>
              </a:lvl9pPr>
            </a:lstStyle>
            <a:p>
              <a:r>
                <a:rPr lang="ru-RU" dirty="0">
                  <a:solidFill>
                    <a:schemeClr val="bg1"/>
                  </a:solidFill>
                </a:rPr>
                <a:t>Интернет от любого провайдера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E993E22-EC74-4F17-B773-E12ADB5241D5}"/>
                </a:ext>
              </a:extLst>
            </p:cNvPr>
            <p:cNvSpPr txBox="1">
              <a:spLocks/>
            </p:cNvSpPr>
            <p:nvPr/>
          </p:nvSpPr>
          <p:spPr>
            <a:xfrm>
              <a:off x="3351682" y="3597637"/>
              <a:ext cx="6507071" cy="46166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000" dirty="0"/>
                <a:t>Необходимая инфраструктура закладывается еще на этапе строительства дома. Она позволяет жителям легко подключиться к любому провайдеру. Провайдеры предложат лучшие условия, чтобы житель выбрал именно их</a:t>
              </a:r>
            </a:p>
          </p:txBody>
        </p:sp>
        <p:grpSp>
          <p:nvGrpSpPr>
            <p:cNvPr id="340" name="Group 339">
              <a:extLst>
                <a:ext uri="{FF2B5EF4-FFF2-40B4-BE49-F238E27FC236}">
                  <a16:creationId xmlns:a16="http://schemas.microsoft.com/office/drawing/2014/main" id="{E59667E2-0A9F-4D0E-880F-D4AA742CFC52}"/>
                </a:ext>
              </a:extLst>
            </p:cNvPr>
            <p:cNvGrpSpPr/>
            <p:nvPr/>
          </p:nvGrpSpPr>
          <p:grpSpPr>
            <a:xfrm>
              <a:off x="10544762" y="3773909"/>
              <a:ext cx="224088" cy="182987"/>
              <a:chOff x="9250054" y="6147809"/>
              <a:chExt cx="224088" cy="182987"/>
            </a:xfrm>
          </p:grpSpPr>
          <p:sp>
            <p:nvSpPr>
              <p:cNvPr id="341" name="Freeform 114">
                <a:extLst>
                  <a:ext uri="{FF2B5EF4-FFF2-40B4-BE49-F238E27FC236}">
                    <a16:creationId xmlns:a16="http://schemas.microsoft.com/office/drawing/2014/main" id="{9F25CD8C-A812-43DD-B2C0-CBB1AEFE4C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5990" y="6147809"/>
                <a:ext cx="28152" cy="25337"/>
              </a:xfrm>
              <a:custGeom>
                <a:avLst/>
                <a:gdLst>
                  <a:gd name="T0" fmla="*/ 0 w 50"/>
                  <a:gd name="T1" fmla="*/ 0 h 45"/>
                  <a:gd name="T2" fmla="*/ 50 w 50"/>
                  <a:gd name="T3" fmla="*/ 0 h 45"/>
                  <a:gd name="T4" fmla="*/ 50 w 50"/>
                  <a:gd name="T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0" h="45">
                    <a:moveTo>
                      <a:pt x="0" y="0"/>
                    </a:moveTo>
                    <a:lnTo>
                      <a:pt x="50" y="0"/>
                    </a:lnTo>
                    <a:lnTo>
                      <a:pt x="50" y="45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342" name="Freeform 115">
                <a:extLst>
                  <a:ext uri="{FF2B5EF4-FFF2-40B4-BE49-F238E27FC236}">
                    <a16:creationId xmlns:a16="http://schemas.microsoft.com/office/drawing/2014/main" id="{97FE9AEC-C217-411A-86FC-D1FEA52CC2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0054" y="6147809"/>
                <a:ext cx="224088" cy="182987"/>
              </a:xfrm>
              <a:custGeom>
                <a:avLst/>
                <a:gdLst>
                  <a:gd name="T0" fmla="*/ 398 w 398"/>
                  <a:gd name="T1" fmla="*/ 262 h 325"/>
                  <a:gd name="T2" fmla="*/ 398 w 398"/>
                  <a:gd name="T3" fmla="*/ 325 h 325"/>
                  <a:gd name="T4" fmla="*/ 0 w 398"/>
                  <a:gd name="T5" fmla="*/ 325 h 325"/>
                  <a:gd name="T6" fmla="*/ 0 w 398"/>
                  <a:gd name="T7" fmla="*/ 0 h 325"/>
                  <a:gd name="T8" fmla="*/ 284 w 398"/>
                  <a:gd name="T9" fmla="*/ 0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8" h="325">
                    <a:moveTo>
                      <a:pt x="398" y="262"/>
                    </a:moveTo>
                    <a:lnTo>
                      <a:pt x="398" y="325"/>
                    </a:lnTo>
                    <a:lnTo>
                      <a:pt x="0" y="325"/>
                    </a:lnTo>
                    <a:lnTo>
                      <a:pt x="0" y="0"/>
                    </a:lnTo>
                    <a:lnTo>
                      <a:pt x="284" y="0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343" name="Line 116">
                <a:extLst>
                  <a:ext uri="{FF2B5EF4-FFF2-40B4-BE49-F238E27FC236}">
                    <a16:creationId xmlns:a16="http://schemas.microsoft.com/office/drawing/2014/main" id="{C984EC16-A0CB-4B32-B2AB-F60EEDF028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251180" y="6239584"/>
                <a:ext cx="97405" cy="0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344" name="Line 117">
                <a:extLst>
                  <a:ext uri="{FF2B5EF4-FFF2-40B4-BE49-F238E27FC236}">
                    <a16:creationId xmlns:a16="http://schemas.microsoft.com/office/drawing/2014/main" id="{50A9ACE3-A8D4-42AE-BA9B-76864F4211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6211432"/>
                <a:ext cx="0" cy="56867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345" name="Line 118">
                <a:extLst>
                  <a:ext uri="{FF2B5EF4-FFF2-40B4-BE49-F238E27FC236}">
                    <a16:creationId xmlns:a16="http://schemas.microsoft.com/office/drawing/2014/main" id="{EE29C00C-1600-4378-A90F-97939D0115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6147809"/>
                <a:ext cx="0" cy="34345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346" name="Line 119">
                <a:extLst>
                  <a:ext uri="{FF2B5EF4-FFF2-40B4-BE49-F238E27FC236}">
                    <a16:creationId xmlns:a16="http://schemas.microsoft.com/office/drawing/2014/main" id="{A8E5A3B1-42C5-4E17-A54D-6651734EA5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48585" y="6300392"/>
                <a:ext cx="0" cy="30404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cxnSp>
            <p:nvCxnSpPr>
              <p:cNvPr id="347" name="Straight Connector 346">
                <a:extLst>
                  <a:ext uri="{FF2B5EF4-FFF2-40B4-BE49-F238E27FC236}">
                    <a16:creationId xmlns:a16="http://schemas.microsoft.com/office/drawing/2014/main" id="{ED1C94C1-5474-4183-93E5-FD66A2625C7E}"/>
                  </a:ext>
                </a:extLst>
              </p:cNvPr>
              <p:cNvCxnSpPr>
                <a:cxnSpLocks/>
                <a:stCxn id="341" idx="2"/>
                <a:endCxn id="342" idx="0"/>
              </p:cNvCxnSpPr>
              <p:nvPr/>
            </p:nvCxnSpPr>
            <p:spPr>
              <a:xfrm>
                <a:off x="9474142" y="6173146"/>
                <a:ext cx="0" cy="122179"/>
              </a:xfrm>
              <a:prstGeom prst="line">
                <a:avLst/>
              </a:pr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cxn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D63D198-3AB5-4497-BF99-2A5C793E0CB6}"/>
              </a:ext>
            </a:extLst>
          </p:cNvPr>
          <p:cNvGrpSpPr/>
          <p:nvPr/>
        </p:nvGrpSpPr>
        <p:grpSpPr>
          <a:xfrm>
            <a:off x="547688" y="4135456"/>
            <a:ext cx="10240856" cy="615553"/>
            <a:chOff x="547688" y="4241344"/>
            <a:chExt cx="10240856" cy="615553"/>
          </a:xfrm>
        </p:grpSpPr>
        <p:sp>
          <p:nvSpPr>
            <p:cNvPr id="64" name="Rectangle 17">
              <a:extLst>
                <a:ext uri="{FF2B5EF4-FFF2-40B4-BE49-F238E27FC236}">
                  <a16:creationId xmlns:a16="http://schemas.microsoft.com/office/drawing/2014/main" id="{D7D97B0E-FF33-4A5F-80A6-C01AB3717B72}"/>
                </a:ext>
              </a:extLst>
            </p:cNvPr>
            <p:cNvSpPr txBox="1">
              <a:spLocks/>
            </p:cNvSpPr>
            <p:nvPr>
              <p:custDataLst>
                <p:tags r:id="rId8"/>
              </p:custDataLst>
            </p:nvPr>
          </p:nvSpPr>
          <p:spPr>
            <a:xfrm>
              <a:off x="547688" y="4241344"/>
              <a:ext cx="2588281" cy="615553"/>
            </a:xfrm>
            <a:prstGeom prst="rect">
              <a:avLst/>
            </a:prstGeom>
            <a:solidFill>
              <a:srgbClr val="EBEFF3"/>
            </a:solidFill>
            <a:ln>
              <a:noFill/>
            </a:ln>
          </p:spPr>
          <p:txBody>
            <a:bodyPr vert="horz" lIns="72000" tIns="37806" rIns="37806" bIns="37806" rtlCol="0" anchor="ctr" anchorCtr="0">
              <a:noAutofit/>
            </a:bodyPr>
            <a:lstStyle>
              <a:defPPr>
                <a:defRPr lang="en-US"/>
              </a:defPPr>
              <a:lvl1pPr lvl="0" indent="0" defTabSz="1299242">
                <a:buClr>
                  <a:schemeClr val="tx2"/>
                </a:buClr>
                <a:buSzPct val="100000"/>
                <a:defRPr sz="1000" b="1" baseline="0">
                  <a:solidFill>
                    <a:schemeClr val="tx2"/>
                  </a:solidFill>
                </a:defRPr>
              </a:lvl1pPr>
              <a:lvl2pPr marL="281042" lvl="1" indent="-278739" defTabSz="1299242">
                <a:buClr>
                  <a:schemeClr val="tx2"/>
                </a:buClr>
                <a:buSzPct val="125000"/>
                <a:buFont typeface="Arial" charset="0"/>
                <a:buChar char="▪"/>
                <a:defRPr sz="1600" baseline="0"/>
              </a:lvl2pPr>
              <a:lvl3pPr marL="663443" lvl="2" indent="-380098" defTabSz="1299242">
                <a:buClr>
                  <a:schemeClr val="tx2"/>
                </a:buClr>
                <a:buSzPct val="120000"/>
                <a:buFont typeface="Arial" charset="0"/>
                <a:buChar char="–"/>
                <a:defRPr sz="1600" baseline="0"/>
              </a:lvl3pPr>
              <a:lvl4pPr marL="891502" lvl="3" indent="-225755" defTabSz="1299242">
                <a:buClr>
                  <a:schemeClr val="tx2"/>
                </a:buClr>
                <a:buSzPct val="120000"/>
                <a:buFont typeface="Arial" charset="0"/>
                <a:buChar char="▫"/>
                <a:defRPr sz="1600" baseline="0"/>
              </a:lvl4pPr>
              <a:lvl5pPr marL="1088046" lvl="4" indent="-188897" defTabSz="1299242">
                <a:buClr>
                  <a:schemeClr val="tx2"/>
                </a:buClr>
                <a:buSzPct val="89000"/>
                <a:buFont typeface="Arial" charset="0"/>
                <a:buChar char="-"/>
                <a:defRPr sz="1600" baseline="0"/>
              </a:lvl5pPr>
              <a:lvl6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/>
              </a:lvl6pPr>
              <a:lvl7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/>
              </a:lvl7pPr>
              <a:lvl8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/>
              </a:lvl8pPr>
              <a:lvl9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/>
              </a:lvl9pPr>
            </a:lstStyle>
            <a:p>
              <a:r>
                <a:rPr lang="ru-RU" dirty="0" err="1">
                  <a:solidFill>
                    <a:schemeClr val="tx1"/>
                  </a:solidFill>
                </a:rPr>
                <a:t>Инфоматы</a:t>
              </a:r>
              <a:r>
                <a:rPr lang="ru-RU" dirty="0">
                  <a:solidFill>
                    <a:schemeClr val="tx1"/>
                  </a:solidFill>
                </a:rPr>
                <a:t> для представления услуг и важной информации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106B19F-2207-44F3-940F-840B12FC8D26}"/>
                </a:ext>
              </a:extLst>
            </p:cNvPr>
            <p:cNvSpPr txBox="1">
              <a:spLocks/>
            </p:cNvSpPr>
            <p:nvPr/>
          </p:nvSpPr>
          <p:spPr>
            <a:xfrm>
              <a:off x="3351682" y="4241344"/>
              <a:ext cx="6507071" cy="46166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000" dirty="0"/>
                <a:t>С помощью </a:t>
              </a:r>
              <a:r>
                <a:rPr lang="ru-RU" sz="1000" dirty="0" err="1"/>
                <a:t>инфомата</a:t>
              </a:r>
              <a:r>
                <a:rPr lang="ru-RU" sz="1000" dirty="0"/>
                <a:t> можно получить некоторые госуслуги или записаться  на прием, узнать, какие документы нужно собрать. На информационном табло можно открыть карту и узнать, как добраться до ближайшей аптеки или через сколько приедет автобус.</a:t>
              </a:r>
            </a:p>
          </p:txBody>
        </p:sp>
        <p:grpSp>
          <p:nvGrpSpPr>
            <p:cNvPr id="369" name="Group 368">
              <a:extLst>
                <a:ext uri="{FF2B5EF4-FFF2-40B4-BE49-F238E27FC236}">
                  <a16:creationId xmlns:a16="http://schemas.microsoft.com/office/drawing/2014/main" id="{186FE908-E063-487D-A403-6455434B1C42}"/>
                </a:ext>
              </a:extLst>
            </p:cNvPr>
            <p:cNvGrpSpPr/>
            <p:nvPr/>
          </p:nvGrpSpPr>
          <p:grpSpPr>
            <a:xfrm>
              <a:off x="10525068" y="4426965"/>
              <a:ext cx="263476" cy="225927"/>
              <a:chOff x="9230360" y="2173322"/>
              <a:chExt cx="263476" cy="225927"/>
            </a:xfrm>
          </p:grpSpPr>
          <p:sp>
            <p:nvSpPr>
              <p:cNvPr id="378" name="Freeform 125">
                <a:extLst>
                  <a:ext uri="{FF2B5EF4-FFF2-40B4-BE49-F238E27FC236}">
                    <a16:creationId xmlns:a16="http://schemas.microsoft.com/office/drawing/2014/main" id="{2A840681-5D5F-446D-B0E3-E03ABC0706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9818" y="2212780"/>
                <a:ext cx="183288" cy="186469"/>
              </a:xfrm>
              <a:custGeom>
                <a:avLst/>
                <a:gdLst>
                  <a:gd name="T0" fmla="*/ 288 w 288"/>
                  <a:gd name="T1" fmla="*/ 129 h 293"/>
                  <a:gd name="T2" fmla="*/ 145 w 288"/>
                  <a:gd name="T3" fmla="*/ 0 h 293"/>
                  <a:gd name="T4" fmla="*/ 145 w 288"/>
                  <a:gd name="T5" fmla="*/ 0 h 293"/>
                  <a:gd name="T6" fmla="*/ 145 w 288"/>
                  <a:gd name="T7" fmla="*/ 0 h 293"/>
                  <a:gd name="T8" fmla="*/ 145 w 288"/>
                  <a:gd name="T9" fmla="*/ 0 h 293"/>
                  <a:gd name="T10" fmla="*/ 0 w 288"/>
                  <a:gd name="T11" fmla="*/ 129 h 293"/>
                  <a:gd name="T12" fmla="*/ 0 w 288"/>
                  <a:gd name="T13" fmla="*/ 293 h 293"/>
                  <a:gd name="T14" fmla="*/ 107 w 288"/>
                  <a:gd name="T15" fmla="*/ 293 h 293"/>
                  <a:gd name="T16" fmla="*/ 107 w 288"/>
                  <a:gd name="T17" fmla="*/ 198 h 293"/>
                  <a:gd name="T18" fmla="*/ 180 w 288"/>
                  <a:gd name="T19" fmla="*/ 198 h 293"/>
                  <a:gd name="T20" fmla="*/ 180 w 288"/>
                  <a:gd name="T21" fmla="*/ 293 h 293"/>
                  <a:gd name="T22" fmla="*/ 288 w 288"/>
                  <a:gd name="T23" fmla="*/ 293 h 293"/>
                  <a:gd name="T24" fmla="*/ 288 w 288"/>
                  <a:gd name="T25" fmla="*/ 129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8" h="293">
                    <a:moveTo>
                      <a:pt x="288" y="129"/>
                    </a:move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0" y="129"/>
                    </a:lnTo>
                    <a:lnTo>
                      <a:pt x="0" y="293"/>
                    </a:lnTo>
                    <a:lnTo>
                      <a:pt x="107" y="293"/>
                    </a:lnTo>
                    <a:lnTo>
                      <a:pt x="107" y="198"/>
                    </a:lnTo>
                    <a:lnTo>
                      <a:pt x="180" y="198"/>
                    </a:lnTo>
                    <a:lnTo>
                      <a:pt x="180" y="293"/>
                    </a:lnTo>
                    <a:lnTo>
                      <a:pt x="288" y="293"/>
                    </a:lnTo>
                    <a:lnTo>
                      <a:pt x="288" y="129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379" name="Freeform 126">
                <a:extLst>
                  <a:ext uri="{FF2B5EF4-FFF2-40B4-BE49-F238E27FC236}">
                    <a16:creationId xmlns:a16="http://schemas.microsoft.com/office/drawing/2014/main" id="{2F1E7310-2B68-4B29-BA83-FFD50AC259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0360" y="2173322"/>
                <a:ext cx="263476" cy="114554"/>
              </a:xfrm>
              <a:custGeom>
                <a:avLst/>
                <a:gdLst>
                  <a:gd name="T0" fmla="*/ 414 w 414"/>
                  <a:gd name="T1" fmla="*/ 180 h 180"/>
                  <a:gd name="T2" fmla="*/ 207 w 414"/>
                  <a:gd name="T3" fmla="*/ 0 h 180"/>
                  <a:gd name="T4" fmla="*/ 109 w 414"/>
                  <a:gd name="T5" fmla="*/ 84 h 180"/>
                  <a:gd name="T6" fmla="*/ 109 w 414"/>
                  <a:gd name="T7" fmla="*/ 30 h 180"/>
                  <a:gd name="T8" fmla="*/ 64 w 414"/>
                  <a:gd name="T9" fmla="*/ 30 h 180"/>
                  <a:gd name="T10" fmla="*/ 64 w 414"/>
                  <a:gd name="T11" fmla="*/ 123 h 180"/>
                  <a:gd name="T12" fmla="*/ 0 w 414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4" h="180">
                    <a:moveTo>
                      <a:pt x="414" y="180"/>
                    </a:moveTo>
                    <a:lnTo>
                      <a:pt x="207" y="0"/>
                    </a:lnTo>
                    <a:lnTo>
                      <a:pt x="109" y="84"/>
                    </a:lnTo>
                    <a:lnTo>
                      <a:pt x="109" y="30"/>
                    </a:lnTo>
                    <a:lnTo>
                      <a:pt x="64" y="30"/>
                    </a:lnTo>
                    <a:lnTo>
                      <a:pt x="64" y="123"/>
                    </a:lnTo>
                    <a:lnTo>
                      <a:pt x="0" y="180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 dirty="0"/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4F03A1C-3506-44CC-914D-292B696E146B}"/>
              </a:ext>
            </a:extLst>
          </p:cNvPr>
          <p:cNvGrpSpPr/>
          <p:nvPr/>
        </p:nvGrpSpPr>
        <p:grpSpPr>
          <a:xfrm>
            <a:off x="547688" y="4785510"/>
            <a:ext cx="11082528" cy="669641"/>
            <a:chOff x="547688" y="4830963"/>
            <a:chExt cx="11082528" cy="669641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1B1AE9CB-43EE-467D-97D2-DA288F427CE3}"/>
                </a:ext>
              </a:extLst>
            </p:cNvPr>
            <p:cNvCxnSpPr>
              <a:cxnSpLocks/>
            </p:cNvCxnSpPr>
            <p:nvPr/>
          </p:nvCxnSpPr>
          <p:spPr>
            <a:xfrm>
              <a:off x="547688" y="4830963"/>
              <a:ext cx="11082528" cy="0"/>
            </a:xfrm>
            <a:prstGeom prst="line">
              <a:avLst/>
            </a:prstGeom>
            <a:noFill/>
            <a:ln w="6350" cap="flat" cmpd="sng" algn="ctr">
              <a:solidFill>
                <a:srgbClr val="B3B3B3"/>
              </a:solidFill>
              <a:prstDash val="solid"/>
            </a:ln>
            <a:effectLst/>
          </p:spPr>
        </p:cxnSp>
        <p:sp>
          <p:nvSpPr>
            <p:cNvPr id="67" name="Rectangle 17">
              <a:extLst>
                <a:ext uri="{FF2B5EF4-FFF2-40B4-BE49-F238E27FC236}">
                  <a16:creationId xmlns:a16="http://schemas.microsoft.com/office/drawing/2014/main" id="{9C9EB31B-D9FB-4AC1-8057-BF1A8C3731BD}"/>
                </a:ext>
              </a:extLst>
            </p:cNvPr>
            <p:cNvSpPr txBox="1">
              <a:spLocks/>
            </p:cNvSpPr>
            <p:nvPr>
              <p:custDataLst>
                <p:tags r:id="rId7"/>
              </p:custDataLst>
            </p:nvPr>
          </p:nvSpPr>
          <p:spPr>
            <a:xfrm>
              <a:off x="547688" y="4885051"/>
              <a:ext cx="2588281" cy="535531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txBody>
            <a:bodyPr vert="horz" lIns="72000" tIns="37806" rIns="37806" bIns="37806" rtlCol="0" anchor="ctr" anchorCtr="0">
              <a:noAutofit/>
            </a:bodyPr>
            <a:lstStyle>
              <a:defPPr>
                <a:defRPr lang="en-US"/>
              </a:defPPr>
              <a:lvl1pPr lvl="0" indent="0" defTabSz="1299242">
                <a:buClr>
                  <a:schemeClr val="tx2"/>
                </a:buClr>
                <a:buSzPct val="100000"/>
                <a:defRPr sz="1000" b="1" baseline="0">
                  <a:solidFill>
                    <a:schemeClr val="tx2"/>
                  </a:solidFill>
                </a:defRPr>
              </a:lvl1pPr>
              <a:lvl2pPr marL="281042" lvl="1" indent="-278739" defTabSz="1299242">
                <a:buClr>
                  <a:schemeClr val="tx2"/>
                </a:buClr>
                <a:buSzPct val="125000"/>
                <a:buFont typeface="Arial" charset="0"/>
                <a:buChar char="▪"/>
                <a:defRPr sz="1600" baseline="0"/>
              </a:lvl2pPr>
              <a:lvl3pPr marL="663443" lvl="2" indent="-380098" defTabSz="1299242">
                <a:buClr>
                  <a:schemeClr val="tx2"/>
                </a:buClr>
                <a:buSzPct val="120000"/>
                <a:buFont typeface="Arial" charset="0"/>
                <a:buChar char="–"/>
                <a:defRPr sz="1600" baseline="0"/>
              </a:lvl3pPr>
              <a:lvl4pPr marL="891502" lvl="3" indent="-225755" defTabSz="1299242">
                <a:buClr>
                  <a:schemeClr val="tx2"/>
                </a:buClr>
                <a:buSzPct val="120000"/>
                <a:buFont typeface="Arial" charset="0"/>
                <a:buChar char="▫"/>
                <a:defRPr sz="1600" baseline="0"/>
              </a:lvl4pPr>
              <a:lvl5pPr marL="1088046" lvl="4" indent="-188897" defTabSz="1299242">
                <a:buClr>
                  <a:schemeClr val="tx2"/>
                </a:buClr>
                <a:buSzPct val="89000"/>
                <a:buFont typeface="Arial" charset="0"/>
                <a:buChar char="-"/>
                <a:defRPr sz="1600" baseline="0"/>
              </a:lvl5pPr>
              <a:lvl6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/>
              </a:lvl6pPr>
              <a:lvl7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/>
              </a:lvl7pPr>
              <a:lvl8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/>
              </a:lvl8pPr>
              <a:lvl9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/>
              </a:lvl9pPr>
            </a:lstStyle>
            <a:p>
              <a:r>
                <a:rPr lang="ru-RU" dirty="0">
                  <a:solidFill>
                    <a:schemeClr val="bg1"/>
                  </a:solidFill>
                </a:rPr>
                <a:t>Вендинговые автоматы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FA8F7ED-CD00-4363-819D-C9F0E1691E3C}"/>
                </a:ext>
              </a:extLst>
            </p:cNvPr>
            <p:cNvSpPr txBox="1">
              <a:spLocks/>
            </p:cNvSpPr>
            <p:nvPr/>
          </p:nvSpPr>
          <p:spPr>
            <a:xfrm>
              <a:off x="3351682" y="4885051"/>
              <a:ext cx="6507071" cy="61555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000" dirty="0"/>
                <a:t>Автомат работает 24 часа в сутки и пополняется ежедневно, что позволяет приобретать еду, средства личной защиты и гигиены, а также другие товары в любое время. Автоматы синхронизированы с приложением, через которое можно оставить заявку на регулярную поставку в автоматы необходимых товаров</a:t>
              </a:r>
            </a:p>
          </p:txBody>
        </p:sp>
        <p:grpSp>
          <p:nvGrpSpPr>
            <p:cNvPr id="399" name="Group 398">
              <a:extLst>
                <a:ext uri="{FF2B5EF4-FFF2-40B4-BE49-F238E27FC236}">
                  <a16:creationId xmlns:a16="http://schemas.microsoft.com/office/drawing/2014/main" id="{6C1EF8D7-D8BB-49BB-AC93-F9B12E818CF9}"/>
                </a:ext>
              </a:extLst>
            </p:cNvPr>
            <p:cNvGrpSpPr/>
            <p:nvPr/>
          </p:nvGrpSpPr>
          <p:grpSpPr>
            <a:xfrm>
              <a:off x="10525068" y="5039853"/>
              <a:ext cx="263476" cy="225927"/>
              <a:chOff x="9230360" y="2173322"/>
              <a:chExt cx="263476" cy="225927"/>
            </a:xfrm>
          </p:grpSpPr>
          <p:sp>
            <p:nvSpPr>
              <p:cNvPr id="408" name="Freeform 125">
                <a:extLst>
                  <a:ext uri="{FF2B5EF4-FFF2-40B4-BE49-F238E27FC236}">
                    <a16:creationId xmlns:a16="http://schemas.microsoft.com/office/drawing/2014/main" id="{8A6547B2-7104-4E55-B7DA-C104ADFD0B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9818" y="2212780"/>
                <a:ext cx="183288" cy="186469"/>
              </a:xfrm>
              <a:custGeom>
                <a:avLst/>
                <a:gdLst>
                  <a:gd name="T0" fmla="*/ 288 w 288"/>
                  <a:gd name="T1" fmla="*/ 129 h 293"/>
                  <a:gd name="T2" fmla="*/ 145 w 288"/>
                  <a:gd name="T3" fmla="*/ 0 h 293"/>
                  <a:gd name="T4" fmla="*/ 145 w 288"/>
                  <a:gd name="T5" fmla="*/ 0 h 293"/>
                  <a:gd name="T6" fmla="*/ 145 w 288"/>
                  <a:gd name="T7" fmla="*/ 0 h 293"/>
                  <a:gd name="T8" fmla="*/ 145 w 288"/>
                  <a:gd name="T9" fmla="*/ 0 h 293"/>
                  <a:gd name="T10" fmla="*/ 0 w 288"/>
                  <a:gd name="T11" fmla="*/ 129 h 293"/>
                  <a:gd name="T12" fmla="*/ 0 w 288"/>
                  <a:gd name="T13" fmla="*/ 293 h 293"/>
                  <a:gd name="T14" fmla="*/ 107 w 288"/>
                  <a:gd name="T15" fmla="*/ 293 h 293"/>
                  <a:gd name="T16" fmla="*/ 107 w 288"/>
                  <a:gd name="T17" fmla="*/ 198 h 293"/>
                  <a:gd name="T18" fmla="*/ 180 w 288"/>
                  <a:gd name="T19" fmla="*/ 198 h 293"/>
                  <a:gd name="T20" fmla="*/ 180 w 288"/>
                  <a:gd name="T21" fmla="*/ 293 h 293"/>
                  <a:gd name="T22" fmla="*/ 288 w 288"/>
                  <a:gd name="T23" fmla="*/ 293 h 293"/>
                  <a:gd name="T24" fmla="*/ 288 w 288"/>
                  <a:gd name="T25" fmla="*/ 129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8" h="293">
                    <a:moveTo>
                      <a:pt x="288" y="129"/>
                    </a:move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145" y="0"/>
                    </a:lnTo>
                    <a:lnTo>
                      <a:pt x="0" y="129"/>
                    </a:lnTo>
                    <a:lnTo>
                      <a:pt x="0" y="293"/>
                    </a:lnTo>
                    <a:lnTo>
                      <a:pt x="107" y="293"/>
                    </a:lnTo>
                    <a:lnTo>
                      <a:pt x="107" y="198"/>
                    </a:lnTo>
                    <a:lnTo>
                      <a:pt x="180" y="198"/>
                    </a:lnTo>
                    <a:lnTo>
                      <a:pt x="180" y="293"/>
                    </a:lnTo>
                    <a:lnTo>
                      <a:pt x="288" y="293"/>
                    </a:lnTo>
                    <a:lnTo>
                      <a:pt x="288" y="129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  <p:sp>
            <p:nvSpPr>
              <p:cNvPr id="409" name="Freeform 126">
                <a:extLst>
                  <a:ext uri="{FF2B5EF4-FFF2-40B4-BE49-F238E27FC236}">
                    <a16:creationId xmlns:a16="http://schemas.microsoft.com/office/drawing/2014/main" id="{E585516F-FC7E-455D-82D3-6AFBA7927E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0360" y="2173322"/>
                <a:ext cx="263476" cy="114554"/>
              </a:xfrm>
              <a:custGeom>
                <a:avLst/>
                <a:gdLst>
                  <a:gd name="T0" fmla="*/ 414 w 414"/>
                  <a:gd name="T1" fmla="*/ 180 h 180"/>
                  <a:gd name="T2" fmla="*/ 207 w 414"/>
                  <a:gd name="T3" fmla="*/ 0 h 180"/>
                  <a:gd name="T4" fmla="*/ 109 w 414"/>
                  <a:gd name="T5" fmla="*/ 84 h 180"/>
                  <a:gd name="T6" fmla="*/ 109 w 414"/>
                  <a:gd name="T7" fmla="*/ 30 h 180"/>
                  <a:gd name="T8" fmla="*/ 64 w 414"/>
                  <a:gd name="T9" fmla="*/ 30 h 180"/>
                  <a:gd name="T10" fmla="*/ 64 w 414"/>
                  <a:gd name="T11" fmla="*/ 123 h 180"/>
                  <a:gd name="T12" fmla="*/ 0 w 414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14" h="180">
                    <a:moveTo>
                      <a:pt x="414" y="180"/>
                    </a:moveTo>
                    <a:lnTo>
                      <a:pt x="207" y="0"/>
                    </a:lnTo>
                    <a:lnTo>
                      <a:pt x="109" y="84"/>
                    </a:lnTo>
                    <a:lnTo>
                      <a:pt x="109" y="30"/>
                    </a:lnTo>
                    <a:lnTo>
                      <a:pt x="64" y="30"/>
                    </a:lnTo>
                    <a:lnTo>
                      <a:pt x="64" y="123"/>
                    </a:lnTo>
                    <a:lnTo>
                      <a:pt x="0" y="180"/>
                    </a:lnTo>
                  </a:path>
                </a:pathLst>
              </a:custGeom>
              <a:noFill/>
              <a:ln w="12700" cap="flat">
                <a:solidFill>
                  <a:schemeClr val="tx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000"/>
              </a:p>
            </p:txBody>
          </p:sp>
        </p:grpSp>
      </p:grpSp>
      <p:sp>
        <p:nvSpPr>
          <p:cNvPr id="216" name="TextBox 215">
            <a:extLst>
              <a:ext uri="{FF2B5EF4-FFF2-40B4-BE49-F238E27FC236}">
                <a16:creationId xmlns:a16="http://schemas.microsoft.com/office/drawing/2014/main" id="{ACCD120D-3CEE-4578-B058-EF919B083DC3}"/>
              </a:ext>
            </a:extLst>
          </p:cNvPr>
          <p:cNvSpPr txBox="1">
            <a:spLocks/>
          </p:cNvSpPr>
          <p:nvPr/>
        </p:nvSpPr>
        <p:spPr>
          <a:xfrm>
            <a:off x="547688" y="1373675"/>
            <a:ext cx="2082565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b="1" dirty="0"/>
              <a:t>Название решения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DF7CCBAE-76A5-4F6E-8E6B-60E3DCF5CECE}"/>
              </a:ext>
            </a:extLst>
          </p:cNvPr>
          <p:cNvSpPr txBox="1">
            <a:spLocks/>
          </p:cNvSpPr>
          <p:nvPr/>
        </p:nvSpPr>
        <p:spPr>
          <a:xfrm>
            <a:off x="3351682" y="1373675"/>
            <a:ext cx="5084597" cy="1846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sym typeface="+mn-lt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Wingdings" panose="05000000000000000000" pitchFamily="2" charset="2"/>
              <a:buChar char=""/>
              <a:defRPr lang="en-US" sz="1400" dirty="0">
                <a:sym typeface="+mn-lt"/>
              </a:defRPr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‒"/>
              <a:defRPr lang="en-US" sz="1400" dirty="0">
                <a:sym typeface="+mn-lt"/>
              </a:defRPr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lang="en-US" sz="1400" dirty="0">
                <a:sym typeface="+mn-lt"/>
              </a:defRPr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lang="en-US" sz="1400" dirty="0">
                <a:sym typeface="+mn-lt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200" b="1" dirty="0"/>
              <a:t>Описание решения</a:t>
            </a: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B123D55-CA6E-4F6B-9912-5ECCF42E7045}"/>
              </a:ext>
            </a:extLst>
          </p:cNvPr>
          <p:cNvGrpSpPr/>
          <p:nvPr/>
        </p:nvGrpSpPr>
        <p:grpSpPr>
          <a:xfrm>
            <a:off x="538629" y="5461550"/>
            <a:ext cx="11082528" cy="620099"/>
            <a:chOff x="547688" y="4800483"/>
            <a:chExt cx="11082528" cy="620099"/>
          </a:xfrm>
        </p:grpSpPr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1C5563F2-1DD0-40D4-9DCE-A72E1DE45256}"/>
                </a:ext>
              </a:extLst>
            </p:cNvPr>
            <p:cNvCxnSpPr>
              <a:cxnSpLocks/>
            </p:cNvCxnSpPr>
            <p:nvPr/>
          </p:nvCxnSpPr>
          <p:spPr>
            <a:xfrm>
              <a:off x="547688" y="4800483"/>
              <a:ext cx="11082528" cy="0"/>
            </a:xfrm>
            <a:prstGeom prst="line">
              <a:avLst/>
            </a:prstGeom>
            <a:noFill/>
            <a:ln w="6350" cap="flat" cmpd="sng" algn="ctr">
              <a:solidFill>
                <a:srgbClr val="B3B3B3"/>
              </a:solidFill>
              <a:prstDash val="solid"/>
            </a:ln>
            <a:effectLst/>
          </p:spPr>
        </p:cxnSp>
        <p:sp>
          <p:nvSpPr>
            <p:cNvPr id="140" name="Rectangle 17">
              <a:extLst>
                <a:ext uri="{FF2B5EF4-FFF2-40B4-BE49-F238E27FC236}">
                  <a16:creationId xmlns:a16="http://schemas.microsoft.com/office/drawing/2014/main" id="{BD679D0E-A435-4B00-B7B1-8F5DADC1913C}"/>
                </a:ext>
              </a:extLst>
            </p:cNvPr>
            <p:cNvSpPr txBox="1">
              <a:spLocks/>
            </p:cNvSpPr>
            <p:nvPr>
              <p:custDataLst>
                <p:tags r:id="rId6"/>
              </p:custDataLst>
            </p:nvPr>
          </p:nvSpPr>
          <p:spPr>
            <a:xfrm>
              <a:off x="547688" y="4885051"/>
              <a:ext cx="2588281" cy="535531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vert="horz" lIns="72000" tIns="37806" rIns="37806" bIns="37806" rtlCol="0" anchor="ctr" anchorCtr="0">
              <a:noAutofit/>
            </a:bodyPr>
            <a:lstStyle>
              <a:defPPr>
                <a:defRPr lang="en-US"/>
              </a:defPPr>
              <a:lvl1pPr lvl="0" indent="0" defTabSz="1299242">
                <a:buClr>
                  <a:schemeClr val="tx2"/>
                </a:buClr>
                <a:buSzPct val="100000"/>
                <a:defRPr sz="1000" b="1" baseline="0">
                  <a:solidFill>
                    <a:schemeClr val="tx2"/>
                  </a:solidFill>
                </a:defRPr>
              </a:lvl1pPr>
              <a:lvl2pPr marL="281042" lvl="1" indent="-278739" defTabSz="1299242">
                <a:buClr>
                  <a:schemeClr val="tx2"/>
                </a:buClr>
                <a:buSzPct val="125000"/>
                <a:buFont typeface="Arial" charset="0"/>
                <a:buChar char="▪"/>
                <a:defRPr sz="1600" baseline="0"/>
              </a:lvl2pPr>
              <a:lvl3pPr marL="663443" lvl="2" indent="-380098" defTabSz="1299242">
                <a:buClr>
                  <a:schemeClr val="tx2"/>
                </a:buClr>
                <a:buSzPct val="120000"/>
                <a:buFont typeface="Arial" charset="0"/>
                <a:buChar char="–"/>
                <a:defRPr sz="1600" baseline="0"/>
              </a:lvl3pPr>
              <a:lvl4pPr marL="891502" lvl="3" indent="-225755" defTabSz="1299242">
                <a:buClr>
                  <a:schemeClr val="tx2"/>
                </a:buClr>
                <a:buSzPct val="120000"/>
                <a:buFont typeface="Arial" charset="0"/>
                <a:buChar char="▫"/>
                <a:defRPr sz="1600" baseline="0"/>
              </a:lvl4pPr>
              <a:lvl5pPr marL="1088046" lvl="4" indent="-188897" defTabSz="1299242">
                <a:buClr>
                  <a:schemeClr val="tx2"/>
                </a:buClr>
                <a:buSzPct val="89000"/>
                <a:buFont typeface="Arial" charset="0"/>
                <a:buChar char="-"/>
                <a:defRPr sz="1600" baseline="0"/>
              </a:lvl5pPr>
              <a:lvl6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/>
              </a:lvl6pPr>
              <a:lvl7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/>
              </a:lvl7pPr>
              <a:lvl8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/>
              </a:lvl8pPr>
              <a:lvl9pPr marL="1088046" indent="-188897" defTabSz="1299242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/>
              </a:lvl9pPr>
            </a:lstStyle>
            <a:p>
              <a:r>
                <a:rPr lang="ru-RU" dirty="0">
                  <a:solidFill>
                    <a:schemeClr val="bg1"/>
                  </a:solidFill>
                </a:rPr>
                <a:t>Автоматический контроль за состоянием окружающей среды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0E3BC69E-7145-4841-BC28-086F30CB73A9}"/>
                </a:ext>
              </a:extLst>
            </p:cNvPr>
            <p:cNvSpPr txBox="1">
              <a:spLocks/>
            </p:cNvSpPr>
            <p:nvPr/>
          </p:nvSpPr>
          <p:spPr>
            <a:xfrm>
              <a:off x="3351682" y="4885051"/>
              <a:ext cx="6507071" cy="30777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1000" dirty="0"/>
                <a:t>Система комплексного наблюдения за состоянием окружающей среды,включая мониторинг соответствия показателей качества воды, атмосферного воздуха, почв и т. д.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909737B0-F880-499D-8824-ED95CBA966B0}"/>
              </a:ext>
            </a:extLst>
          </p:cNvPr>
          <p:cNvGrpSpPr/>
          <p:nvPr/>
        </p:nvGrpSpPr>
        <p:grpSpPr>
          <a:xfrm>
            <a:off x="10227164" y="5550285"/>
            <a:ext cx="419847" cy="310571"/>
            <a:chOff x="8609927" y="1562831"/>
            <a:chExt cx="419847" cy="310571"/>
          </a:xfrm>
        </p:grpSpPr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F4B790E3-EFD0-4F8D-A7B7-AD760C4BB664}"/>
                </a:ext>
              </a:extLst>
            </p:cNvPr>
            <p:cNvSpPr/>
            <p:nvPr/>
          </p:nvSpPr>
          <p:spPr>
            <a:xfrm>
              <a:off x="8609927" y="1585836"/>
              <a:ext cx="149535" cy="149534"/>
            </a:xfrm>
            <a:custGeom>
              <a:avLst/>
              <a:gdLst>
                <a:gd name="connsiteX0" fmla="*/ 247650 w 495300"/>
                <a:gd name="connsiteY0" fmla="*/ 495300 h 495300"/>
                <a:gd name="connsiteX1" fmla="*/ 0 w 495300"/>
                <a:gd name="connsiteY1" fmla="*/ 247650 h 495300"/>
                <a:gd name="connsiteX2" fmla="*/ 247650 w 495300"/>
                <a:gd name="connsiteY2" fmla="*/ 0 h 495300"/>
                <a:gd name="connsiteX3" fmla="*/ 495300 w 495300"/>
                <a:gd name="connsiteY3" fmla="*/ 247650 h 495300"/>
                <a:gd name="connsiteX4" fmla="*/ 247650 w 495300"/>
                <a:gd name="connsiteY4" fmla="*/ 495300 h 495300"/>
                <a:gd name="connsiteX5" fmla="*/ 247650 w 495300"/>
                <a:gd name="connsiteY5" fmla="*/ 38100 h 495300"/>
                <a:gd name="connsiteX6" fmla="*/ 38100 w 495300"/>
                <a:gd name="connsiteY6" fmla="*/ 247650 h 495300"/>
                <a:gd name="connsiteX7" fmla="*/ 247650 w 495300"/>
                <a:gd name="connsiteY7" fmla="*/ 457200 h 495300"/>
                <a:gd name="connsiteX8" fmla="*/ 457200 w 495300"/>
                <a:gd name="connsiteY8" fmla="*/ 247650 h 495300"/>
                <a:gd name="connsiteX9" fmla="*/ 247650 w 495300"/>
                <a:gd name="connsiteY9" fmla="*/ 38100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5300" h="495300">
                  <a:moveTo>
                    <a:pt x="247650" y="495300"/>
                  </a:moveTo>
                  <a:cubicBezTo>
                    <a:pt x="111062" y="495300"/>
                    <a:pt x="0" y="384239"/>
                    <a:pt x="0" y="247650"/>
                  </a:cubicBezTo>
                  <a:cubicBezTo>
                    <a:pt x="0" y="111062"/>
                    <a:pt x="111062" y="0"/>
                    <a:pt x="247650" y="0"/>
                  </a:cubicBezTo>
                  <a:cubicBezTo>
                    <a:pt x="384239" y="0"/>
                    <a:pt x="495300" y="111062"/>
                    <a:pt x="495300" y="247650"/>
                  </a:cubicBezTo>
                  <a:cubicBezTo>
                    <a:pt x="495300" y="384239"/>
                    <a:pt x="384239" y="495300"/>
                    <a:pt x="247650" y="495300"/>
                  </a:cubicBezTo>
                  <a:close/>
                  <a:moveTo>
                    <a:pt x="247650" y="38100"/>
                  </a:moveTo>
                  <a:cubicBezTo>
                    <a:pt x="132112" y="38100"/>
                    <a:pt x="38100" y="132112"/>
                    <a:pt x="38100" y="247650"/>
                  </a:cubicBezTo>
                  <a:cubicBezTo>
                    <a:pt x="38100" y="363188"/>
                    <a:pt x="132112" y="457200"/>
                    <a:pt x="247650" y="457200"/>
                  </a:cubicBezTo>
                  <a:cubicBezTo>
                    <a:pt x="363188" y="457200"/>
                    <a:pt x="457200" y="363188"/>
                    <a:pt x="457200" y="247650"/>
                  </a:cubicBezTo>
                  <a:cubicBezTo>
                    <a:pt x="457200" y="132112"/>
                    <a:pt x="363188" y="38100"/>
                    <a:pt x="247650" y="381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984ED86A-F57C-4FC8-AD88-766456E0BDA7}"/>
                </a:ext>
              </a:extLst>
            </p:cNvPr>
            <p:cNvSpPr/>
            <p:nvPr/>
          </p:nvSpPr>
          <p:spPr>
            <a:xfrm>
              <a:off x="8678943" y="1700863"/>
              <a:ext cx="11503" cy="172539"/>
            </a:xfrm>
            <a:custGeom>
              <a:avLst/>
              <a:gdLst>
                <a:gd name="connsiteX0" fmla="*/ 19050 w 38100"/>
                <a:gd name="connsiteY0" fmla="*/ 571500 h 571500"/>
                <a:gd name="connsiteX1" fmla="*/ 0 w 38100"/>
                <a:gd name="connsiteY1" fmla="*/ 552450 h 571500"/>
                <a:gd name="connsiteX2" fmla="*/ 0 w 38100"/>
                <a:gd name="connsiteY2" fmla="*/ 19050 h 571500"/>
                <a:gd name="connsiteX3" fmla="*/ 19050 w 38100"/>
                <a:gd name="connsiteY3" fmla="*/ 0 h 571500"/>
                <a:gd name="connsiteX4" fmla="*/ 38100 w 38100"/>
                <a:gd name="connsiteY4" fmla="*/ 19050 h 571500"/>
                <a:gd name="connsiteX5" fmla="*/ 38100 w 38100"/>
                <a:gd name="connsiteY5" fmla="*/ 552450 h 571500"/>
                <a:gd name="connsiteX6" fmla="*/ 19050 w 38100"/>
                <a:gd name="connsiteY6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571500">
                  <a:moveTo>
                    <a:pt x="19050" y="571500"/>
                  </a:moveTo>
                  <a:cubicBezTo>
                    <a:pt x="8477" y="571500"/>
                    <a:pt x="0" y="563023"/>
                    <a:pt x="0" y="552450"/>
                  </a:cubicBezTo>
                  <a:lnTo>
                    <a:pt x="0" y="19050"/>
                  </a:lnTo>
                  <a:cubicBezTo>
                    <a:pt x="0" y="8477"/>
                    <a:pt x="8477" y="0"/>
                    <a:pt x="19050" y="0"/>
                  </a:cubicBezTo>
                  <a:cubicBezTo>
                    <a:pt x="29623" y="0"/>
                    <a:pt x="38100" y="8477"/>
                    <a:pt x="38100" y="19050"/>
                  </a:cubicBezTo>
                  <a:lnTo>
                    <a:pt x="38100" y="552450"/>
                  </a:lnTo>
                  <a:cubicBezTo>
                    <a:pt x="38100" y="563023"/>
                    <a:pt x="29623" y="571500"/>
                    <a:pt x="19050" y="5715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A13C2533-23AC-4AA0-9ED9-2CA346C9E93E}"/>
                </a:ext>
              </a:extLst>
            </p:cNvPr>
            <p:cNvSpPr/>
            <p:nvPr/>
          </p:nvSpPr>
          <p:spPr>
            <a:xfrm>
              <a:off x="8655952" y="1677843"/>
              <a:ext cx="57513" cy="34522"/>
            </a:xfrm>
            <a:custGeom>
              <a:avLst/>
              <a:gdLst>
                <a:gd name="connsiteX0" fmla="*/ 95202 w 190499"/>
                <a:gd name="connsiteY0" fmla="*/ 114348 h 114347"/>
                <a:gd name="connsiteX1" fmla="*/ 81772 w 190499"/>
                <a:gd name="connsiteY1" fmla="*/ 108728 h 114347"/>
                <a:gd name="connsiteX2" fmla="*/ 5572 w 190499"/>
                <a:gd name="connsiteY2" fmla="*/ 32528 h 114347"/>
                <a:gd name="connsiteX3" fmla="*/ 5572 w 190499"/>
                <a:gd name="connsiteY3" fmla="*/ 5572 h 114347"/>
                <a:gd name="connsiteX4" fmla="*/ 32528 w 190499"/>
                <a:gd name="connsiteY4" fmla="*/ 5572 h 114347"/>
                <a:gd name="connsiteX5" fmla="*/ 95202 w 190499"/>
                <a:gd name="connsiteY5" fmla="*/ 68342 h 114347"/>
                <a:gd name="connsiteX6" fmla="*/ 157972 w 190499"/>
                <a:gd name="connsiteY6" fmla="*/ 5572 h 114347"/>
                <a:gd name="connsiteX7" fmla="*/ 184928 w 190499"/>
                <a:gd name="connsiteY7" fmla="*/ 5572 h 114347"/>
                <a:gd name="connsiteX8" fmla="*/ 184928 w 190499"/>
                <a:gd name="connsiteY8" fmla="*/ 32528 h 114347"/>
                <a:gd name="connsiteX9" fmla="*/ 108728 w 190499"/>
                <a:gd name="connsiteY9" fmla="*/ 108728 h 114347"/>
                <a:gd name="connsiteX10" fmla="*/ 95202 w 190499"/>
                <a:gd name="connsiteY10" fmla="*/ 114348 h 114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499" h="114347">
                  <a:moveTo>
                    <a:pt x="95202" y="114348"/>
                  </a:moveTo>
                  <a:cubicBezTo>
                    <a:pt x="90345" y="114348"/>
                    <a:pt x="85487" y="112443"/>
                    <a:pt x="81772" y="108728"/>
                  </a:cubicBezTo>
                  <a:lnTo>
                    <a:pt x="5572" y="32528"/>
                  </a:lnTo>
                  <a:cubicBezTo>
                    <a:pt x="-1857" y="25098"/>
                    <a:pt x="-1857" y="13002"/>
                    <a:pt x="5572" y="5572"/>
                  </a:cubicBezTo>
                  <a:cubicBezTo>
                    <a:pt x="13002" y="-1857"/>
                    <a:pt x="25098" y="-1857"/>
                    <a:pt x="32528" y="5572"/>
                  </a:cubicBezTo>
                  <a:lnTo>
                    <a:pt x="95202" y="68342"/>
                  </a:lnTo>
                  <a:lnTo>
                    <a:pt x="157972" y="5572"/>
                  </a:lnTo>
                  <a:cubicBezTo>
                    <a:pt x="165402" y="-1857"/>
                    <a:pt x="177498" y="-1857"/>
                    <a:pt x="184928" y="5572"/>
                  </a:cubicBezTo>
                  <a:cubicBezTo>
                    <a:pt x="192357" y="13002"/>
                    <a:pt x="192357" y="25098"/>
                    <a:pt x="184928" y="32528"/>
                  </a:cubicBezTo>
                  <a:lnTo>
                    <a:pt x="108728" y="108728"/>
                  </a:lnTo>
                  <a:cubicBezTo>
                    <a:pt x="104918" y="112443"/>
                    <a:pt x="100060" y="114348"/>
                    <a:pt x="95202" y="114348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41C1A96-6439-4019-AD85-912C3908C045}"/>
                </a:ext>
              </a:extLst>
            </p:cNvPr>
            <p:cNvSpPr/>
            <p:nvPr/>
          </p:nvSpPr>
          <p:spPr>
            <a:xfrm>
              <a:off x="8661689" y="1861899"/>
              <a:ext cx="368085" cy="11503"/>
            </a:xfrm>
            <a:custGeom>
              <a:avLst/>
              <a:gdLst>
                <a:gd name="connsiteX0" fmla="*/ 0 w 1219200"/>
                <a:gd name="connsiteY0" fmla="*/ 0 h 38100"/>
                <a:gd name="connsiteX1" fmla="*/ 1219200 w 1219200"/>
                <a:gd name="connsiteY1" fmla="*/ 0 h 38100"/>
                <a:gd name="connsiteX2" fmla="*/ 1219200 w 1219200"/>
                <a:gd name="connsiteY2" fmla="*/ 38100 h 38100"/>
                <a:gd name="connsiteX3" fmla="*/ 0 w 121920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" h="38100">
                  <a:moveTo>
                    <a:pt x="0" y="0"/>
                  </a:moveTo>
                  <a:lnTo>
                    <a:pt x="1219200" y="0"/>
                  </a:lnTo>
                  <a:lnTo>
                    <a:pt x="1219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53A1E862-C833-4E92-8D35-8F7F068BCAC6}"/>
                </a:ext>
              </a:extLst>
            </p:cNvPr>
            <p:cNvSpPr/>
            <p:nvPr/>
          </p:nvSpPr>
          <p:spPr>
            <a:xfrm>
              <a:off x="8817003" y="1562831"/>
              <a:ext cx="57485" cy="34508"/>
            </a:xfrm>
            <a:custGeom>
              <a:avLst/>
              <a:gdLst>
                <a:gd name="connsiteX0" fmla="*/ 95156 w 190405"/>
                <a:gd name="connsiteY0" fmla="*/ 114300 h 114300"/>
                <a:gd name="connsiteX1" fmla="*/ 76106 w 190405"/>
                <a:gd name="connsiteY1" fmla="*/ 95536 h 114300"/>
                <a:gd name="connsiteX2" fmla="*/ 76106 w 190405"/>
                <a:gd name="connsiteY2" fmla="*/ 95536 h 114300"/>
                <a:gd name="connsiteX3" fmla="*/ 76106 w 190405"/>
                <a:gd name="connsiteY3" fmla="*/ 95536 h 114300"/>
                <a:gd name="connsiteX4" fmla="*/ 76106 w 190405"/>
                <a:gd name="connsiteY4" fmla="*/ 95536 h 114300"/>
                <a:gd name="connsiteX5" fmla="*/ 76106 w 190405"/>
                <a:gd name="connsiteY5" fmla="*/ 95441 h 114300"/>
                <a:gd name="connsiteX6" fmla="*/ 76106 w 190405"/>
                <a:gd name="connsiteY6" fmla="*/ 95345 h 114300"/>
                <a:gd name="connsiteX7" fmla="*/ 76106 w 190405"/>
                <a:gd name="connsiteY7" fmla="*/ 95345 h 114300"/>
                <a:gd name="connsiteX8" fmla="*/ 76106 w 190405"/>
                <a:gd name="connsiteY8" fmla="*/ 95250 h 114300"/>
                <a:gd name="connsiteX9" fmla="*/ 18860 w 190405"/>
                <a:gd name="connsiteY9" fmla="*/ 38100 h 114300"/>
                <a:gd name="connsiteX10" fmla="*/ 1 w 190405"/>
                <a:gd name="connsiteY10" fmla="*/ 18955 h 114300"/>
                <a:gd name="connsiteX11" fmla="*/ 18956 w 190405"/>
                <a:gd name="connsiteY11" fmla="*/ 0 h 114300"/>
                <a:gd name="connsiteX12" fmla="*/ 95441 w 190405"/>
                <a:gd name="connsiteY12" fmla="*/ 35243 h 114300"/>
                <a:gd name="connsiteX13" fmla="*/ 171356 w 190405"/>
                <a:gd name="connsiteY13" fmla="*/ 0 h 114300"/>
                <a:gd name="connsiteX14" fmla="*/ 190406 w 190405"/>
                <a:gd name="connsiteY14" fmla="*/ 19050 h 114300"/>
                <a:gd name="connsiteX15" fmla="*/ 171356 w 190405"/>
                <a:gd name="connsiteY15" fmla="*/ 38100 h 114300"/>
                <a:gd name="connsiteX16" fmla="*/ 114206 w 190405"/>
                <a:gd name="connsiteY16" fmla="*/ 95345 h 114300"/>
                <a:gd name="connsiteX17" fmla="*/ 95156 w 190405"/>
                <a:gd name="connsiteY17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0405" h="114300">
                  <a:moveTo>
                    <a:pt x="95156" y="114300"/>
                  </a:moveTo>
                  <a:cubicBezTo>
                    <a:pt x="84678" y="114300"/>
                    <a:pt x="76296" y="105918"/>
                    <a:pt x="76106" y="95536"/>
                  </a:cubicBezTo>
                  <a:cubicBezTo>
                    <a:pt x="76106" y="95536"/>
                    <a:pt x="76106" y="95536"/>
                    <a:pt x="76106" y="95536"/>
                  </a:cubicBezTo>
                  <a:lnTo>
                    <a:pt x="76106" y="95536"/>
                  </a:lnTo>
                  <a:lnTo>
                    <a:pt x="76106" y="95536"/>
                  </a:lnTo>
                  <a:cubicBezTo>
                    <a:pt x="76106" y="95536"/>
                    <a:pt x="76106" y="95441"/>
                    <a:pt x="76106" y="95441"/>
                  </a:cubicBezTo>
                  <a:cubicBezTo>
                    <a:pt x="76106" y="95441"/>
                    <a:pt x="76106" y="95441"/>
                    <a:pt x="76106" y="95345"/>
                  </a:cubicBezTo>
                  <a:lnTo>
                    <a:pt x="76106" y="95345"/>
                  </a:lnTo>
                  <a:cubicBezTo>
                    <a:pt x="76106" y="95345"/>
                    <a:pt x="76106" y="95345"/>
                    <a:pt x="76106" y="95250"/>
                  </a:cubicBezTo>
                  <a:cubicBezTo>
                    <a:pt x="76106" y="41434"/>
                    <a:pt x="28385" y="38195"/>
                    <a:pt x="18860" y="38100"/>
                  </a:cubicBezTo>
                  <a:cubicBezTo>
                    <a:pt x="8383" y="38005"/>
                    <a:pt x="-94" y="29432"/>
                    <a:pt x="1" y="18955"/>
                  </a:cubicBezTo>
                  <a:cubicBezTo>
                    <a:pt x="1" y="8477"/>
                    <a:pt x="8478" y="0"/>
                    <a:pt x="18956" y="0"/>
                  </a:cubicBezTo>
                  <a:cubicBezTo>
                    <a:pt x="40482" y="0"/>
                    <a:pt x="74391" y="8477"/>
                    <a:pt x="95441" y="35243"/>
                  </a:cubicBezTo>
                  <a:cubicBezTo>
                    <a:pt x="109824" y="15621"/>
                    <a:pt x="133637" y="0"/>
                    <a:pt x="171356" y="0"/>
                  </a:cubicBezTo>
                  <a:cubicBezTo>
                    <a:pt x="181928" y="0"/>
                    <a:pt x="190406" y="8573"/>
                    <a:pt x="190406" y="19050"/>
                  </a:cubicBezTo>
                  <a:cubicBezTo>
                    <a:pt x="190406" y="29528"/>
                    <a:pt x="181928" y="38100"/>
                    <a:pt x="171356" y="38100"/>
                  </a:cubicBezTo>
                  <a:cubicBezTo>
                    <a:pt x="117635" y="38100"/>
                    <a:pt x="114301" y="85725"/>
                    <a:pt x="114206" y="95345"/>
                  </a:cubicBezTo>
                  <a:cubicBezTo>
                    <a:pt x="114110" y="105823"/>
                    <a:pt x="105633" y="114300"/>
                    <a:pt x="95156" y="1143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8CF8F766-1862-4B39-B08A-3C6A14D73B2C}"/>
                </a:ext>
              </a:extLst>
            </p:cNvPr>
            <p:cNvSpPr/>
            <p:nvPr/>
          </p:nvSpPr>
          <p:spPr>
            <a:xfrm>
              <a:off x="8863014" y="1585836"/>
              <a:ext cx="57485" cy="34508"/>
            </a:xfrm>
            <a:custGeom>
              <a:avLst/>
              <a:gdLst>
                <a:gd name="connsiteX0" fmla="*/ 95156 w 190405"/>
                <a:gd name="connsiteY0" fmla="*/ 114300 h 114300"/>
                <a:gd name="connsiteX1" fmla="*/ 76106 w 190405"/>
                <a:gd name="connsiteY1" fmla="*/ 95536 h 114300"/>
                <a:gd name="connsiteX2" fmla="*/ 76106 w 190405"/>
                <a:gd name="connsiteY2" fmla="*/ 95536 h 114300"/>
                <a:gd name="connsiteX3" fmla="*/ 76106 w 190405"/>
                <a:gd name="connsiteY3" fmla="*/ 95536 h 114300"/>
                <a:gd name="connsiteX4" fmla="*/ 76106 w 190405"/>
                <a:gd name="connsiteY4" fmla="*/ 95536 h 114300"/>
                <a:gd name="connsiteX5" fmla="*/ 76106 w 190405"/>
                <a:gd name="connsiteY5" fmla="*/ 95441 h 114300"/>
                <a:gd name="connsiteX6" fmla="*/ 76106 w 190405"/>
                <a:gd name="connsiteY6" fmla="*/ 95345 h 114300"/>
                <a:gd name="connsiteX7" fmla="*/ 76106 w 190405"/>
                <a:gd name="connsiteY7" fmla="*/ 95345 h 114300"/>
                <a:gd name="connsiteX8" fmla="*/ 76106 w 190405"/>
                <a:gd name="connsiteY8" fmla="*/ 95250 h 114300"/>
                <a:gd name="connsiteX9" fmla="*/ 18860 w 190405"/>
                <a:gd name="connsiteY9" fmla="*/ 38100 h 114300"/>
                <a:gd name="connsiteX10" fmla="*/ 1 w 190405"/>
                <a:gd name="connsiteY10" fmla="*/ 18955 h 114300"/>
                <a:gd name="connsiteX11" fmla="*/ 18956 w 190405"/>
                <a:gd name="connsiteY11" fmla="*/ 0 h 114300"/>
                <a:gd name="connsiteX12" fmla="*/ 95441 w 190405"/>
                <a:gd name="connsiteY12" fmla="*/ 35243 h 114300"/>
                <a:gd name="connsiteX13" fmla="*/ 171356 w 190405"/>
                <a:gd name="connsiteY13" fmla="*/ 0 h 114300"/>
                <a:gd name="connsiteX14" fmla="*/ 190406 w 190405"/>
                <a:gd name="connsiteY14" fmla="*/ 19050 h 114300"/>
                <a:gd name="connsiteX15" fmla="*/ 171356 w 190405"/>
                <a:gd name="connsiteY15" fmla="*/ 38100 h 114300"/>
                <a:gd name="connsiteX16" fmla="*/ 114206 w 190405"/>
                <a:gd name="connsiteY16" fmla="*/ 95345 h 114300"/>
                <a:gd name="connsiteX17" fmla="*/ 95156 w 190405"/>
                <a:gd name="connsiteY17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0405" h="114300">
                  <a:moveTo>
                    <a:pt x="95156" y="114300"/>
                  </a:moveTo>
                  <a:cubicBezTo>
                    <a:pt x="84678" y="114300"/>
                    <a:pt x="76296" y="105918"/>
                    <a:pt x="76106" y="95536"/>
                  </a:cubicBezTo>
                  <a:cubicBezTo>
                    <a:pt x="76106" y="95536"/>
                    <a:pt x="76106" y="95536"/>
                    <a:pt x="76106" y="95536"/>
                  </a:cubicBezTo>
                  <a:lnTo>
                    <a:pt x="76106" y="95536"/>
                  </a:lnTo>
                  <a:lnTo>
                    <a:pt x="76106" y="95536"/>
                  </a:lnTo>
                  <a:cubicBezTo>
                    <a:pt x="76106" y="95536"/>
                    <a:pt x="76106" y="95441"/>
                    <a:pt x="76106" y="95441"/>
                  </a:cubicBezTo>
                  <a:cubicBezTo>
                    <a:pt x="76106" y="95441"/>
                    <a:pt x="76106" y="95441"/>
                    <a:pt x="76106" y="95345"/>
                  </a:cubicBezTo>
                  <a:lnTo>
                    <a:pt x="76106" y="95345"/>
                  </a:lnTo>
                  <a:cubicBezTo>
                    <a:pt x="76106" y="95345"/>
                    <a:pt x="76106" y="95345"/>
                    <a:pt x="76106" y="95250"/>
                  </a:cubicBezTo>
                  <a:cubicBezTo>
                    <a:pt x="76106" y="41434"/>
                    <a:pt x="28385" y="38195"/>
                    <a:pt x="18860" y="38100"/>
                  </a:cubicBezTo>
                  <a:cubicBezTo>
                    <a:pt x="8383" y="38005"/>
                    <a:pt x="-94" y="29432"/>
                    <a:pt x="1" y="18955"/>
                  </a:cubicBezTo>
                  <a:cubicBezTo>
                    <a:pt x="1" y="8477"/>
                    <a:pt x="8478" y="0"/>
                    <a:pt x="18956" y="0"/>
                  </a:cubicBezTo>
                  <a:cubicBezTo>
                    <a:pt x="40482" y="0"/>
                    <a:pt x="74391" y="8477"/>
                    <a:pt x="95441" y="35243"/>
                  </a:cubicBezTo>
                  <a:cubicBezTo>
                    <a:pt x="109824" y="15621"/>
                    <a:pt x="133637" y="0"/>
                    <a:pt x="171356" y="0"/>
                  </a:cubicBezTo>
                  <a:cubicBezTo>
                    <a:pt x="181928" y="0"/>
                    <a:pt x="190406" y="8572"/>
                    <a:pt x="190406" y="19050"/>
                  </a:cubicBezTo>
                  <a:cubicBezTo>
                    <a:pt x="190406" y="29528"/>
                    <a:pt x="181928" y="38100"/>
                    <a:pt x="171356" y="38100"/>
                  </a:cubicBezTo>
                  <a:cubicBezTo>
                    <a:pt x="117635" y="38100"/>
                    <a:pt x="114301" y="85725"/>
                    <a:pt x="114206" y="95345"/>
                  </a:cubicBezTo>
                  <a:cubicBezTo>
                    <a:pt x="114110" y="105823"/>
                    <a:pt x="105633" y="114300"/>
                    <a:pt x="95156" y="1143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E9D4719-D382-463C-97D9-CEA83361EEB4}"/>
                </a:ext>
              </a:extLst>
            </p:cNvPr>
            <p:cNvSpPr/>
            <p:nvPr/>
          </p:nvSpPr>
          <p:spPr>
            <a:xfrm>
              <a:off x="8793998" y="1608842"/>
              <a:ext cx="57485" cy="34508"/>
            </a:xfrm>
            <a:custGeom>
              <a:avLst/>
              <a:gdLst>
                <a:gd name="connsiteX0" fmla="*/ 95156 w 190405"/>
                <a:gd name="connsiteY0" fmla="*/ 114300 h 114300"/>
                <a:gd name="connsiteX1" fmla="*/ 76106 w 190405"/>
                <a:gd name="connsiteY1" fmla="*/ 95536 h 114300"/>
                <a:gd name="connsiteX2" fmla="*/ 76106 w 190405"/>
                <a:gd name="connsiteY2" fmla="*/ 95536 h 114300"/>
                <a:gd name="connsiteX3" fmla="*/ 76106 w 190405"/>
                <a:gd name="connsiteY3" fmla="*/ 95536 h 114300"/>
                <a:gd name="connsiteX4" fmla="*/ 76106 w 190405"/>
                <a:gd name="connsiteY4" fmla="*/ 95536 h 114300"/>
                <a:gd name="connsiteX5" fmla="*/ 76106 w 190405"/>
                <a:gd name="connsiteY5" fmla="*/ 95441 h 114300"/>
                <a:gd name="connsiteX6" fmla="*/ 76106 w 190405"/>
                <a:gd name="connsiteY6" fmla="*/ 95345 h 114300"/>
                <a:gd name="connsiteX7" fmla="*/ 76106 w 190405"/>
                <a:gd name="connsiteY7" fmla="*/ 95345 h 114300"/>
                <a:gd name="connsiteX8" fmla="*/ 76106 w 190405"/>
                <a:gd name="connsiteY8" fmla="*/ 95250 h 114300"/>
                <a:gd name="connsiteX9" fmla="*/ 18860 w 190405"/>
                <a:gd name="connsiteY9" fmla="*/ 38100 h 114300"/>
                <a:gd name="connsiteX10" fmla="*/ 1 w 190405"/>
                <a:gd name="connsiteY10" fmla="*/ 18955 h 114300"/>
                <a:gd name="connsiteX11" fmla="*/ 18956 w 190405"/>
                <a:gd name="connsiteY11" fmla="*/ 0 h 114300"/>
                <a:gd name="connsiteX12" fmla="*/ 95441 w 190405"/>
                <a:gd name="connsiteY12" fmla="*/ 35243 h 114300"/>
                <a:gd name="connsiteX13" fmla="*/ 171356 w 190405"/>
                <a:gd name="connsiteY13" fmla="*/ 0 h 114300"/>
                <a:gd name="connsiteX14" fmla="*/ 190406 w 190405"/>
                <a:gd name="connsiteY14" fmla="*/ 19050 h 114300"/>
                <a:gd name="connsiteX15" fmla="*/ 171356 w 190405"/>
                <a:gd name="connsiteY15" fmla="*/ 38100 h 114300"/>
                <a:gd name="connsiteX16" fmla="*/ 114206 w 190405"/>
                <a:gd name="connsiteY16" fmla="*/ 95345 h 114300"/>
                <a:gd name="connsiteX17" fmla="*/ 95156 w 190405"/>
                <a:gd name="connsiteY17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0405" h="114300">
                  <a:moveTo>
                    <a:pt x="95156" y="114300"/>
                  </a:moveTo>
                  <a:cubicBezTo>
                    <a:pt x="84678" y="114300"/>
                    <a:pt x="76296" y="105918"/>
                    <a:pt x="76106" y="95536"/>
                  </a:cubicBezTo>
                  <a:cubicBezTo>
                    <a:pt x="76106" y="95536"/>
                    <a:pt x="76106" y="95536"/>
                    <a:pt x="76106" y="95536"/>
                  </a:cubicBezTo>
                  <a:lnTo>
                    <a:pt x="76106" y="95536"/>
                  </a:lnTo>
                  <a:lnTo>
                    <a:pt x="76106" y="95536"/>
                  </a:lnTo>
                  <a:cubicBezTo>
                    <a:pt x="76106" y="95536"/>
                    <a:pt x="76106" y="95441"/>
                    <a:pt x="76106" y="95441"/>
                  </a:cubicBezTo>
                  <a:cubicBezTo>
                    <a:pt x="76106" y="95441"/>
                    <a:pt x="76106" y="95441"/>
                    <a:pt x="76106" y="95345"/>
                  </a:cubicBezTo>
                  <a:lnTo>
                    <a:pt x="76106" y="95345"/>
                  </a:lnTo>
                  <a:cubicBezTo>
                    <a:pt x="76106" y="95345"/>
                    <a:pt x="76106" y="95345"/>
                    <a:pt x="76106" y="95250"/>
                  </a:cubicBezTo>
                  <a:cubicBezTo>
                    <a:pt x="76106" y="41434"/>
                    <a:pt x="28385" y="38195"/>
                    <a:pt x="18860" y="38100"/>
                  </a:cubicBezTo>
                  <a:cubicBezTo>
                    <a:pt x="8383" y="38005"/>
                    <a:pt x="-94" y="29432"/>
                    <a:pt x="1" y="18955"/>
                  </a:cubicBezTo>
                  <a:cubicBezTo>
                    <a:pt x="1" y="8477"/>
                    <a:pt x="8478" y="0"/>
                    <a:pt x="18956" y="0"/>
                  </a:cubicBezTo>
                  <a:cubicBezTo>
                    <a:pt x="40482" y="0"/>
                    <a:pt x="74391" y="8477"/>
                    <a:pt x="95441" y="35243"/>
                  </a:cubicBezTo>
                  <a:cubicBezTo>
                    <a:pt x="109824" y="15621"/>
                    <a:pt x="133637" y="0"/>
                    <a:pt x="171356" y="0"/>
                  </a:cubicBezTo>
                  <a:cubicBezTo>
                    <a:pt x="181928" y="0"/>
                    <a:pt x="190406" y="8572"/>
                    <a:pt x="190406" y="19050"/>
                  </a:cubicBezTo>
                  <a:cubicBezTo>
                    <a:pt x="190406" y="29528"/>
                    <a:pt x="181928" y="38100"/>
                    <a:pt x="171356" y="38100"/>
                  </a:cubicBezTo>
                  <a:cubicBezTo>
                    <a:pt x="117635" y="38100"/>
                    <a:pt x="114301" y="85725"/>
                    <a:pt x="114206" y="95345"/>
                  </a:cubicBezTo>
                  <a:cubicBezTo>
                    <a:pt x="114110" y="105823"/>
                    <a:pt x="105633" y="114300"/>
                    <a:pt x="95156" y="11430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00"/>
            </a:p>
          </p:txBody>
        </p:sp>
        <p:grpSp>
          <p:nvGrpSpPr>
            <p:cNvPr id="155" name="Graphic 112">
              <a:extLst>
                <a:ext uri="{FF2B5EF4-FFF2-40B4-BE49-F238E27FC236}">
                  <a16:creationId xmlns:a16="http://schemas.microsoft.com/office/drawing/2014/main" id="{571FCAB3-4477-401F-9802-BB27005FCA81}"/>
                </a:ext>
              </a:extLst>
            </p:cNvPr>
            <p:cNvGrpSpPr/>
            <p:nvPr/>
          </p:nvGrpSpPr>
          <p:grpSpPr>
            <a:xfrm>
              <a:off x="8721129" y="1723948"/>
              <a:ext cx="249205" cy="146665"/>
              <a:chOff x="5769006" y="3448315"/>
              <a:chExt cx="825436" cy="485795"/>
            </a:xfrm>
            <a:solidFill>
              <a:schemeClr val="accent3"/>
            </a:solidFill>
          </p:grpSpPr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239FE039-88D5-4FD2-AACD-D26C98F343C9}"/>
                  </a:ext>
                </a:extLst>
              </p:cNvPr>
              <p:cNvSpPr/>
              <p:nvPr/>
            </p:nvSpPr>
            <p:spPr>
              <a:xfrm>
                <a:off x="5932836" y="3448335"/>
                <a:ext cx="133540" cy="38100"/>
              </a:xfrm>
              <a:custGeom>
                <a:avLst/>
                <a:gdLst>
                  <a:gd name="connsiteX0" fmla="*/ 114491 w 133540"/>
                  <a:gd name="connsiteY0" fmla="*/ 38100 h 38100"/>
                  <a:gd name="connsiteX1" fmla="*/ 19050 w 133540"/>
                  <a:gd name="connsiteY1" fmla="*/ 38100 h 38100"/>
                  <a:gd name="connsiteX2" fmla="*/ 0 w 133540"/>
                  <a:gd name="connsiteY2" fmla="*/ 19050 h 38100"/>
                  <a:gd name="connsiteX3" fmla="*/ 19050 w 133540"/>
                  <a:gd name="connsiteY3" fmla="*/ 0 h 38100"/>
                  <a:gd name="connsiteX4" fmla="*/ 114491 w 133540"/>
                  <a:gd name="connsiteY4" fmla="*/ 0 h 38100"/>
                  <a:gd name="connsiteX5" fmla="*/ 133541 w 133540"/>
                  <a:gd name="connsiteY5" fmla="*/ 19050 h 38100"/>
                  <a:gd name="connsiteX6" fmla="*/ 114491 w 133540"/>
                  <a:gd name="connsiteY6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540" h="38100">
                    <a:moveTo>
                      <a:pt x="114491" y="38100"/>
                    </a:moveTo>
                    <a:lnTo>
                      <a:pt x="19050" y="38100"/>
                    </a:lnTo>
                    <a:cubicBezTo>
                      <a:pt x="8477" y="38100"/>
                      <a:pt x="0" y="29623"/>
                      <a:pt x="0" y="19050"/>
                    </a:cubicBezTo>
                    <a:cubicBezTo>
                      <a:pt x="0" y="8477"/>
                      <a:pt x="8477" y="0"/>
                      <a:pt x="19050" y="0"/>
                    </a:cubicBezTo>
                    <a:lnTo>
                      <a:pt x="114491" y="0"/>
                    </a:lnTo>
                    <a:cubicBezTo>
                      <a:pt x="125063" y="0"/>
                      <a:pt x="133541" y="8477"/>
                      <a:pt x="133541" y="19050"/>
                    </a:cubicBezTo>
                    <a:cubicBezTo>
                      <a:pt x="133541" y="29528"/>
                      <a:pt x="125063" y="38100"/>
                      <a:pt x="114491" y="38100"/>
                    </a:cubicBezTo>
                    <a:close/>
                  </a:path>
                </a:pathLst>
              </a:custGeom>
              <a:grpFill/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00"/>
              </a:p>
            </p:txBody>
          </p:sp>
          <p:grpSp>
            <p:nvGrpSpPr>
              <p:cNvPr id="157" name="Graphic 112">
                <a:extLst>
                  <a:ext uri="{FF2B5EF4-FFF2-40B4-BE49-F238E27FC236}">
                    <a16:creationId xmlns:a16="http://schemas.microsoft.com/office/drawing/2014/main" id="{6DF02FCF-E621-44F0-B9CE-33D801DEBAA7}"/>
                  </a:ext>
                </a:extLst>
              </p:cNvPr>
              <p:cNvGrpSpPr/>
              <p:nvPr/>
            </p:nvGrpSpPr>
            <p:grpSpPr>
              <a:xfrm>
                <a:off x="5769006" y="3448315"/>
                <a:ext cx="825436" cy="485795"/>
                <a:chOff x="5769006" y="3448315"/>
                <a:chExt cx="825436" cy="485795"/>
              </a:xfrm>
              <a:grpFill/>
            </p:grpSpPr>
            <p:sp>
              <p:nvSpPr>
                <p:cNvPr id="158" name="Freeform: Shape 157">
                  <a:extLst>
                    <a:ext uri="{FF2B5EF4-FFF2-40B4-BE49-F238E27FC236}">
                      <a16:creationId xmlns:a16="http://schemas.microsoft.com/office/drawing/2014/main" id="{69FE6993-3968-4FB1-8F0A-D8BD711340BE}"/>
                    </a:ext>
                  </a:extLst>
                </p:cNvPr>
                <p:cNvSpPr/>
                <p:nvPr/>
              </p:nvSpPr>
              <p:spPr>
                <a:xfrm>
                  <a:off x="5912148" y="3538061"/>
                  <a:ext cx="431762" cy="252888"/>
                </a:xfrm>
                <a:custGeom>
                  <a:avLst/>
                  <a:gdLst>
                    <a:gd name="connsiteX0" fmla="*/ 269576 w 431762"/>
                    <a:gd name="connsiteY0" fmla="*/ 252889 h 252888"/>
                    <a:gd name="connsiteX1" fmla="*/ 19069 w 431762"/>
                    <a:gd name="connsiteY1" fmla="*/ 252889 h 252888"/>
                    <a:gd name="connsiteX2" fmla="*/ 2876 w 431762"/>
                    <a:gd name="connsiteY2" fmla="*/ 243840 h 252888"/>
                    <a:gd name="connsiteX3" fmla="*/ 2019 w 431762"/>
                    <a:gd name="connsiteY3" fmla="*/ 225266 h 252888"/>
                    <a:gd name="connsiteX4" fmla="*/ 109366 w 431762"/>
                    <a:gd name="connsiteY4" fmla="*/ 10573 h 252888"/>
                    <a:gd name="connsiteX5" fmla="*/ 126416 w 431762"/>
                    <a:gd name="connsiteY5" fmla="*/ 0 h 252888"/>
                    <a:gd name="connsiteX6" fmla="*/ 412737 w 431762"/>
                    <a:gd name="connsiteY6" fmla="*/ 0 h 252888"/>
                    <a:gd name="connsiteX7" fmla="*/ 429501 w 431762"/>
                    <a:gd name="connsiteY7" fmla="*/ 10097 h 252888"/>
                    <a:gd name="connsiteX8" fmla="*/ 428549 w 431762"/>
                    <a:gd name="connsiteY8" fmla="*/ 29623 h 252888"/>
                    <a:gd name="connsiteX9" fmla="*/ 285388 w 431762"/>
                    <a:gd name="connsiteY9" fmla="*/ 244412 h 252888"/>
                    <a:gd name="connsiteX10" fmla="*/ 269576 w 431762"/>
                    <a:gd name="connsiteY10" fmla="*/ 252889 h 252888"/>
                    <a:gd name="connsiteX11" fmla="*/ 49835 w 431762"/>
                    <a:gd name="connsiteY11" fmla="*/ 214789 h 252888"/>
                    <a:gd name="connsiteX12" fmla="*/ 259385 w 431762"/>
                    <a:gd name="connsiteY12" fmla="*/ 214789 h 252888"/>
                    <a:gd name="connsiteX13" fmla="*/ 377114 w 431762"/>
                    <a:gd name="connsiteY13" fmla="*/ 38195 h 252888"/>
                    <a:gd name="connsiteX14" fmla="*/ 138227 w 431762"/>
                    <a:gd name="connsiteY14" fmla="*/ 38195 h 252888"/>
                    <a:gd name="connsiteX15" fmla="*/ 49835 w 431762"/>
                    <a:gd name="connsiteY15" fmla="*/ 214789 h 2528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31762" h="252888">
                      <a:moveTo>
                        <a:pt x="269576" y="252889"/>
                      </a:moveTo>
                      <a:lnTo>
                        <a:pt x="19069" y="252889"/>
                      </a:lnTo>
                      <a:cubicBezTo>
                        <a:pt x="12497" y="252889"/>
                        <a:pt x="6305" y="249460"/>
                        <a:pt x="2876" y="243840"/>
                      </a:cubicBezTo>
                      <a:cubicBezTo>
                        <a:pt x="-648" y="238220"/>
                        <a:pt x="-934" y="231172"/>
                        <a:pt x="2019" y="225266"/>
                      </a:cubicBezTo>
                      <a:lnTo>
                        <a:pt x="109366" y="10573"/>
                      </a:lnTo>
                      <a:cubicBezTo>
                        <a:pt x="112604" y="4096"/>
                        <a:pt x="119177" y="0"/>
                        <a:pt x="126416" y="0"/>
                      </a:cubicBezTo>
                      <a:lnTo>
                        <a:pt x="412737" y="0"/>
                      </a:lnTo>
                      <a:cubicBezTo>
                        <a:pt x="419786" y="0"/>
                        <a:pt x="426263" y="3905"/>
                        <a:pt x="429501" y="10097"/>
                      </a:cubicBezTo>
                      <a:cubicBezTo>
                        <a:pt x="432835" y="16288"/>
                        <a:pt x="432454" y="23813"/>
                        <a:pt x="428549" y="29623"/>
                      </a:cubicBezTo>
                      <a:lnTo>
                        <a:pt x="285388" y="244412"/>
                      </a:lnTo>
                      <a:cubicBezTo>
                        <a:pt x="281864" y="249746"/>
                        <a:pt x="275958" y="252889"/>
                        <a:pt x="269576" y="252889"/>
                      </a:cubicBezTo>
                      <a:close/>
                      <a:moveTo>
                        <a:pt x="49835" y="214789"/>
                      </a:moveTo>
                      <a:lnTo>
                        <a:pt x="259385" y="214789"/>
                      </a:lnTo>
                      <a:lnTo>
                        <a:pt x="377114" y="38195"/>
                      </a:lnTo>
                      <a:lnTo>
                        <a:pt x="138227" y="38195"/>
                      </a:lnTo>
                      <a:lnTo>
                        <a:pt x="49835" y="214789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159" name="Freeform: Shape 158">
                  <a:extLst>
                    <a:ext uri="{FF2B5EF4-FFF2-40B4-BE49-F238E27FC236}">
                      <a16:creationId xmlns:a16="http://schemas.microsoft.com/office/drawing/2014/main" id="{01450391-7280-462F-A3E0-8B543B1CE1EA}"/>
                    </a:ext>
                  </a:extLst>
                </p:cNvPr>
                <p:cNvSpPr/>
                <p:nvPr/>
              </p:nvSpPr>
              <p:spPr>
                <a:xfrm>
                  <a:off x="5968630" y="3448315"/>
                  <a:ext cx="232070" cy="342634"/>
                </a:xfrm>
                <a:custGeom>
                  <a:avLst/>
                  <a:gdLst>
                    <a:gd name="connsiteX0" fmla="*/ 213095 w 232070"/>
                    <a:gd name="connsiteY0" fmla="*/ 342635 h 342634"/>
                    <a:gd name="connsiteX1" fmla="*/ 196998 w 232070"/>
                    <a:gd name="connsiteY1" fmla="*/ 333777 h 342634"/>
                    <a:gd name="connsiteX2" fmla="*/ 2973 w 232070"/>
                    <a:gd name="connsiteY2" fmla="*/ 29262 h 342634"/>
                    <a:gd name="connsiteX3" fmla="*/ 8784 w 232070"/>
                    <a:gd name="connsiteY3" fmla="*/ 2973 h 342634"/>
                    <a:gd name="connsiteX4" fmla="*/ 35073 w 232070"/>
                    <a:gd name="connsiteY4" fmla="*/ 8784 h 342634"/>
                    <a:gd name="connsiteX5" fmla="*/ 229097 w 232070"/>
                    <a:gd name="connsiteY5" fmla="*/ 313298 h 342634"/>
                    <a:gd name="connsiteX6" fmla="*/ 223287 w 232070"/>
                    <a:gd name="connsiteY6" fmla="*/ 339587 h 342634"/>
                    <a:gd name="connsiteX7" fmla="*/ 213095 w 232070"/>
                    <a:gd name="connsiteY7" fmla="*/ 342635 h 342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32070" h="342634">
                      <a:moveTo>
                        <a:pt x="213095" y="342635"/>
                      </a:moveTo>
                      <a:cubicBezTo>
                        <a:pt x="206808" y="342635"/>
                        <a:pt x="200617" y="339492"/>
                        <a:pt x="196998" y="333777"/>
                      </a:cubicBezTo>
                      <a:lnTo>
                        <a:pt x="2973" y="29262"/>
                      </a:lnTo>
                      <a:cubicBezTo>
                        <a:pt x="-2646" y="20404"/>
                        <a:pt x="-75" y="8593"/>
                        <a:pt x="8784" y="2973"/>
                      </a:cubicBezTo>
                      <a:cubicBezTo>
                        <a:pt x="17642" y="-2646"/>
                        <a:pt x="29453" y="-75"/>
                        <a:pt x="35073" y="8784"/>
                      </a:cubicBezTo>
                      <a:lnTo>
                        <a:pt x="229097" y="313298"/>
                      </a:lnTo>
                      <a:cubicBezTo>
                        <a:pt x="234717" y="322156"/>
                        <a:pt x="232145" y="333967"/>
                        <a:pt x="223287" y="339587"/>
                      </a:cubicBezTo>
                      <a:cubicBezTo>
                        <a:pt x="220143" y="341682"/>
                        <a:pt x="216619" y="342635"/>
                        <a:pt x="213095" y="342635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160" name="Freeform: Shape 159">
                  <a:extLst>
                    <a:ext uri="{FF2B5EF4-FFF2-40B4-BE49-F238E27FC236}">
                      <a16:creationId xmlns:a16="http://schemas.microsoft.com/office/drawing/2014/main" id="{44544D30-748C-4344-8F0A-ED1ED8F2601D}"/>
                    </a:ext>
                  </a:extLst>
                </p:cNvPr>
                <p:cNvSpPr/>
                <p:nvPr/>
              </p:nvSpPr>
              <p:spPr>
                <a:xfrm>
                  <a:off x="6198489" y="3466528"/>
                  <a:ext cx="252882" cy="324421"/>
                </a:xfrm>
                <a:custGeom>
                  <a:avLst/>
                  <a:gdLst>
                    <a:gd name="connsiteX0" fmla="*/ 233744 w 252882"/>
                    <a:gd name="connsiteY0" fmla="*/ 324422 h 324421"/>
                    <a:gd name="connsiteX1" fmla="*/ 216694 w 252882"/>
                    <a:gd name="connsiteY1" fmla="*/ 313849 h 324421"/>
                    <a:gd name="connsiteX2" fmla="*/ 78867 w 252882"/>
                    <a:gd name="connsiteY2" fmla="*/ 38100 h 324421"/>
                    <a:gd name="connsiteX3" fmla="*/ 19050 w 252882"/>
                    <a:gd name="connsiteY3" fmla="*/ 38100 h 324421"/>
                    <a:gd name="connsiteX4" fmla="*/ 0 w 252882"/>
                    <a:gd name="connsiteY4" fmla="*/ 19050 h 324421"/>
                    <a:gd name="connsiteX5" fmla="*/ 19050 w 252882"/>
                    <a:gd name="connsiteY5" fmla="*/ 0 h 324421"/>
                    <a:gd name="connsiteX6" fmla="*/ 90678 w 252882"/>
                    <a:gd name="connsiteY6" fmla="*/ 0 h 324421"/>
                    <a:gd name="connsiteX7" fmla="*/ 107728 w 252882"/>
                    <a:gd name="connsiteY7" fmla="*/ 10573 h 324421"/>
                    <a:gd name="connsiteX8" fmla="*/ 250888 w 252882"/>
                    <a:gd name="connsiteY8" fmla="*/ 296894 h 324421"/>
                    <a:gd name="connsiteX9" fmla="*/ 242411 w 252882"/>
                    <a:gd name="connsiteY9" fmla="*/ 322421 h 324421"/>
                    <a:gd name="connsiteX10" fmla="*/ 233744 w 252882"/>
                    <a:gd name="connsiteY10" fmla="*/ 324422 h 324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52882" h="324421">
                      <a:moveTo>
                        <a:pt x="233744" y="324422"/>
                      </a:moveTo>
                      <a:cubicBezTo>
                        <a:pt x="226790" y="324422"/>
                        <a:pt x="220027" y="320612"/>
                        <a:pt x="216694" y="313849"/>
                      </a:cubicBezTo>
                      <a:lnTo>
                        <a:pt x="78867" y="38100"/>
                      </a:lnTo>
                      <a:lnTo>
                        <a:pt x="19050" y="38100"/>
                      </a:lnTo>
                      <a:cubicBezTo>
                        <a:pt x="8477" y="38100"/>
                        <a:pt x="0" y="29623"/>
                        <a:pt x="0" y="19050"/>
                      </a:cubicBezTo>
                      <a:cubicBezTo>
                        <a:pt x="0" y="8477"/>
                        <a:pt x="8477" y="0"/>
                        <a:pt x="19050" y="0"/>
                      </a:cubicBezTo>
                      <a:lnTo>
                        <a:pt x="90678" y="0"/>
                      </a:lnTo>
                      <a:cubicBezTo>
                        <a:pt x="97917" y="0"/>
                        <a:pt x="104489" y="4096"/>
                        <a:pt x="107728" y="10573"/>
                      </a:cubicBezTo>
                      <a:lnTo>
                        <a:pt x="250888" y="296894"/>
                      </a:lnTo>
                      <a:cubicBezTo>
                        <a:pt x="255556" y="306324"/>
                        <a:pt x="251746" y="317754"/>
                        <a:pt x="242411" y="322421"/>
                      </a:cubicBezTo>
                      <a:cubicBezTo>
                        <a:pt x="239554" y="323755"/>
                        <a:pt x="236696" y="324422"/>
                        <a:pt x="233744" y="324422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161" name="Freeform: Shape 160">
                  <a:extLst>
                    <a:ext uri="{FF2B5EF4-FFF2-40B4-BE49-F238E27FC236}">
                      <a16:creationId xmlns:a16="http://schemas.microsoft.com/office/drawing/2014/main" id="{33189FEC-B938-44EF-8DC2-80BE3F3E84B7}"/>
                    </a:ext>
                  </a:extLst>
                </p:cNvPr>
                <p:cNvSpPr/>
                <p:nvPr/>
              </p:nvSpPr>
              <p:spPr>
                <a:xfrm>
                  <a:off x="6377368" y="3717035"/>
                  <a:ext cx="109727" cy="109728"/>
                </a:xfrm>
                <a:custGeom>
                  <a:avLst/>
                  <a:gdLst>
                    <a:gd name="connsiteX0" fmla="*/ 54864 w 109727"/>
                    <a:gd name="connsiteY0" fmla="*/ 109728 h 109728"/>
                    <a:gd name="connsiteX1" fmla="*/ 0 w 109727"/>
                    <a:gd name="connsiteY1" fmla="*/ 54864 h 109728"/>
                    <a:gd name="connsiteX2" fmla="*/ 54864 w 109727"/>
                    <a:gd name="connsiteY2" fmla="*/ 0 h 109728"/>
                    <a:gd name="connsiteX3" fmla="*/ 109728 w 109727"/>
                    <a:gd name="connsiteY3" fmla="*/ 54864 h 109728"/>
                    <a:gd name="connsiteX4" fmla="*/ 54864 w 109727"/>
                    <a:gd name="connsiteY4" fmla="*/ 109728 h 109728"/>
                    <a:gd name="connsiteX5" fmla="*/ 54864 w 109727"/>
                    <a:gd name="connsiteY5" fmla="*/ 38100 h 109728"/>
                    <a:gd name="connsiteX6" fmla="*/ 38100 w 109727"/>
                    <a:gd name="connsiteY6" fmla="*/ 54864 h 109728"/>
                    <a:gd name="connsiteX7" fmla="*/ 54864 w 109727"/>
                    <a:gd name="connsiteY7" fmla="*/ 71628 h 109728"/>
                    <a:gd name="connsiteX8" fmla="*/ 71628 w 109727"/>
                    <a:gd name="connsiteY8" fmla="*/ 54864 h 109728"/>
                    <a:gd name="connsiteX9" fmla="*/ 54864 w 109727"/>
                    <a:gd name="connsiteY9" fmla="*/ 38100 h 109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9727" h="109728">
                      <a:moveTo>
                        <a:pt x="54864" y="109728"/>
                      </a:moveTo>
                      <a:cubicBezTo>
                        <a:pt x="24670" y="109728"/>
                        <a:pt x="0" y="85154"/>
                        <a:pt x="0" y="54864"/>
                      </a:cubicBezTo>
                      <a:cubicBezTo>
                        <a:pt x="0" y="24575"/>
                        <a:pt x="24575" y="0"/>
                        <a:pt x="54864" y="0"/>
                      </a:cubicBezTo>
                      <a:cubicBezTo>
                        <a:pt x="85154" y="0"/>
                        <a:pt x="109728" y="24575"/>
                        <a:pt x="109728" y="54864"/>
                      </a:cubicBezTo>
                      <a:cubicBezTo>
                        <a:pt x="109728" y="85154"/>
                        <a:pt x="85154" y="109728"/>
                        <a:pt x="54864" y="109728"/>
                      </a:cubicBezTo>
                      <a:close/>
                      <a:moveTo>
                        <a:pt x="54864" y="38100"/>
                      </a:moveTo>
                      <a:cubicBezTo>
                        <a:pt x="45625" y="38100"/>
                        <a:pt x="38100" y="45625"/>
                        <a:pt x="38100" y="54864"/>
                      </a:cubicBezTo>
                      <a:cubicBezTo>
                        <a:pt x="38100" y="64103"/>
                        <a:pt x="45625" y="71628"/>
                        <a:pt x="54864" y="71628"/>
                      </a:cubicBezTo>
                      <a:cubicBezTo>
                        <a:pt x="64103" y="71628"/>
                        <a:pt x="71628" y="64103"/>
                        <a:pt x="71628" y="54864"/>
                      </a:cubicBezTo>
                      <a:cubicBezTo>
                        <a:pt x="71628" y="45625"/>
                        <a:pt x="64103" y="38100"/>
                        <a:pt x="54864" y="381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162" name="Freeform: Shape 161">
                  <a:extLst>
                    <a:ext uri="{FF2B5EF4-FFF2-40B4-BE49-F238E27FC236}">
                      <a16:creationId xmlns:a16="http://schemas.microsoft.com/office/drawing/2014/main" id="{4126B448-10F6-420D-ACD6-CC1CBC806FF5}"/>
                    </a:ext>
                  </a:extLst>
                </p:cNvPr>
                <p:cNvSpPr/>
                <p:nvPr/>
              </p:nvSpPr>
              <p:spPr>
                <a:xfrm>
                  <a:off x="5876353" y="3717035"/>
                  <a:ext cx="109728" cy="109728"/>
                </a:xfrm>
                <a:custGeom>
                  <a:avLst/>
                  <a:gdLst>
                    <a:gd name="connsiteX0" fmla="*/ 54864 w 109728"/>
                    <a:gd name="connsiteY0" fmla="*/ 109728 h 109728"/>
                    <a:gd name="connsiteX1" fmla="*/ 0 w 109728"/>
                    <a:gd name="connsiteY1" fmla="*/ 54864 h 109728"/>
                    <a:gd name="connsiteX2" fmla="*/ 54864 w 109728"/>
                    <a:gd name="connsiteY2" fmla="*/ 0 h 109728"/>
                    <a:gd name="connsiteX3" fmla="*/ 109728 w 109728"/>
                    <a:gd name="connsiteY3" fmla="*/ 54864 h 109728"/>
                    <a:gd name="connsiteX4" fmla="*/ 54864 w 109728"/>
                    <a:gd name="connsiteY4" fmla="*/ 109728 h 109728"/>
                    <a:gd name="connsiteX5" fmla="*/ 54864 w 109728"/>
                    <a:gd name="connsiteY5" fmla="*/ 38100 h 109728"/>
                    <a:gd name="connsiteX6" fmla="*/ 38100 w 109728"/>
                    <a:gd name="connsiteY6" fmla="*/ 54864 h 109728"/>
                    <a:gd name="connsiteX7" fmla="*/ 54864 w 109728"/>
                    <a:gd name="connsiteY7" fmla="*/ 71628 h 109728"/>
                    <a:gd name="connsiteX8" fmla="*/ 71628 w 109728"/>
                    <a:gd name="connsiteY8" fmla="*/ 54864 h 109728"/>
                    <a:gd name="connsiteX9" fmla="*/ 54864 w 109728"/>
                    <a:gd name="connsiteY9" fmla="*/ 38100 h 109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9728" h="109728">
                      <a:moveTo>
                        <a:pt x="54864" y="109728"/>
                      </a:moveTo>
                      <a:cubicBezTo>
                        <a:pt x="24575" y="109728"/>
                        <a:pt x="0" y="85154"/>
                        <a:pt x="0" y="54864"/>
                      </a:cubicBezTo>
                      <a:cubicBezTo>
                        <a:pt x="0" y="24575"/>
                        <a:pt x="24575" y="0"/>
                        <a:pt x="54864" y="0"/>
                      </a:cubicBezTo>
                      <a:cubicBezTo>
                        <a:pt x="85154" y="0"/>
                        <a:pt x="109728" y="24575"/>
                        <a:pt x="109728" y="54864"/>
                      </a:cubicBezTo>
                      <a:cubicBezTo>
                        <a:pt x="109728" y="85154"/>
                        <a:pt x="85058" y="109728"/>
                        <a:pt x="54864" y="109728"/>
                      </a:cubicBezTo>
                      <a:close/>
                      <a:moveTo>
                        <a:pt x="54864" y="38100"/>
                      </a:moveTo>
                      <a:cubicBezTo>
                        <a:pt x="45625" y="38100"/>
                        <a:pt x="38100" y="45625"/>
                        <a:pt x="38100" y="54864"/>
                      </a:cubicBezTo>
                      <a:cubicBezTo>
                        <a:pt x="38100" y="64103"/>
                        <a:pt x="45625" y="71628"/>
                        <a:pt x="54864" y="71628"/>
                      </a:cubicBezTo>
                      <a:cubicBezTo>
                        <a:pt x="64103" y="71628"/>
                        <a:pt x="71628" y="64103"/>
                        <a:pt x="71628" y="54864"/>
                      </a:cubicBezTo>
                      <a:cubicBezTo>
                        <a:pt x="71533" y="45625"/>
                        <a:pt x="64008" y="38100"/>
                        <a:pt x="54864" y="381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163" name="Freeform: Shape 162">
                  <a:extLst>
                    <a:ext uri="{FF2B5EF4-FFF2-40B4-BE49-F238E27FC236}">
                      <a16:creationId xmlns:a16="http://schemas.microsoft.com/office/drawing/2014/main" id="{655E62BE-51F3-4A1B-9860-7E76AB1F95C6}"/>
                    </a:ext>
                  </a:extLst>
                </p:cNvPr>
                <p:cNvSpPr/>
                <p:nvPr/>
              </p:nvSpPr>
              <p:spPr>
                <a:xfrm>
                  <a:off x="6270021" y="3609689"/>
                  <a:ext cx="324421" cy="324421"/>
                </a:xfrm>
                <a:custGeom>
                  <a:avLst/>
                  <a:gdLst>
                    <a:gd name="connsiteX0" fmla="*/ 162211 w 324421"/>
                    <a:gd name="connsiteY0" fmla="*/ 324421 h 324421"/>
                    <a:gd name="connsiteX1" fmla="*/ 0 w 324421"/>
                    <a:gd name="connsiteY1" fmla="*/ 162211 h 324421"/>
                    <a:gd name="connsiteX2" fmla="*/ 162211 w 324421"/>
                    <a:gd name="connsiteY2" fmla="*/ 0 h 324421"/>
                    <a:gd name="connsiteX3" fmla="*/ 324422 w 324421"/>
                    <a:gd name="connsiteY3" fmla="*/ 162211 h 324421"/>
                    <a:gd name="connsiteX4" fmla="*/ 162211 w 324421"/>
                    <a:gd name="connsiteY4" fmla="*/ 324421 h 324421"/>
                    <a:gd name="connsiteX5" fmla="*/ 162211 w 324421"/>
                    <a:gd name="connsiteY5" fmla="*/ 38100 h 324421"/>
                    <a:gd name="connsiteX6" fmla="*/ 38100 w 324421"/>
                    <a:gd name="connsiteY6" fmla="*/ 162211 h 324421"/>
                    <a:gd name="connsiteX7" fmla="*/ 162211 w 324421"/>
                    <a:gd name="connsiteY7" fmla="*/ 286321 h 324421"/>
                    <a:gd name="connsiteX8" fmla="*/ 286322 w 324421"/>
                    <a:gd name="connsiteY8" fmla="*/ 162211 h 324421"/>
                    <a:gd name="connsiteX9" fmla="*/ 162211 w 324421"/>
                    <a:gd name="connsiteY9" fmla="*/ 38100 h 324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24421" h="324421">
                      <a:moveTo>
                        <a:pt x="162211" y="324421"/>
                      </a:moveTo>
                      <a:cubicBezTo>
                        <a:pt x="72771" y="324421"/>
                        <a:pt x="0" y="251650"/>
                        <a:pt x="0" y="162211"/>
                      </a:cubicBezTo>
                      <a:cubicBezTo>
                        <a:pt x="0" y="72771"/>
                        <a:pt x="72771" y="0"/>
                        <a:pt x="162211" y="0"/>
                      </a:cubicBezTo>
                      <a:cubicBezTo>
                        <a:pt x="251651" y="0"/>
                        <a:pt x="324422" y="72771"/>
                        <a:pt x="324422" y="162211"/>
                      </a:cubicBezTo>
                      <a:cubicBezTo>
                        <a:pt x="324422" y="251650"/>
                        <a:pt x="251651" y="324421"/>
                        <a:pt x="162211" y="324421"/>
                      </a:cubicBezTo>
                      <a:close/>
                      <a:moveTo>
                        <a:pt x="162211" y="38100"/>
                      </a:moveTo>
                      <a:cubicBezTo>
                        <a:pt x="93821" y="38100"/>
                        <a:pt x="38100" y="93821"/>
                        <a:pt x="38100" y="162211"/>
                      </a:cubicBezTo>
                      <a:cubicBezTo>
                        <a:pt x="38100" y="230696"/>
                        <a:pt x="93821" y="286321"/>
                        <a:pt x="162211" y="286321"/>
                      </a:cubicBezTo>
                      <a:cubicBezTo>
                        <a:pt x="230600" y="286321"/>
                        <a:pt x="286322" y="230600"/>
                        <a:pt x="286322" y="162211"/>
                      </a:cubicBezTo>
                      <a:cubicBezTo>
                        <a:pt x="286322" y="93726"/>
                        <a:pt x="230696" y="38100"/>
                        <a:pt x="162211" y="381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  <p:sp>
              <p:nvSpPr>
                <p:cNvPr id="164" name="Freeform: Shape 163">
                  <a:extLst>
                    <a:ext uri="{FF2B5EF4-FFF2-40B4-BE49-F238E27FC236}">
                      <a16:creationId xmlns:a16="http://schemas.microsoft.com/office/drawing/2014/main" id="{09D4D465-C182-48CC-B051-EC2F3C327AF4}"/>
                    </a:ext>
                  </a:extLst>
                </p:cNvPr>
                <p:cNvSpPr/>
                <p:nvPr/>
              </p:nvSpPr>
              <p:spPr>
                <a:xfrm>
                  <a:off x="5769006" y="3609689"/>
                  <a:ext cx="324421" cy="324421"/>
                </a:xfrm>
                <a:custGeom>
                  <a:avLst/>
                  <a:gdLst>
                    <a:gd name="connsiteX0" fmla="*/ 162211 w 324421"/>
                    <a:gd name="connsiteY0" fmla="*/ 324421 h 324421"/>
                    <a:gd name="connsiteX1" fmla="*/ 0 w 324421"/>
                    <a:gd name="connsiteY1" fmla="*/ 162211 h 324421"/>
                    <a:gd name="connsiteX2" fmla="*/ 162211 w 324421"/>
                    <a:gd name="connsiteY2" fmla="*/ 0 h 324421"/>
                    <a:gd name="connsiteX3" fmla="*/ 324422 w 324421"/>
                    <a:gd name="connsiteY3" fmla="*/ 162211 h 324421"/>
                    <a:gd name="connsiteX4" fmla="*/ 162211 w 324421"/>
                    <a:gd name="connsiteY4" fmla="*/ 324421 h 324421"/>
                    <a:gd name="connsiteX5" fmla="*/ 162211 w 324421"/>
                    <a:gd name="connsiteY5" fmla="*/ 38100 h 324421"/>
                    <a:gd name="connsiteX6" fmla="*/ 38100 w 324421"/>
                    <a:gd name="connsiteY6" fmla="*/ 162211 h 324421"/>
                    <a:gd name="connsiteX7" fmla="*/ 162211 w 324421"/>
                    <a:gd name="connsiteY7" fmla="*/ 286321 h 324421"/>
                    <a:gd name="connsiteX8" fmla="*/ 286322 w 324421"/>
                    <a:gd name="connsiteY8" fmla="*/ 162211 h 324421"/>
                    <a:gd name="connsiteX9" fmla="*/ 162211 w 324421"/>
                    <a:gd name="connsiteY9" fmla="*/ 38100 h 324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24421" h="324421">
                      <a:moveTo>
                        <a:pt x="162211" y="324421"/>
                      </a:moveTo>
                      <a:cubicBezTo>
                        <a:pt x="72771" y="324421"/>
                        <a:pt x="0" y="251650"/>
                        <a:pt x="0" y="162211"/>
                      </a:cubicBezTo>
                      <a:cubicBezTo>
                        <a:pt x="0" y="72771"/>
                        <a:pt x="72676" y="0"/>
                        <a:pt x="162211" y="0"/>
                      </a:cubicBezTo>
                      <a:cubicBezTo>
                        <a:pt x="251650" y="0"/>
                        <a:pt x="324422" y="72771"/>
                        <a:pt x="324422" y="162211"/>
                      </a:cubicBezTo>
                      <a:cubicBezTo>
                        <a:pt x="324422" y="251650"/>
                        <a:pt x="251650" y="324421"/>
                        <a:pt x="162211" y="324421"/>
                      </a:cubicBezTo>
                      <a:close/>
                      <a:moveTo>
                        <a:pt x="162211" y="38100"/>
                      </a:moveTo>
                      <a:cubicBezTo>
                        <a:pt x="93726" y="38100"/>
                        <a:pt x="38100" y="93821"/>
                        <a:pt x="38100" y="162211"/>
                      </a:cubicBezTo>
                      <a:cubicBezTo>
                        <a:pt x="38100" y="230696"/>
                        <a:pt x="93821" y="286321"/>
                        <a:pt x="162211" y="286321"/>
                      </a:cubicBezTo>
                      <a:cubicBezTo>
                        <a:pt x="230696" y="286321"/>
                        <a:pt x="286322" y="230600"/>
                        <a:pt x="286322" y="162211"/>
                      </a:cubicBezTo>
                      <a:cubicBezTo>
                        <a:pt x="286322" y="93726"/>
                        <a:pt x="230600" y="38100"/>
                        <a:pt x="162211" y="381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000"/>
                </a:p>
              </p:txBody>
            </p:sp>
          </p:grpSp>
        </p:grp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8B87E678-DF57-424A-AE8E-F93D70176528}"/>
              </a:ext>
            </a:extLst>
          </p:cNvPr>
          <p:cNvGrpSpPr/>
          <p:nvPr/>
        </p:nvGrpSpPr>
        <p:grpSpPr>
          <a:xfrm>
            <a:off x="10783428" y="5625533"/>
            <a:ext cx="263476" cy="225927"/>
            <a:chOff x="9230360" y="2173322"/>
            <a:chExt cx="263476" cy="225927"/>
          </a:xfrm>
        </p:grpSpPr>
        <p:sp>
          <p:nvSpPr>
            <p:cNvPr id="249" name="Freeform 125">
              <a:extLst>
                <a:ext uri="{FF2B5EF4-FFF2-40B4-BE49-F238E27FC236}">
                  <a16:creationId xmlns:a16="http://schemas.microsoft.com/office/drawing/2014/main" id="{CC0E4E29-0B6A-4445-B16B-E74B5539B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9269818" y="2212780"/>
              <a:ext cx="183288" cy="186469"/>
            </a:xfrm>
            <a:custGeom>
              <a:avLst/>
              <a:gdLst>
                <a:gd name="T0" fmla="*/ 288 w 288"/>
                <a:gd name="T1" fmla="*/ 129 h 293"/>
                <a:gd name="T2" fmla="*/ 145 w 288"/>
                <a:gd name="T3" fmla="*/ 0 h 293"/>
                <a:gd name="T4" fmla="*/ 145 w 288"/>
                <a:gd name="T5" fmla="*/ 0 h 293"/>
                <a:gd name="T6" fmla="*/ 145 w 288"/>
                <a:gd name="T7" fmla="*/ 0 h 293"/>
                <a:gd name="T8" fmla="*/ 145 w 288"/>
                <a:gd name="T9" fmla="*/ 0 h 293"/>
                <a:gd name="T10" fmla="*/ 0 w 288"/>
                <a:gd name="T11" fmla="*/ 129 h 293"/>
                <a:gd name="T12" fmla="*/ 0 w 288"/>
                <a:gd name="T13" fmla="*/ 293 h 293"/>
                <a:gd name="T14" fmla="*/ 107 w 288"/>
                <a:gd name="T15" fmla="*/ 293 h 293"/>
                <a:gd name="T16" fmla="*/ 107 w 288"/>
                <a:gd name="T17" fmla="*/ 198 h 293"/>
                <a:gd name="T18" fmla="*/ 180 w 288"/>
                <a:gd name="T19" fmla="*/ 198 h 293"/>
                <a:gd name="T20" fmla="*/ 180 w 288"/>
                <a:gd name="T21" fmla="*/ 293 h 293"/>
                <a:gd name="T22" fmla="*/ 288 w 288"/>
                <a:gd name="T23" fmla="*/ 293 h 293"/>
                <a:gd name="T24" fmla="*/ 288 w 288"/>
                <a:gd name="T25" fmla="*/ 129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" h="293">
                  <a:moveTo>
                    <a:pt x="288" y="129"/>
                  </a:move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0" y="129"/>
                  </a:lnTo>
                  <a:lnTo>
                    <a:pt x="0" y="293"/>
                  </a:lnTo>
                  <a:lnTo>
                    <a:pt x="107" y="293"/>
                  </a:lnTo>
                  <a:lnTo>
                    <a:pt x="107" y="198"/>
                  </a:lnTo>
                  <a:lnTo>
                    <a:pt x="180" y="198"/>
                  </a:lnTo>
                  <a:lnTo>
                    <a:pt x="180" y="293"/>
                  </a:lnTo>
                  <a:lnTo>
                    <a:pt x="288" y="293"/>
                  </a:lnTo>
                  <a:lnTo>
                    <a:pt x="288" y="129"/>
                  </a:lnTo>
                  <a:close/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  <p:sp>
          <p:nvSpPr>
            <p:cNvPr id="250" name="Freeform 126">
              <a:extLst>
                <a:ext uri="{FF2B5EF4-FFF2-40B4-BE49-F238E27FC236}">
                  <a16:creationId xmlns:a16="http://schemas.microsoft.com/office/drawing/2014/main" id="{3128A037-5BB4-4A1A-BC8A-AAD36D894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0360" y="2173322"/>
              <a:ext cx="263476" cy="114554"/>
            </a:xfrm>
            <a:custGeom>
              <a:avLst/>
              <a:gdLst>
                <a:gd name="T0" fmla="*/ 414 w 414"/>
                <a:gd name="T1" fmla="*/ 180 h 180"/>
                <a:gd name="T2" fmla="*/ 207 w 414"/>
                <a:gd name="T3" fmla="*/ 0 h 180"/>
                <a:gd name="T4" fmla="*/ 109 w 414"/>
                <a:gd name="T5" fmla="*/ 84 h 180"/>
                <a:gd name="T6" fmla="*/ 109 w 414"/>
                <a:gd name="T7" fmla="*/ 30 h 180"/>
                <a:gd name="T8" fmla="*/ 64 w 414"/>
                <a:gd name="T9" fmla="*/ 30 h 180"/>
                <a:gd name="T10" fmla="*/ 64 w 414"/>
                <a:gd name="T11" fmla="*/ 123 h 180"/>
                <a:gd name="T12" fmla="*/ 0 w 414"/>
                <a:gd name="T13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4" h="180">
                  <a:moveTo>
                    <a:pt x="414" y="180"/>
                  </a:moveTo>
                  <a:lnTo>
                    <a:pt x="207" y="0"/>
                  </a:lnTo>
                  <a:lnTo>
                    <a:pt x="109" y="84"/>
                  </a:lnTo>
                  <a:lnTo>
                    <a:pt x="109" y="30"/>
                  </a:lnTo>
                  <a:lnTo>
                    <a:pt x="64" y="30"/>
                  </a:lnTo>
                  <a:lnTo>
                    <a:pt x="64" y="123"/>
                  </a:lnTo>
                  <a:lnTo>
                    <a:pt x="0" y="180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000"/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91E1D350-B9EC-455E-8727-120AC1169F51}"/>
              </a:ext>
            </a:extLst>
          </p:cNvPr>
          <p:cNvGrpSpPr/>
          <p:nvPr/>
        </p:nvGrpSpPr>
        <p:grpSpPr>
          <a:xfrm>
            <a:off x="3351682" y="900941"/>
            <a:ext cx="8166619" cy="323122"/>
            <a:chOff x="2705120" y="920458"/>
            <a:chExt cx="8166619" cy="323122"/>
          </a:xfrm>
        </p:grpSpPr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DE3D4DE2-C3E3-4E45-93F6-5179A9EA84A4}"/>
                </a:ext>
              </a:extLst>
            </p:cNvPr>
            <p:cNvGrpSpPr/>
            <p:nvPr/>
          </p:nvGrpSpPr>
          <p:grpSpPr>
            <a:xfrm>
              <a:off x="2705120" y="920458"/>
              <a:ext cx="3153057" cy="278052"/>
              <a:chOff x="5625268" y="920102"/>
              <a:chExt cx="3153057" cy="278052"/>
            </a:xfrm>
          </p:grpSpPr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78FAC7AD-9DB2-4D2F-983C-8682D860E5B8}"/>
                  </a:ext>
                </a:extLst>
              </p:cNvPr>
              <p:cNvGrpSpPr/>
              <p:nvPr/>
            </p:nvGrpSpPr>
            <p:grpSpPr>
              <a:xfrm>
                <a:off x="7425864" y="1016505"/>
                <a:ext cx="486181" cy="181649"/>
                <a:chOff x="7181501" y="986025"/>
                <a:chExt cx="486181" cy="181649"/>
              </a:xfrm>
            </p:grpSpPr>
            <p:sp>
              <p:nvSpPr>
                <p:cNvPr id="260" name="TextBox 259">
                  <a:extLst>
                    <a:ext uri="{FF2B5EF4-FFF2-40B4-BE49-F238E27FC236}">
                      <a16:creationId xmlns:a16="http://schemas.microsoft.com/office/drawing/2014/main" id="{223C3686-44F7-41D8-AEF2-187ADE47A3C3}"/>
                    </a:ext>
                  </a:extLst>
                </p:cNvPr>
                <p:cNvSpPr txBox="1"/>
                <p:nvPr/>
              </p:nvSpPr>
              <p:spPr>
                <a:xfrm>
                  <a:off x="7419730" y="1044563"/>
                  <a:ext cx="247952" cy="123111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lang="en-US" sz="1400" dirty="0">
                      <a:sym typeface="+mn-lt"/>
                    </a:defRPr>
                  </a:lvl1pPr>
                  <a:lvl2pPr marL="230396" lvl="1" indent="-226796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10000"/>
                    <a:buFont typeface="Wingdings" panose="05000000000000000000" pitchFamily="2" charset="2"/>
                    <a:buChar char=""/>
                    <a:defRPr lang="en-US" sz="1400" dirty="0">
                      <a:sym typeface="+mn-lt"/>
                    </a:defRPr>
                  </a:lvl2pPr>
                  <a:lvl3pPr marL="442793" lvl="2" indent="-215997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10000"/>
                    <a:buFont typeface="Arial" panose="020B0604020202020204" pitchFamily="34" charset="0"/>
                    <a:buChar char="‒"/>
                    <a:defRPr lang="en-US" sz="1400" dirty="0">
                      <a:sym typeface="+mn-lt"/>
                    </a:defRPr>
                  </a:lvl3pPr>
                  <a:lvl4pPr marL="597590" lvl="3" indent="-15119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00000"/>
                    <a:buFont typeface="Arial" panose="020B0604020202020204" pitchFamily="34" charset="0"/>
                    <a:buChar char="•"/>
                    <a:defRPr lang="en-US" sz="1400" dirty="0">
                      <a:sym typeface="+mn-lt"/>
                    </a:defRPr>
                  </a:lvl4pPr>
                  <a:lvl5pPr marL="817187" lvl="4" indent="-14759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00000"/>
                    <a:buFont typeface="Arial" panose="020B0604020202020204" pitchFamily="34" charset="0"/>
                    <a:buChar char="̶"/>
                    <a:defRPr lang="en-US" sz="1400" dirty="0">
                      <a:sym typeface="+mn-lt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ru-RU" sz="800" dirty="0">
                      <a:solidFill>
                        <a:schemeClr val="accent5"/>
                      </a:solidFill>
                    </a:rPr>
                    <a:t>Дом</a:t>
                  </a:r>
                  <a:endParaRPr lang="en-US" sz="800" dirty="0">
                    <a:solidFill>
                      <a:schemeClr val="accent5"/>
                    </a:solidFill>
                  </a:endParaRPr>
                </a:p>
              </p:txBody>
            </p:sp>
            <p:grpSp>
              <p:nvGrpSpPr>
                <p:cNvPr id="261" name="Group 260">
                  <a:extLst>
                    <a:ext uri="{FF2B5EF4-FFF2-40B4-BE49-F238E27FC236}">
                      <a16:creationId xmlns:a16="http://schemas.microsoft.com/office/drawing/2014/main" id="{EF7E0881-8B03-479D-87AC-F2246AE5F7E7}"/>
                    </a:ext>
                  </a:extLst>
                </p:cNvPr>
                <p:cNvGrpSpPr/>
                <p:nvPr/>
              </p:nvGrpSpPr>
              <p:grpSpPr>
                <a:xfrm>
                  <a:off x="7181501" y="986025"/>
                  <a:ext cx="195755" cy="167857"/>
                  <a:chOff x="3885239" y="5650072"/>
                  <a:chExt cx="657225" cy="563563"/>
                </a:xfrm>
              </p:grpSpPr>
              <p:sp>
                <p:nvSpPr>
                  <p:cNvPr id="262" name="Freeform 125">
                    <a:extLst>
                      <a:ext uri="{FF2B5EF4-FFF2-40B4-BE49-F238E27FC236}">
                        <a16:creationId xmlns:a16="http://schemas.microsoft.com/office/drawing/2014/main" id="{06BB290E-2B2D-42B2-80BC-50C40278898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983664" y="5748497"/>
                    <a:ext cx="457200" cy="465138"/>
                  </a:xfrm>
                  <a:custGeom>
                    <a:avLst/>
                    <a:gdLst>
                      <a:gd name="T0" fmla="*/ 288 w 288"/>
                      <a:gd name="T1" fmla="*/ 129 h 293"/>
                      <a:gd name="T2" fmla="*/ 145 w 288"/>
                      <a:gd name="T3" fmla="*/ 0 h 293"/>
                      <a:gd name="T4" fmla="*/ 145 w 288"/>
                      <a:gd name="T5" fmla="*/ 0 h 293"/>
                      <a:gd name="T6" fmla="*/ 145 w 288"/>
                      <a:gd name="T7" fmla="*/ 0 h 293"/>
                      <a:gd name="T8" fmla="*/ 145 w 288"/>
                      <a:gd name="T9" fmla="*/ 0 h 293"/>
                      <a:gd name="T10" fmla="*/ 0 w 288"/>
                      <a:gd name="T11" fmla="*/ 129 h 293"/>
                      <a:gd name="T12" fmla="*/ 0 w 288"/>
                      <a:gd name="T13" fmla="*/ 293 h 293"/>
                      <a:gd name="T14" fmla="*/ 107 w 288"/>
                      <a:gd name="T15" fmla="*/ 293 h 293"/>
                      <a:gd name="T16" fmla="*/ 107 w 288"/>
                      <a:gd name="T17" fmla="*/ 198 h 293"/>
                      <a:gd name="T18" fmla="*/ 180 w 288"/>
                      <a:gd name="T19" fmla="*/ 198 h 293"/>
                      <a:gd name="T20" fmla="*/ 180 w 288"/>
                      <a:gd name="T21" fmla="*/ 293 h 293"/>
                      <a:gd name="T22" fmla="*/ 288 w 288"/>
                      <a:gd name="T23" fmla="*/ 293 h 293"/>
                      <a:gd name="T24" fmla="*/ 288 w 288"/>
                      <a:gd name="T25" fmla="*/ 129 h 29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288" h="293">
                        <a:moveTo>
                          <a:pt x="288" y="129"/>
                        </a:moveTo>
                        <a:lnTo>
                          <a:pt x="145" y="0"/>
                        </a:lnTo>
                        <a:lnTo>
                          <a:pt x="145" y="0"/>
                        </a:lnTo>
                        <a:lnTo>
                          <a:pt x="145" y="0"/>
                        </a:lnTo>
                        <a:lnTo>
                          <a:pt x="145" y="0"/>
                        </a:lnTo>
                        <a:lnTo>
                          <a:pt x="0" y="129"/>
                        </a:lnTo>
                        <a:lnTo>
                          <a:pt x="0" y="293"/>
                        </a:lnTo>
                        <a:lnTo>
                          <a:pt x="107" y="293"/>
                        </a:lnTo>
                        <a:lnTo>
                          <a:pt x="107" y="198"/>
                        </a:lnTo>
                        <a:lnTo>
                          <a:pt x="180" y="198"/>
                        </a:lnTo>
                        <a:lnTo>
                          <a:pt x="180" y="293"/>
                        </a:lnTo>
                        <a:lnTo>
                          <a:pt x="288" y="293"/>
                        </a:lnTo>
                        <a:lnTo>
                          <a:pt x="288" y="129"/>
                        </a:lnTo>
                        <a:close/>
                      </a:path>
                    </a:pathLst>
                  </a:custGeom>
                  <a:noFill/>
                  <a:ln w="9525" cap="flat">
                    <a:solidFill>
                      <a:schemeClr val="tx2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/>
                  </a:p>
                </p:txBody>
              </p:sp>
              <p:sp>
                <p:nvSpPr>
                  <p:cNvPr id="263" name="Freeform 126">
                    <a:extLst>
                      <a:ext uri="{FF2B5EF4-FFF2-40B4-BE49-F238E27FC236}">
                        <a16:creationId xmlns:a16="http://schemas.microsoft.com/office/drawing/2014/main" id="{AE2CB864-BD65-4DDF-81C5-94C7B0D3F19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885239" y="5650072"/>
                    <a:ext cx="657225" cy="285750"/>
                  </a:xfrm>
                  <a:custGeom>
                    <a:avLst/>
                    <a:gdLst>
                      <a:gd name="T0" fmla="*/ 414 w 414"/>
                      <a:gd name="T1" fmla="*/ 180 h 180"/>
                      <a:gd name="T2" fmla="*/ 207 w 414"/>
                      <a:gd name="T3" fmla="*/ 0 h 180"/>
                      <a:gd name="T4" fmla="*/ 109 w 414"/>
                      <a:gd name="T5" fmla="*/ 84 h 180"/>
                      <a:gd name="T6" fmla="*/ 109 w 414"/>
                      <a:gd name="T7" fmla="*/ 30 h 180"/>
                      <a:gd name="T8" fmla="*/ 64 w 414"/>
                      <a:gd name="T9" fmla="*/ 30 h 180"/>
                      <a:gd name="T10" fmla="*/ 64 w 414"/>
                      <a:gd name="T11" fmla="*/ 123 h 180"/>
                      <a:gd name="T12" fmla="*/ 0 w 414"/>
                      <a:gd name="T13" fmla="*/ 180 h 18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414" h="180">
                        <a:moveTo>
                          <a:pt x="414" y="180"/>
                        </a:moveTo>
                        <a:lnTo>
                          <a:pt x="207" y="0"/>
                        </a:lnTo>
                        <a:lnTo>
                          <a:pt x="109" y="84"/>
                        </a:lnTo>
                        <a:lnTo>
                          <a:pt x="109" y="30"/>
                        </a:lnTo>
                        <a:lnTo>
                          <a:pt x="64" y="30"/>
                        </a:lnTo>
                        <a:lnTo>
                          <a:pt x="64" y="123"/>
                        </a:lnTo>
                        <a:lnTo>
                          <a:pt x="0" y="180"/>
                        </a:lnTo>
                      </a:path>
                    </a:pathLst>
                  </a:custGeom>
                  <a:noFill/>
                  <a:ln w="9525" cap="flat">
                    <a:solidFill>
                      <a:schemeClr val="tx2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ru-RU"/>
                  </a:p>
                </p:txBody>
              </p:sp>
            </p:grpSp>
          </p:grpSp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25757C60-D12A-49AC-ACB8-DE1827F3C43C}"/>
                  </a:ext>
                </a:extLst>
              </p:cNvPr>
              <p:cNvGrpSpPr/>
              <p:nvPr/>
            </p:nvGrpSpPr>
            <p:grpSpPr>
              <a:xfrm>
                <a:off x="5625268" y="920102"/>
                <a:ext cx="1719850" cy="278052"/>
                <a:chOff x="5138150" y="889622"/>
                <a:chExt cx="1719850" cy="278052"/>
              </a:xfrm>
            </p:grpSpPr>
            <p:sp>
              <p:nvSpPr>
                <p:cNvPr id="196" name="TextBox 195">
                  <a:extLst>
                    <a:ext uri="{FF2B5EF4-FFF2-40B4-BE49-F238E27FC236}">
                      <a16:creationId xmlns:a16="http://schemas.microsoft.com/office/drawing/2014/main" id="{3CCCB5EE-B12D-4FFA-8A3F-9CD855E0DEF1}"/>
                    </a:ext>
                  </a:extLst>
                </p:cNvPr>
                <p:cNvSpPr txBox="1"/>
                <p:nvPr/>
              </p:nvSpPr>
              <p:spPr>
                <a:xfrm>
                  <a:off x="5561582" y="1044563"/>
                  <a:ext cx="1296418" cy="123111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 anchorCtr="0">
                  <a:spAutoFit/>
                </a:bodyPr>
                <a:lstStyle>
                  <a:lvl1pPr lvl="0" indent="0">
                    <a:lnSpc>
                      <a:spcPct val="100000"/>
                    </a:lnSpc>
                    <a:spcBef>
                      <a:spcPts val="300"/>
                    </a:spcBef>
                    <a:spcAft>
                      <a:spcPts val="300"/>
                    </a:spcAft>
                    <a:buFont typeface="Segoe UI" panose="020B0502040204020203" pitchFamily="34" charset="0"/>
                    <a:buChar char="​"/>
                    <a:defRPr lang="en-US" sz="1400" dirty="0">
                      <a:sym typeface="+mn-lt"/>
                    </a:defRPr>
                  </a:lvl1pPr>
                  <a:lvl2pPr marL="230396" lvl="1" indent="-226796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10000"/>
                    <a:buFont typeface="Wingdings" panose="05000000000000000000" pitchFamily="2" charset="2"/>
                    <a:buChar char=""/>
                    <a:defRPr lang="en-US" sz="1400" dirty="0">
                      <a:sym typeface="+mn-lt"/>
                    </a:defRPr>
                  </a:lvl2pPr>
                  <a:lvl3pPr marL="442793" lvl="2" indent="-215997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10000"/>
                    <a:buFont typeface="Arial" panose="020B0604020202020204" pitchFamily="34" charset="0"/>
                    <a:buChar char="‒"/>
                    <a:defRPr lang="en-US" sz="1400" dirty="0">
                      <a:sym typeface="+mn-lt"/>
                    </a:defRPr>
                  </a:lvl3pPr>
                  <a:lvl4pPr marL="597590" lvl="3" indent="-15119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00000"/>
                    <a:buFont typeface="Arial" panose="020B0604020202020204" pitchFamily="34" charset="0"/>
                    <a:buChar char="•"/>
                    <a:defRPr lang="en-US" sz="1400" dirty="0">
                      <a:sym typeface="+mn-lt"/>
                    </a:defRPr>
                  </a:lvl4pPr>
                  <a:lvl5pPr marL="817187" lvl="4" indent="-147598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Clr>
                      <a:schemeClr val="tx2"/>
                    </a:buClr>
                    <a:buSzPct val="100000"/>
                    <a:buFont typeface="Arial" panose="020B0604020202020204" pitchFamily="34" charset="0"/>
                    <a:buChar char="̶"/>
                    <a:defRPr lang="en-US" sz="1400" dirty="0">
                      <a:sym typeface="+mn-lt"/>
                    </a:defRPr>
                  </a:lvl5pPr>
                  <a:lvl6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6pPr>
                  <a:lvl7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7pPr>
                  <a:lvl8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8pPr>
                  <a:lvl9pPr marL="1085850" indent="-17145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300"/>
                    </a:spcAft>
                    <a:buSzPct val="100000"/>
                    <a:buFont typeface="Arial" panose="020B0604020202020204" pitchFamily="34" charset="0"/>
                    <a:buChar char="▫"/>
                    <a:defRPr sz="1600"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ru-RU" sz="800" dirty="0">
                      <a:solidFill>
                        <a:schemeClr val="accent5"/>
                      </a:solidFill>
                    </a:rPr>
                    <a:t>Придомовая территория</a:t>
                  </a:r>
                  <a:endParaRPr lang="en-US" sz="800" dirty="0">
                    <a:solidFill>
                      <a:schemeClr val="accent5"/>
                    </a:solidFill>
                  </a:endParaRPr>
                </a:p>
              </p:txBody>
            </p:sp>
            <p:grpSp>
              <p:nvGrpSpPr>
                <p:cNvPr id="197" name="Group 196">
                  <a:extLst>
                    <a:ext uri="{FF2B5EF4-FFF2-40B4-BE49-F238E27FC236}">
                      <a16:creationId xmlns:a16="http://schemas.microsoft.com/office/drawing/2014/main" id="{936D9BB4-992F-4B0B-B1FE-07A6AB5D03F4}"/>
                    </a:ext>
                  </a:extLst>
                </p:cNvPr>
                <p:cNvGrpSpPr/>
                <p:nvPr/>
              </p:nvGrpSpPr>
              <p:grpSpPr>
                <a:xfrm>
                  <a:off x="5138150" y="889622"/>
                  <a:ext cx="345642" cy="255680"/>
                  <a:chOff x="6741602" y="3075312"/>
                  <a:chExt cx="1390650" cy="1028700"/>
                </a:xfrm>
                <a:solidFill>
                  <a:schemeClr val="accent3"/>
                </a:solidFill>
              </p:grpSpPr>
              <p:sp>
                <p:nvSpPr>
                  <p:cNvPr id="198" name="Freeform: Shape 197">
                    <a:extLst>
                      <a:ext uri="{FF2B5EF4-FFF2-40B4-BE49-F238E27FC236}">
                        <a16:creationId xmlns:a16="http://schemas.microsoft.com/office/drawing/2014/main" id="{AA9F76BC-F380-450B-A84A-CF22F649F515}"/>
                      </a:ext>
                    </a:extLst>
                  </p:cNvPr>
                  <p:cNvSpPr/>
                  <p:nvPr/>
                </p:nvSpPr>
                <p:spPr>
                  <a:xfrm>
                    <a:off x="6741602" y="3151512"/>
                    <a:ext cx="495300" cy="495300"/>
                  </a:xfrm>
                  <a:custGeom>
                    <a:avLst/>
                    <a:gdLst>
                      <a:gd name="connsiteX0" fmla="*/ 247650 w 495300"/>
                      <a:gd name="connsiteY0" fmla="*/ 495300 h 495300"/>
                      <a:gd name="connsiteX1" fmla="*/ 0 w 495300"/>
                      <a:gd name="connsiteY1" fmla="*/ 247650 h 495300"/>
                      <a:gd name="connsiteX2" fmla="*/ 247650 w 495300"/>
                      <a:gd name="connsiteY2" fmla="*/ 0 h 495300"/>
                      <a:gd name="connsiteX3" fmla="*/ 495300 w 495300"/>
                      <a:gd name="connsiteY3" fmla="*/ 247650 h 495300"/>
                      <a:gd name="connsiteX4" fmla="*/ 247650 w 495300"/>
                      <a:gd name="connsiteY4" fmla="*/ 495300 h 495300"/>
                      <a:gd name="connsiteX5" fmla="*/ 247650 w 495300"/>
                      <a:gd name="connsiteY5" fmla="*/ 38100 h 495300"/>
                      <a:gd name="connsiteX6" fmla="*/ 38100 w 495300"/>
                      <a:gd name="connsiteY6" fmla="*/ 247650 h 495300"/>
                      <a:gd name="connsiteX7" fmla="*/ 247650 w 495300"/>
                      <a:gd name="connsiteY7" fmla="*/ 457200 h 495300"/>
                      <a:gd name="connsiteX8" fmla="*/ 457200 w 495300"/>
                      <a:gd name="connsiteY8" fmla="*/ 247650 h 495300"/>
                      <a:gd name="connsiteX9" fmla="*/ 247650 w 495300"/>
                      <a:gd name="connsiteY9" fmla="*/ 38100 h 495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95300" h="495300">
                        <a:moveTo>
                          <a:pt x="247650" y="495300"/>
                        </a:moveTo>
                        <a:cubicBezTo>
                          <a:pt x="111062" y="495300"/>
                          <a:pt x="0" y="384239"/>
                          <a:pt x="0" y="247650"/>
                        </a:cubicBezTo>
                        <a:cubicBezTo>
                          <a:pt x="0" y="111062"/>
                          <a:pt x="111062" y="0"/>
                          <a:pt x="247650" y="0"/>
                        </a:cubicBezTo>
                        <a:cubicBezTo>
                          <a:pt x="384239" y="0"/>
                          <a:pt x="495300" y="111062"/>
                          <a:pt x="495300" y="247650"/>
                        </a:cubicBezTo>
                        <a:cubicBezTo>
                          <a:pt x="495300" y="384239"/>
                          <a:pt x="384239" y="495300"/>
                          <a:pt x="247650" y="495300"/>
                        </a:cubicBezTo>
                        <a:close/>
                        <a:moveTo>
                          <a:pt x="247650" y="38100"/>
                        </a:moveTo>
                        <a:cubicBezTo>
                          <a:pt x="132112" y="38100"/>
                          <a:pt x="38100" y="132112"/>
                          <a:pt x="38100" y="247650"/>
                        </a:cubicBezTo>
                        <a:cubicBezTo>
                          <a:pt x="38100" y="363188"/>
                          <a:pt x="132112" y="457200"/>
                          <a:pt x="247650" y="457200"/>
                        </a:cubicBezTo>
                        <a:cubicBezTo>
                          <a:pt x="363188" y="457200"/>
                          <a:pt x="457200" y="363188"/>
                          <a:pt x="457200" y="247650"/>
                        </a:cubicBezTo>
                        <a:cubicBezTo>
                          <a:pt x="457200" y="132112"/>
                          <a:pt x="363188" y="38100"/>
                          <a:pt x="247650" y="381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9" name="Freeform: Shape 198">
                    <a:extLst>
                      <a:ext uri="{FF2B5EF4-FFF2-40B4-BE49-F238E27FC236}">
                        <a16:creationId xmlns:a16="http://schemas.microsoft.com/office/drawing/2014/main" id="{692A05A6-5D1D-4594-B02C-3B8B4790BA3E}"/>
                      </a:ext>
                    </a:extLst>
                  </p:cNvPr>
                  <p:cNvSpPr/>
                  <p:nvPr/>
                </p:nvSpPr>
                <p:spPr>
                  <a:xfrm>
                    <a:off x="6970202" y="3532512"/>
                    <a:ext cx="38100" cy="571500"/>
                  </a:xfrm>
                  <a:custGeom>
                    <a:avLst/>
                    <a:gdLst>
                      <a:gd name="connsiteX0" fmla="*/ 19050 w 38100"/>
                      <a:gd name="connsiteY0" fmla="*/ 571500 h 571500"/>
                      <a:gd name="connsiteX1" fmla="*/ 0 w 38100"/>
                      <a:gd name="connsiteY1" fmla="*/ 552450 h 571500"/>
                      <a:gd name="connsiteX2" fmla="*/ 0 w 38100"/>
                      <a:gd name="connsiteY2" fmla="*/ 19050 h 571500"/>
                      <a:gd name="connsiteX3" fmla="*/ 19050 w 38100"/>
                      <a:gd name="connsiteY3" fmla="*/ 0 h 571500"/>
                      <a:gd name="connsiteX4" fmla="*/ 38100 w 38100"/>
                      <a:gd name="connsiteY4" fmla="*/ 19050 h 571500"/>
                      <a:gd name="connsiteX5" fmla="*/ 38100 w 38100"/>
                      <a:gd name="connsiteY5" fmla="*/ 552450 h 571500"/>
                      <a:gd name="connsiteX6" fmla="*/ 19050 w 38100"/>
                      <a:gd name="connsiteY6" fmla="*/ 571500 h 5715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8100" h="571500">
                        <a:moveTo>
                          <a:pt x="19050" y="571500"/>
                        </a:moveTo>
                        <a:cubicBezTo>
                          <a:pt x="8477" y="571500"/>
                          <a:pt x="0" y="563023"/>
                          <a:pt x="0" y="552450"/>
                        </a:cubicBezTo>
                        <a:lnTo>
                          <a:pt x="0" y="19050"/>
                        </a:lnTo>
                        <a:cubicBezTo>
                          <a:pt x="0" y="8477"/>
                          <a:pt x="8477" y="0"/>
                          <a:pt x="19050" y="0"/>
                        </a:cubicBezTo>
                        <a:cubicBezTo>
                          <a:pt x="29623" y="0"/>
                          <a:pt x="38100" y="8477"/>
                          <a:pt x="38100" y="19050"/>
                        </a:cubicBezTo>
                        <a:lnTo>
                          <a:pt x="38100" y="552450"/>
                        </a:lnTo>
                        <a:cubicBezTo>
                          <a:pt x="38100" y="563023"/>
                          <a:pt x="29623" y="571500"/>
                          <a:pt x="19050" y="5715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0" name="Freeform: Shape 199">
                    <a:extLst>
                      <a:ext uri="{FF2B5EF4-FFF2-40B4-BE49-F238E27FC236}">
                        <a16:creationId xmlns:a16="http://schemas.microsoft.com/office/drawing/2014/main" id="{247F6FB4-7025-49C0-B38E-99BB4D455425}"/>
                      </a:ext>
                    </a:extLst>
                  </p:cNvPr>
                  <p:cNvSpPr/>
                  <p:nvPr/>
                </p:nvSpPr>
                <p:spPr>
                  <a:xfrm>
                    <a:off x="6894049" y="3456264"/>
                    <a:ext cx="190499" cy="114347"/>
                  </a:xfrm>
                  <a:custGeom>
                    <a:avLst/>
                    <a:gdLst>
                      <a:gd name="connsiteX0" fmla="*/ 95202 w 190499"/>
                      <a:gd name="connsiteY0" fmla="*/ 114348 h 114347"/>
                      <a:gd name="connsiteX1" fmla="*/ 81772 w 190499"/>
                      <a:gd name="connsiteY1" fmla="*/ 108728 h 114347"/>
                      <a:gd name="connsiteX2" fmla="*/ 5572 w 190499"/>
                      <a:gd name="connsiteY2" fmla="*/ 32528 h 114347"/>
                      <a:gd name="connsiteX3" fmla="*/ 5572 w 190499"/>
                      <a:gd name="connsiteY3" fmla="*/ 5572 h 114347"/>
                      <a:gd name="connsiteX4" fmla="*/ 32528 w 190499"/>
                      <a:gd name="connsiteY4" fmla="*/ 5572 h 114347"/>
                      <a:gd name="connsiteX5" fmla="*/ 95202 w 190499"/>
                      <a:gd name="connsiteY5" fmla="*/ 68342 h 114347"/>
                      <a:gd name="connsiteX6" fmla="*/ 157972 w 190499"/>
                      <a:gd name="connsiteY6" fmla="*/ 5572 h 114347"/>
                      <a:gd name="connsiteX7" fmla="*/ 184928 w 190499"/>
                      <a:gd name="connsiteY7" fmla="*/ 5572 h 114347"/>
                      <a:gd name="connsiteX8" fmla="*/ 184928 w 190499"/>
                      <a:gd name="connsiteY8" fmla="*/ 32528 h 114347"/>
                      <a:gd name="connsiteX9" fmla="*/ 108728 w 190499"/>
                      <a:gd name="connsiteY9" fmla="*/ 108728 h 114347"/>
                      <a:gd name="connsiteX10" fmla="*/ 95202 w 190499"/>
                      <a:gd name="connsiteY10" fmla="*/ 114348 h 1143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190499" h="114347">
                        <a:moveTo>
                          <a:pt x="95202" y="114348"/>
                        </a:moveTo>
                        <a:cubicBezTo>
                          <a:pt x="90345" y="114348"/>
                          <a:pt x="85487" y="112443"/>
                          <a:pt x="81772" y="108728"/>
                        </a:cubicBezTo>
                        <a:lnTo>
                          <a:pt x="5572" y="32528"/>
                        </a:lnTo>
                        <a:cubicBezTo>
                          <a:pt x="-1857" y="25098"/>
                          <a:pt x="-1857" y="13002"/>
                          <a:pt x="5572" y="5572"/>
                        </a:cubicBezTo>
                        <a:cubicBezTo>
                          <a:pt x="13002" y="-1857"/>
                          <a:pt x="25098" y="-1857"/>
                          <a:pt x="32528" y="5572"/>
                        </a:cubicBezTo>
                        <a:lnTo>
                          <a:pt x="95202" y="68342"/>
                        </a:lnTo>
                        <a:lnTo>
                          <a:pt x="157972" y="5572"/>
                        </a:lnTo>
                        <a:cubicBezTo>
                          <a:pt x="165402" y="-1857"/>
                          <a:pt x="177498" y="-1857"/>
                          <a:pt x="184928" y="5572"/>
                        </a:cubicBezTo>
                        <a:cubicBezTo>
                          <a:pt x="192357" y="13002"/>
                          <a:pt x="192357" y="25098"/>
                          <a:pt x="184928" y="32528"/>
                        </a:cubicBezTo>
                        <a:lnTo>
                          <a:pt x="108728" y="108728"/>
                        </a:lnTo>
                        <a:cubicBezTo>
                          <a:pt x="104918" y="112443"/>
                          <a:pt x="100060" y="114348"/>
                          <a:pt x="95202" y="114348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1" name="Freeform: Shape 200">
                    <a:extLst>
                      <a:ext uri="{FF2B5EF4-FFF2-40B4-BE49-F238E27FC236}">
                        <a16:creationId xmlns:a16="http://schemas.microsoft.com/office/drawing/2014/main" id="{520DBE37-4AE0-4502-909A-D74CCF96522E}"/>
                      </a:ext>
                    </a:extLst>
                  </p:cNvPr>
                  <p:cNvSpPr/>
                  <p:nvPr/>
                </p:nvSpPr>
                <p:spPr>
                  <a:xfrm>
                    <a:off x="6913052" y="4065912"/>
                    <a:ext cx="1219200" cy="38100"/>
                  </a:xfrm>
                  <a:custGeom>
                    <a:avLst/>
                    <a:gdLst>
                      <a:gd name="connsiteX0" fmla="*/ 0 w 1219200"/>
                      <a:gd name="connsiteY0" fmla="*/ 0 h 38100"/>
                      <a:gd name="connsiteX1" fmla="*/ 1219200 w 1219200"/>
                      <a:gd name="connsiteY1" fmla="*/ 0 h 38100"/>
                      <a:gd name="connsiteX2" fmla="*/ 1219200 w 1219200"/>
                      <a:gd name="connsiteY2" fmla="*/ 38100 h 38100"/>
                      <a:gd name="connsiteX3" fmla="*/ 0 w 12192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19200" h="38100">
                        <a:moveTo>
                          <a:pt x="0" y="0"/>
                        </a:moveTo>
                        <a:lnTo>
                          <a:pt x="1219200" y="0"/>
                        </a:lnTo>
                        <a:lnTo>
                          <a:pt x="12192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2" name="Freeform: Shape 201">
                    <a:extLst>
                      <a:ext uri="{FF2B5EF4-FFF2-40B4-BE49-F238E27FC236}">
                        <a16:creationId xmlns:a16="http://schemas.microsoft.com/office/drawing/2014/main" id="{44E9CE67-B799-4610-A7AF-EEA68B4616E6}"/>
                      </a:ext>
                    </a:extLst>
                  </p:cNvPr>
                  <p:cNvSpPr/>
                  <p:nvPr/>
                </p:nvSpPr>
                <p:spPr>
                  <a:xfrm>
                    <a:off x="7427496" y="3075312"/>
                    <a:ext cx="190405" cy="114300"/>
                  </a:xfrm>
                  <a:custGeom>
                    <a:avLst/>
                    <a:gdLst>
                      <a:gd name="connsiteX0" fmla="*/ 95156 w 190405"/>
                      <a:gd name="connsiteY0" fmla="*/ 114300 h 114300"/>
                      <a:gd name="connsiteX1" fmla="*/ 76106 w 190405"/>
                      <a:gd name="connsiteY1" fmla="*/ 95536 h 114300"/>
                      <a:gd name="connsiteX2" fmla="*/ 76106 w 190405"/>
                      <a:gd name="connsiteY2" fmla="*/ 95536 h 114300"/>
                      <a:gd name="connsiteX3" fmla="*/ 76106 w 190405"/>
                      <a:gd name="connsiteY3" fmla="*/ 95536 h 114300"/>
                      <a:gd name="connsiteX4" fmla="*/ 76106 w 190405"/>
                      <a:gd name="connsiteY4" fmla="*/ 95536 h 114300"/>
                      <a:gd name="connsiteX5" fmla="*/ 76106 w 190405"/>
                      <a:gd name="connsiteY5" fmla="*/ 95441 h 114300"/>
                      <a:gd name="connsiteX6" fmla="*/ 76106 w 190405"/>
                      <a:gd name="connsiteY6" fmla="*/ 95345 h 114300"/>
                      <a:gd name="connsiteX7" fmla="*/ 76106 w 190405"/>
                      <a:gd name="connsiteY7" fmla="*/ 95345 h 114300"/>
                      <a:gd name="connsiteX8" fmla="*/ 76106 w 190405"/>
                      <a:gd name="connsiteY8" fmla="*/ 95250 h 114300"/>
                      <a:gd name="connsiteX9" fmla="*/ 18860 w 190405"/>
                      <a:gd name="connsiteY9" fmla="*/ 38100 h 114300"/>
                      <a:gd name="connsiteX10" fmla="*/ 1 w 190405"/>
                      <a:gd name="connsiteY10" fmla="*/ 18955 h 114300"/>
                      <a:gd name="connsiteX11" fmla="*/ 18956 w 190405"/>
                      <a:gd name="connsiteY11" fmla="*/ 0 h 114300"/>
                      <a:gd name="connsiteX12" fmla="*/ 95441 w 190405"/>
                      <a:gd name="connsiteY12" fmla="*/ 35243 h 114300"/>
                      <a:gd name="connsiteX13" fmla="*/ 171356 w 190405"/>
                      <a:gd name="connsiteY13" fmla="*/ 0 h 114300"/>
                      <a:gd name="connsiteX14" fmla="*/ 190406 w 190405"/>
                      <a:gd name="connsiteY14" fmla="*/ 19050 h 114300"/>
                      <a:gd name="connsiteX15" fmla="*/ 171356 w 190405"/>
                      <a:gd name="connsiteY15" fmla="*/ 38100 h 114300"/>
                      <a:gd name="connsiteX16" fmla="*/ 114206 w 190405"/>
                      <a:gd name="connsiteY16" fmla="*/ 95345 h 114300"/>
                      <a:gd name="connsiteX17" fmla="*/ 95156 w 190405"/>
                      <a:gd name="connsiteY17" fmla="*/ 114300 h 114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90405" h="114300">
                        <a:moveTo>
                          <a:pt x="95156" y="114300"/>
                        </a:moveTo>
                        <a:cubicBezTo>
                          <a:pt x="84678" y="114300"/>
                          <a:pt x="76296" y="105918"/>
                          <a:pt x="76106" y="95536"/>
                        </a:cubicBezTo>
                        <a:cubicBezTo>
                          <a:pt x="76106" y="95536"/>
                          <a:pt x="76106" y="95536"/>
                          <a:pt x="76106" y="95536"/>
                        </a:cubicBezTo>
                        <a:lnTo>
                          <a:pt x="76106" y="95536"/>
                        </a:lnTo>
                        <a:lnTo>
                          <a:pt x="76106" y="95536"/>
                        </a:lnTo>
                        <a:cubicBezTo>
                          <a:pt x="76106" y="95536"/>
                          <a:pt x="76106" y="95441"/>
                          <a:pt x="76106" y="95441"/>
                        </a:cubicBezTo>
                        <a:cubicBezTo>
                          <a:pt x="76106" y="95441"/>
                          <a:pt x="76106" y="95441"/>
                          <a:pt x="76106" y="95345"/>
                        </a:cubicBezTo>
                        <a:lnTo>
                          <a:pt x="76106" y="95345"/>
                        </a:lnTo>
                        <a:cubicBezTo>
                          <a:pt x="76106" y="95345"/>
                          <a:pt x="76106" y="95345"/>
                          <a:pt x="76106" y="95250"/>
                        </a:cubicBezTo>
                        <a:cubicBezTo>
                          <a:pt x="76106" y="41434"/>
                          <a:pt x="28385" y="38195"/>
                          <a:pt x="18860" y="38100"/>
                        </a:cubicBezTo>
                        <a:cubicBezTo>
                          <a:pt x="8383" y="38005"/>
                          <a:pt x="-94" y="29432"/>
                          <a:pt x="1" y="18955"/>
                        </a:cubicBezTo>
                        <a:cubicBezTo>
                          <a:pt x="1" y="8477"/>
                          <a:pt x="8478" y="0"/>
                          <a:pt x="18956" y="0"/>
                        </a:cubicBezTo>
                        <a:cubicBezTo>
                          <a:pt x="40482" y="0"/>
                          <a:pt x="74391" y="8477"/>
                          <a:pt x="95441" y="35243"/>
                        </a:cubicBezTo>
                        <a:cubicBezTo>
                          <a:pt x="109824" y="15621"/>
                          <a:pt x="133637" y="0"/>
                          <a:pt x="171356" y="0"/>
                        </a:cubicBezTo>
                        <a:cubicBezTo>
                          <a:pt x="181928" y="0"/>
                          <a:pt x="190406" y="8573"/>
                          <a:pt x="190406" y="19050"/>
                        </a:cubicBezTo>
                        <a:cubicBezTo>
                          <a:pt x="190406" y="29528"/>
                          <a:pt x="181928" y="38100"/>
                          <a:pt x="171356" y="38100"/>
                        </a:cubicBezTo>
                        <a:cubicBezTo>
                          <a:pt x="117635" y="38100"/>
                          <a:pt x="114301" y="85725"/>
                          <a:pt x="114206" y="95345"/>
                        </a:cubicBezTo>
                        <a:cubicBezTo>
                          <a:pt x="114110" y="105823"/>
                          <a:pt x="105633" y="114300"/>
                          <a:pt x="95156" y="1143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3" name="Freeform: Shape 202">
                    <a:extLst>
                      <a:ext uri="{FF2B5EF4-FFF2-40B4-BE49-F238E27FC236}">
                        <a16:creationId xmlns:a16="http://schemas.microsoft.com/office/drawing/2014/main" id="{DB1AB8BA-DF33-4F06-AB5F-9C3167CE0BB1}"/>
                      </a:ext>
                    </a:extLst>
                  </p:cNvPr>
                  <p:cNvSpPr/>
                  <p:nvPr/>
                </p:nvSpPr>
                <p:spPr>
                  <a:xfrm>
                    <a:off x="7579896" y="3151512"/>
                    <a:ext cx="190405" cy="114300"/>
                  </a:xfrm>
                  <a:custGeom>
                    <a:avLst/>
                    <a:gdLst>
                      <a:gd name="connsiteX0" fmla="*/ 95156 w 190405"/>
                      <a:gd name="connsiteY0" fmla="*/ 114300 h 114300"/>
                      <a:gd name="connsiteX1" fmla="*/ 76106 w 190405"/>
                      <a:gd name="connsiteY1" fmla="*/ 95536 h 114300"/>
                      <a:gd name="connsiteX2" fmla="*/ 76106 w 190405"/>
                      <a:gd name="connsiteY2" fmla="*/ 95536 h 114300"/>
                      <a:gd name="connsiteX3" fmla="*/ 76106 w 190405"/>
                      <a:gd name="connsiteY3" fmla="*/ 95536 h 114300"/>
                      <a:gd name="connsiteX4" fmla="*/ 76106 w 190405"/>
                      <a:gd name="connsiteY4" fmla="*/ 95536 h 114300"/>
                      <a:gd name="connsiteX5" fmla="*/ 76106 w 190405"/>
                      <a:gd name="connsiteY5" fmla="*/ 95441 h 114300"/>
                      <a:gd name="connsiteX6" fmla="*/ 76106 w 190405"/>
                      <a:gd name="connsiteY6" fmla="*/ 95345 h 114300"/>
                      <a:gd name="connsiteX7" fmla="*/ 76106 w 190405"/>
                      <a:gd name="connsiteY7" fmla="*/ 95345 h 114300"/>
                      <a:gd name="connsiteX8" fmla="*/ 76106 w 190405"/>
                      <a:gd name="connsiteY8" fmla="*/ 95250 h 114300"/>
                      <a:gd name="connsiteX9" fmla="*/ 18860 w 190405"/>
                      <a:gd name="connsiteY9" fmla="*/ 38100 h 114300"/>
                      <a:gd name="connsiteX10" fmla="*/ 1 w 190405"/>
                      <a:gd name="connsiteY10" fmla="*/ 18955 h 114300"/>
                      <a:gd name="connsiteX11" fmla="*/ 18956 w 190405"/>
                      <a:gd name="connsiteY11" fmla="*/ 0 h 114300"/>
                      <a:gd name="connsiteX12" fmla="*/ 95441 w 190405"/>
                      <a:gd name="connsiteY12" fmla="*/ 35243 h 114300"/>
                      <a:gd name="connsiteX13" fmla="*/ 171356 w 190405"/>
                      <a:gd name="connsiteY13" fmla="*/ 0 h 114300"/>
                      <a:gd name="connsiteX14" fmla="*/ 190406 w 190405"/>
                      <a:gd name="connsiteY14" fmla="*/ 19050 h 114300"/>
                      <a:gd name="connsiteX15" fmla="*/ 171356 w 190405"/>
                      <a:gd name="connsiteY15" fmla="*/ 38100 h 114300"/>
                      <a:gd name="connsiteX16" fmla="*/ 114206 w 190405"/>
                      <a:gd name="connsiteY16" fmla="*/ 95345 h 114300"/>
                      <a:gd name="connsiteX17" fmla="*/ 95156 w 190405"/>
                      <a:gd name="connsiteY17" fmla="*/ 114300 h 114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90405" h="114300">
                        <a:moveTo>
                          <a:pt x="95156" y="114300"/>
                        </a:moveTo>
                        <a:cubicBezTo>
                          <a:pt x="84678" y="114300"/>
                          <a:pt x="76296" y="105918"/>
                          <a:pt x="76106" y="95536"/>
                        </a:cubicBezTo>
                        <a:cubicBezTo>
                          <a:pt x="76106" y="95536"/>
                          <a:pt x="76106" y="95536"/>
                          <a:pt x="76106" y="95536"/>
                        </a:cubicBezTo>
                        <a:lnTo>
                          <a:pt x="76106" y="95536"/>
                        </a:lnTo>
                        <a:lnTo>
                          <a:pt x="76106" y="95536"/>
                        </a:lnTo>
                        <a:cubicBezTo>
                          <a:pt x="76106" y="95536"/>
                          <a:pt x="76106" y="95441"/>
                          <a:pt x="76106" y="95441"/>
                        </a:cubicBezTo>
                        <a:cubicBezTo>
                          <a:pt x="76106" y="95441"/>
                          <a:pt x="76106" y="95441"/>
                          <a:pt x="76106" y="95345"/>
                        </a:cubicBezTo>
                        <a:lnTo>
                          <a:pt x="76106" y="95345"/>
                        </a:lnTo>
                        <a:cubicBezTo>
                          <a:pt x="76106" y="95345"/>
                          <a:pt x="76106" y="95345"/>
                          <a:pt x="76106" y="95250"/>
                        </a:cubicBezTo>
                        <a:cubicBezTo>
                          <a:pt x="76106" y="41434"/>
                          <a:pt x="28385" y="38195"/>
                          <a:pt x="18860" y="38100"/>
                        </a:cubicBezTo>
                        <a:cubicBezTo>
                          <a:pt x="8383" y="38005"/>
                          <a:pt x="-94" y="29432"/>
                          <a:pt x="1" y="18955"/>
                        </a:cubicBezTo>
                        <a:cubicBezTo>
                          <a:pt x="1" y="8477"/>
                          <a:pt x="8478" y="0"/>
                          <a:pt x="18956" y="0"/>
                        </a:cubicBezTo>
                        <a:cubicBezTo>
                          <a:pt x="40482" y="0"/>
                          <a:pt x="74391" y="8477"/>
                          <a:pt x="95441" y="35243"/>
                        </a:cubicBezTo>
                        <a:cubicBezTo>
                          <a:pt x="109824" y="15621"/>
                          <a:pt x="133637" y="0"/>
                          <a:pt x="171356" y="0"/>
                        </a:cubicBezTo>
                        <a:cubicBezTo>
                          <a:pt x="181928" y="0"/>
                          <a:pt x="190406" y="8572"/>
                          <a:pt x="190406" y="19050"/>
                        </a:cubicBezTo>
                        <a:cubicBezTo>
                          <a:pt x="190406" y="29528"/>
                          <a:pt x="181928" y="38100"/>
                          <a:pt x="171356" y="38100"/>
                        </a:cubicBezTo>
                        <a:cubicBezTo>
                          <a:pt x="117635" y="38100"/>
                          <a:pt x="114301" y="85725"/>
                          <a:pt x="114206" y="95345"/>
                        </a:cubicBezTo>
                        <a:cubicBezTo>
                          <a:pt x="114110" y="105823"/>
                          <a:pt x="105633" y="114300"/>
                          <a:pt x="95156" y="1143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4" name="Freeform: Shape 203">
                    <a:extLst>
                      <a:ext uri="{FF2B5EF4-FFF2-40B4-BE49-F238E27FC236}">
                        <a16:creationId xmlns:a16="http://schemas.microsoft.com/office/drawing/2014/main" id="{DA92C9AB-0B0E-4339-B0E8-198E633E5FE4}"/>
                      </a:ext>
                    </a:extLst>
                  </p:cNvPr>
                  <p:cNvSpPr/>
                  <p:nvPr/>
                </p:nvSpPr>
                <p:spPr>
                  <a:xfrm>
                    <a:off x="7351296" y="3227712"/>
                    <a:ext cx="190405" cy="114300"/>
                  </a:xfrm>
                  <a:custGeom>
                    <a:avLst/>
                    <a:gdLst>
                      <a:gd name="connsiteX0" fmla="*/ 95156 w 190405"/>
                      <a:gd name="connsiteY0" fmla="*/ 114300 h 114300"/>
                      <a:gd name="connsiteX1" fmla="*/ 76106 w 190405"/>
                      <a:gd name="connsiteY1" fmla="*/ 95536 h 114300"/>
                      <a:gd name="connsiteX2" fmla="*/ 76106 w 190405"/>
                      <a:gd name="connsiteY2" fmla="*/ 95536 h 114300"/>
                      <a:gd name="connsiteX3" fmla="*/ 76106 w 190405"/>
                      <a:gd name="connsiteY3" fmla="*/ 95536 h 114300"/>
                      <a:gd name="connsiteX4" fmla="*/ 76106 w 190405"/>
                      <a:gd name="connsiteY4" fmla="*/ 95536 h 114300"/>
                      <a:gd name="connsiteX5" fmla="*/ 76106 w 190405"/>
                      <a:gd name="connsiteY5" fmla="*/ 95441 h 114300"/>
                      <a:gd name="connsiteX6" fmla="*/ 76106 w 190405"/>
                      <a:gd name="connsiteY6" fmla="*/ 95345 h 114300"/>
                      <a:gd name="connsiteX7" fmla="*/ 76106 w 190405"/>
                      <a:gd name="connsiteY7" fmla="*/ 95345 h 114300"/>
                      <a:gd name="connsiteX8" fmla="*/ 76106 w 190405"/>
                      <a:gd name="connsiteY8" fmla="*/ 95250 h 114300"/>
                      <a:gd name="connsiteX9" fmla="*/ 18860 w 190405"/>
                      <a:gd name="connsiteY9" fmla="*/ 38100 h 114300"/>
                      <a:gd name="connsiteX10" fmla="*/ 1 w 190405"/>
                      <a:gd name="connsiteY10" fmla="*/ 18955 h 114300"/>
                      <a:gd name="connsiteX11" fmla="*/ 18956 w 190405"/>
                      <a:gd name="connsiteY11" fmla="*/ 0 h 114300"/>
                      <a:gd name="connsiteX12" fmla="*/ 95441 w 190405"/>
                      <a:gd name="connsiteY12" fmla="*/ 35243 h 114300"/>
                      <a:gd name="connsiteX13" fmla="*/ 171356 w 190405"/>
                      <a:gd name="connsiteY13" fmla="*/ 0 h 114300"/>
                      <a:gd name="connsiteX14" fmla="*/ 190406 w 190405"/>
                      <a:gd name="connsiteY14" fmla="*/ 19050 h 114300"/>
                      <a:gd name="connsiteX15" fmla="*/ 171356 w 190405"/>
                      <a:gd name="connsiteY15" fmla="*/ 38100 h 114300"/>
                      <a:gd name="connsiteX16" fmla="*/ 114206 w 190405"/>
                      <a:gd name="connsiteY16" fmla="*/ 95345 h 114300"/>
                      <a:gd name="connsiteX17" fmla="*/ 95156 w 190405"/>
                      <a:gd name="connsiteY17" fmla="*/ 114300 h 114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90405" h="114300">
                        <a:moveTo>
                          <a:pt x="95156" y="114300"/>
                        </a:moveTo>
                        <a:cubicBezTo>
                          <a:pt x="84678" y="114300"/>
                          <a:pt x="76296" y="105918"/>
                          <a:pt x="76106" y="95536"/>
                        </a:cubicBezTo>
                        <a:cubicBezTo>
                          <a:pt x="76106" y="95536"/>
                          <a:pt x="76106" y="95536"/>
                          <a:pt x="76106" y="95536"/>
                        </a:cubicBezTo>
                        <a:lnTo>
                          <a:pt x="76106" y="95536"/>
                        </a:lnTo>
                        <a:lnTo>
                          <a:pt x="76106" y="95536"/>
                        </a:lnTo>
                        <a:cubicBezTo>
                          <a:pt x="76106" y="95536"/>
                          <a:pt x="76106" y="95441"/>
                          <a:pt x="76106" y="95441"/>
                        </a:cubicBezTo>
                        <a:cubicBezTo>
                          <a:pt x="76106" y="95441"/>
                          <a:pt x="76106" y="95441"/>
                          <a:pt x="76106" y="95345"/>
                        </a:cubicBezTo>
                        <a:lnTo>
                          <a:pt x="76106" y="95345"/>
                        </a:lnTo>
                        <a:cubicBezTo>
                          <a:pt x="76106" y="95345"/>
                          <a:pt x="76106" y="95345"/>
                          <a:pt x="76106" y="95250"/>
                        </a:cubicBezTo>
                        <a:cubicBezTo>
                          <a:pt x="76106" y="41434"/>
                          <a:pt x="28385" y="38195"/>
                          <a:pt x="18860" y="38100"/>
                        </a:cubicBezTo>
                        <a:cubicBezTo>
                          <a:pt x="8383" y="38005"/>
                          <a:pt x="-94" y="29432"/>
                          <a:pt x="1" y="18955"/>
                        </a:cubicBezTo>
                        <a:cubicBezTo>
                          <a:pt x="1" y="8477"/>
                          <a:pt x="8478" y="0"/>
                          <a:pt x="18956" y="0"/>
                        </a:cubicBezTo>
                        <a:cubicBezTo>
                          <a:pt x="40482" y="0"/>
                          <a:pt x="74391" y="8477"/>
                          <a:pt x="95441" y="35243"/>
                        </a:cubicBezTo>
                        <a:cubicBezTo>
                          <a:pt x="109824" y="15621"/>
                          <a:pt x="133637" y="0"/>
                          <a:pt x="171356" y="0"/>
                        </a:cubicBezTo>
                        <a:cubicBezTo>
                          <a:pt x="181928" y="0"/>
                          <a:pt x="190406" y="8572"/>
                          <a:pt x="190406" y="19050"/>
                        </a:cubicBezTo>
                        <a:cubicBezTo>
                          <a:pt x="190406" y="29528"/>
                          <a:pt x="181928" y="38100"/>
                          <a:pt x="171356" y="38100"/>
                        </a:cubicBezTo>
                        <a:cubicBezTo>
                          <a:pt x="117635" y="38100"/>
                          <a:pt x="114301" y="85725"/>
                          <a:pt x="114206" y="95345"/>
                        </a:cubicBezTo>
                        <a:cubicBezTo>
                          <a:pt x="114110" y="105823"/>
                          <a:pt x="105633" y="114300"/>
                          <a:pt x="95156" y="11430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205" name="Graphic 112">
                    <a:extLst>
                      <a:ext uri="{FF2B5EF4-FFF2-40B4-BE49-F238E27FC236}">
                        <a16:creationId xmlns:a16="http://schemas.microsoft.com/office/drawing/2014/main" id="{7D424DEF-8471-463E-A523-E69E5BD58439}"/>
                      </a:ext>
                    </a:extLst>
                  </p:cNvPr>
                  <p:cNvGrpSpPr/>
                  <p:nvPr/>
                </p:nvGrpSpPr>
                <p:grpSpPr>
                  <a:xfrm>
                    <a:off x="7109933" y="3608977"/>
                    <a:ext cx="825436" cy="485795"/>
                    <a:chOff x="5769006" y="3448315"/>
                    <a:chExt cx="825436" cy="485795"/>
                  </a:xfrm>
                  <a:grpFill/>
                </p:grpSpPr>
                <p:sp>
                  <p:nvSpPr>
                    <p:cNvPr id="206" name="Freeform: Shape 205">
                      <a:extLst>
                        <a:ext uri="{FF2B5EF4-FFF2-40B4-BE49-F238E27FC236}">
                          <a16:creationId xmlns:a16="http://schemas.microsoft.com/office/drawing/2014/main" id="{7D5378D3-513A-4556-A702-FA00C4DFC7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32836" y="3448335"/>
                      <a:ext cx="133540" cy="38100"/>
                    </a:xfrm>
                    <a:custGeom>
                      <a:avLst/>
                      <a:gdLst>
                        <a:gd name="connsiteX0" fmla="*/ 114491 w 133540"/>
                        <a:gd name="connsiteY0" fmla="*/ 38100 h 38100"/>
                        <a:gd name="connsiteX1" fmla="*/ 19050 w 133540"/>
                        <a:gd name="connsiteY1" fmla="*/ 38100 h 38100"/>
                        <a:gd name="connsiteX2" fmla="*/ 0 w 133540"/>
                        <a:gd name="connsiteY2" fmla="*/ 19050 h 38100"/>
                        <a:gd name="connsiteX3" fmla="*/ 19050 w 133540"/>
                        <a:gd name="connsiteY3" fmla="*/ 0 h 38100"/>
                        <a:gd name="connsiteX4" fmla="*/ 114491 w 133540"/>
                        <a:gd name="connsiteY4" fmla="*/ 0 h 38100"/>
                        <a:gd name="connsiteX5" fmla="*/ 133541 w 133540"/>
                        <a:gd name="connsiteY5" fmla="*/ 19050 h 38100"/>
                        <a:gd name="connsiteX6" fmla="*/ 114491 w 133540"/>
                        <a:gd name="connsiteY6" fmla="*/ 38100 h 38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33540" h="38100">
                          <a:moveTo>
                            <a:pt x="114491" y="38100"/>
                          </a:moveTo>
                          <a:lnTo>
                            <a:pt x="19050" y="38100"/>
                          </a:lnTo>
                          <a:cubicBezTo>
                            <a:pt x="8477" y="38100"/>
                            <a:pt x="0" y="29623"/>
                            <a:pt x="0" y="19050"/>
                          </a:cubicBezTo>
                          <a:cubicBezTo>
                            <a:pt x="0" y="8477"/>
                            <a:pt x="8477" y="0"/>
                            <a:pt x="19050" y="0"/>
                          </a:cubicBezTo>
                          <a:lnTo>
                            <a:pt x="114491" y="0"/>
                          </a:lnTo>
                          <a:cubicBezTo>
                            <a:pt x="125063" y="0"/>
                            <a:pt x="133541" y="8477"/>
                            <a:pt x="133541" y="19050"/>
                          </a:cubicBezTo>
                          <a:cubicBezTo>
                            <a:pt x="133541" y="29528"/>
                            <a:pt x="125063" y="38100"/>
                            <a:pt x="114491" y="38100"/>
                          </a:cubicBez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251" name="Graphic 112">
                      <a:extLst>
                        <a:ext uri="{FF2B5EF4-FFF2-40B4-BE49-F238E27FC236}">
                          <a16:creationId xmlns:a16="http://schemas.microsoft.com/office/drawing/2014/main" id="{A19B5A68-BF84-4843-82C0-8E07876727F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69006" y="3448315"/>
                      <a:ext cx="825436" cy="485795"/>
                      <a:chOff x="5769006" y="3448315"/>
                      <a:chExt cx="825436" cy="485795"/>
                    </a:xfrm>
                    <a:grpFill/>
                  </p:grpSpPr>
                  <p:sp>
                    <p:nvSpPr>
                      <p:cNvPr id="252" name="Freeform: Shape 251">
                        <a:extLst>
                          <a:ext uri="{FF2B5EF4-FFF2-40B4-BE49-F238E27FC236}">
                            <a16:creationId xmlns:a16="http://schemas.microsoft.com/office/drawing/2014/main" id="{00AFE4E3-E8D9-4A8E-84D2-15A8E2BF97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12148" y="3538061"/>
                        <a:ext cx="431762" cy="252888"/>
                      </a:xfrm>
                      <a:custGeom>
                        <a:avLst/>
                        <a:gdLst>
                          <a:gd name="connsiteX0" fmla="*/ 269576 w 431762"/>
                          <a:gd name="connsiteY0" fmla="*/ 252889 h 252888"/>
                          <a:gd name="connsiteX1" fmla="*/ 19069 w 431762"/>
                          <a:gd name="connsiteY1" fmla="*/ 252889 h 252888"/>
                          <a:gd name="connsiteX2" fmla="*/ 2876 w 431762"/>
                          <a:gd name="connsiteY2" fmla="*/ 243840 h 252888"/>
                          <a:gd name="connsiteX3" fmla="*/ 2019 w 431762"/>
                          <a:gd name="connsiteY3" fmla="*/ 225266 h 252888"/>
                          <a:gd name="connsiteX4" fmla="*/ 109366 w 431762"/>
                          <a:gd name="connsiteY4" fmla="*/ 10573 h 252888"/>
                          <a:gd name="connsiteX5" fmla="*/ 126416 w 431762"/>
                          <a:gd name="connsiteY5" fmla="*/ 0 h 252888"/>
                          <a:gd name="connsiteX6" fmla="*/ 412737 w 431762"/>
                          <a:gd name="connsiteY6" fmla="*/ 0 h 252888"/>
                          <a:gd name="connsiteX7" fmla="*/ 429501 w 431762"/>
                          <a:gd name="connsiteY7" fmla="*/ 10097 h 252888"/>
                          <a:gd name="connsiteX8" fmla="*/ 428549 w 431762"/>
                          <a:gd name="connsiteY8" fmla="*/ 29623 h 252888"/>
                          <a:gd name="connsiteX9" fmla="*/ 285388 w 431762"/>
                          <a:gd name="connsiteY9" fmla="*/ 244412 h 252888"/>
                          <a:gd name="connsiteX10" fmla="*/ 269576 w 431762"/>
                          <a:gd name="connsiteY10" fmla="*/ 252889 h 252888"/>
                          <a:gd name="connsiteX11" fmla="*/ 49835 w 431762"/>
                          <a:gd name="connsiteY11" fmla="*/ 214789 h 252888"/>
                          <a:gd name="connsiteX12" fmla="*/ 259385 w 431762"/>
                          <a:gd name="connsiteY12" fmla="*/ 214789 h 252888"/>
                          <a:gd name="connsiteX13" fmla="*/ 377114 w 431762"/>
                          <a:gd name="connsiteY13" fmla="*/ 38195 h 252888"/>
                          <a:gd name="connsiteX14" fmla="*/ 138227 w 431762"/>
                          <a:gd name="connsiteY14" fmla="*/ 38195 h 252888"/>
                          <a:gd name="connsiteX15" fmla="*/ 49835 w 431762"/>
                          <a:gd name="connsiteY15" fmla="*/ 214789 h 2528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431762" h="252888">
                            <a:moveTo>
                              <a:pt x="269576" y="252889"/>
                            </a:moveTo>
                            <a:lnTo>
                              <a:pt x="19069" y="252889"/>
                            </a:lnTo>
                            <a:cubicBezTo>
                              <a:pt x="12497" y="252889"/>
                              <a:pt x="6305" y="249460"/>
                              <a:pt x="2876" y="243840"/>
                            </a:cubicBezTo>
                            <a:cubicBezTo>
                              <a:pt x="-648" y="238220"/>
                              <a:pt x="-934" y="231172"/>
                              <a:pt x="2019" y="225266"/>
                            </a:cubicBezTo>
                            <a:lnTo>
                              <a:pt x="109366" y="10573"/>
                            </a:lnTo>
                            <a:cubicBezTo>
                              <a:pt x="112604" y="4096"/>
                              <a:pt x="119177" y="0"/>
                              <a:pt x="126416" y="0"/>
                            </a:cubicBezTo>
                            <a:lnTo>
                              <a:pt x="412737" y="0"/>
                            </a:lnTo>
                            <a:cubicBezTo>
                              <a:pt x="419786" y="0"/>
                              <a:pt x="426263" y="3905"/>
                              <a:pt x="429501" y="10097"/>
                            </a:cubicBezTo>
                            <a:cubicBezTo>
                              <a:pt x="432835" y="16288"/>
                              <a:pt x="432454" y="23813"/>
                              <a:pt x="428549" y="29623"/>
                            </a:cubicBezTo>
                            <a:lnTo>
                              <a:pt x="285388" y="244412"/>
                            </a:lnTo>
                            <a:cubicBezTo>
                              <a:pt x="281864" y="249746"/>
                              <a:pt x="275958" y="252889"/>
                              <a:pt x="269576" y="252889"/>
                            </a:cubicBezTo>
                            <a:close/>
                            <a:moveTo>
                              <a:pt x="49835" y="214789"/>
                            </a:moveTo>
                            <a:lnTo>
                              <a:pt x="259385" y="214789"/>
                            </a:lnTo>
                            <a:lnTo>
                              <a:pt x="377114" y="38195"/>
                            </a:lnTo>
                            <a:lnTo>
                              <a:pt x="138227" y="38195"/>
                            </a:lnTo>
                            <a:lnTo>
                              <a:pt x="49835" y="214789"/>
                            </a:ln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53" name="Freeform: Shape 252">
                        <a:extLst>
                          <a:ext uri="{FF2B5EF4-FFF2-40B4-BE49-F238E27FC236}">
                            <a16:creationId xmlns:a16="http://schemas.microsoft.com/office/drawing/2014/main" id="{5641FCEA-CB35-4E6C-A009-CAF4504E0E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68630" y="3448315"/>
                        <a:ext cx="232070" cy="342634"/>
                      </a:xfrm>
                      <a:custGeom>
                        <a:avLst/>
                        <a:gdLst>
                          <a:gd name="connsiteX0" fmla="*/ 213095 w 232070"/>
                          <a:gd name="connsiteY0" fmla="*/ 342635 h 342634"/>
                          <a:gd name="connsiteX1" fmla="*/ 196998 w 232070"/>
                          <a:gd name="connsiteY1" fmla="*/ 333777 h 342634"/>
                          <a:gd name="connsiteX2" fmla="*/ 2973 w 232070"/>
                          <a:gd name="connsiteY2" fmla="*/ 29262 h 342634"/>
                          <a:gd name="connsiteX3" fmla="*/ 8784 w 232070"/>
                          <a:gd name="connsiteY3" fmla="*/ 2973 h 342634"/>
                          <a:gd name="connsiteX4" fmla="*/ 35073 w 232070"/>
                          <a:gd name="connsiteY4" fmla="*/ 8784 h 342634"/>
                          <a:gd name="connsiteX5" fmla="*/ 229097 w 232070"/>
                          <a:gd name="connsiteY5" fmla="*/ 313298 h 342634"/>
                          <a:gd name="connsiteX6" fmla="*/ 223287 w 232070"/>
                          <a:gd name="connsiteY6" fmla="*/ 339587 h 342634"/>
                          <a:gd name="connsiteX7" fmla="*/ 213095 w 232070"/>
                          <a:gd name="connsiteY7" fmla="*/ 342635 h 34263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232070" h="342634">
                            <a:moveTo>
                              <a:pt x="213095" y="342635"/>
                            </a:moveTo>
                            <a:cubicBezTo>
                              <a:pt x="206808" y="342635"/>
                              <a:pt x="200617" y="339492"/>
                              <a:pt x="196998" y="333777"/>
                            </a:cubicBezTo>
                            <a:lnTo>
                              <a:pt x="2973" y="29262"/>
                            </a:lnTo>
                            <a:cubicBezTo>
                              <a:pt x="-2646" y="20404"/>
                              <a:pt x="-75" y="8593"/>
                              <a:pt x="8784" y="2973"/>
                            </a:cubicBezTo>
                            <a:cubicBezTo>
                              <a:pt x="17642" y="-2646"/>
                              <a:pt x="29453" y="-75"/>
                              <a:pt x="35073" y="8784"/>
                            </a:cubicBezTo>
                            <a:lnTo>
                              <a:pt x="229097" y="313298"/>
                            </a:lnTo>
                            <a:cubicBezTo>
                              <a:pt x="234717" y="322156"/>
                              <a:pt x="232145" y="333967"/>
                              <a:pt x="223287" y="339587"/>
                            </a:cubicBezTo>
                            <a:cubicBezTo>
                              <a:pt x="220143" y="341682"/>
                              <a:pt x="216619" y="342635"/>
                              <a:pt x="213095" y="342635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55" name="Freeform: Shape 254">
                        <a:extLst>
                          <a:ext uri="{FF2B5EF4-FFF2-40B4-BE49-F238E27FC236}">
                            <a16:creationId xmlns:a16="http://schemas.microsoft.com/office/drawing/2014/main" id="{84063918-15CF-4915-BCA5-F4BB0776E9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198489" y="3466528"/>
                        <a:ext cx="252882" cy="324421"/>
                      </a:xfrm>
                      <a:custGeom>
                        <a:avLst/>
                        <a:gdLst>
                          <a:gd name="connsiteX0" fmla="*/ 233744 w 252882"/>
                          <a:gd name="connsiteY0" fmla="*/ 324422 h 324421"/>
                          <a:gd name="connsiteX1" fmla="*/ 216694 w 252882"/>
                          <a:gd name="connsiteY1" fmla="*/ 313849 h 324421"/>
                          <a:gd name="connsiteX2" fmla="*/ 78867 w 252882"/>
                          <a:gd name="connsiteY2" fmla="*/ 38100 h 324421"/>
                          <a:gd name="connsiteX3" fmla="*/ 19050 w 252882"/>
                          <a:gd name="connsiteY3" fmla="*/ 38100 h 324421"/>
                          <a:gd name="connsiteX4" fmla="*/ 0 w 252882"/>
                          <a:gd name="connsiteY4" fmla="*/ 19050 h 324421"/>
                          <a:gd name="connsiteX5" fmla="*/ 19050 w 252882"/>
                          <a:gd name="connsiteY5" fmla="*/ 0 h 324421"/>
                          <a:gd name="connsiteX6" fmla="*/ 90678 w 252882"/>
                          <a:gd name="connsiteY6" fmla="*/ 0 h 324421"/>
                          <a:gd name="connsiteX7" fmla="*/ 107728 w 252882"/>
                          <a:gd name="connsiteY7" fmla="*/ 10573 h 324421"/>
                          <a:gd name="connsiteX8" fmla="*/ 250888 w 252882"/>
                          <a:gd name="connsiteY8" fmla="*/ 296894 h 324421"/>
                          <a:gd name="connsiteX9" fmla="*/ 242411 w 252882"/>
                          <a:gd name="connsiteY9" fmla="*/ 322421 h 324421"/>
                          <a:gd name="connsiteX10" fmla="*/ 233744 w 252882"/>
                          <a:gd name="connsiteY10" fmla="*/ 324422 h 32442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52882" h="324421">
                            <a:moveTo>
                              <a:pt x="233744" y="324422"/>
                            </a:moveTo>
                            <a:cubicBezTo>
                              <a:pt x="226790" y="324422"/>
                              <a:pt x="220027" y="320612"/>
                              <a:pt x="216694" y="313849"/>
                            </a:cubicBezTo>
                            <a:lnTo>
                              <a:pt x="78867" y="38100"/>
                            </a:lnTo>
                            <a:lnTo>
                              <a:pt x="19050" y="38100"/>
                            </a:lnTo>
                            <a:cubicBezTo>
                              <a:pt x="8477" y="38100"/>
                              <a:pt x="0" y="29623"/>
                              <a:pt x="0" y="19050"/>
                            </a:cubicBezTo>
                            <a:cubicBezTo>
                              <a:pt x="0" y="8477"/>
                              <a:pt x="8477" y="0"/>
                              <a:pt x="19050" y="0"/>
                            </a:cubicBezTo>
                            <a:lnTo>
                              <a:pt x="90678" y="0"/>
                            </a:lnTo>
                            <a:cubicBezTo>
                              <a:pt x="97917" y="0"/>
                              <a:pt x="104489" y="4096"/>
                              <a:pt x="107728" y="10573"/>
                            </a:cubicBezTo>
                            <a:lnTo>
                              <a:pt x="250888" y="296894"/>
                            </a:lnTo>
                            <a:cubicBezTo>
                              <a:pt x="255556" y="306324"/>
                              <a:pt x="251746" y="317754"/>
                              <a:pt x="242411" y="322421"/>
                            </a:cubicBezTo>
                            <a:cubicBezTo>
                              <a:pt x="239554" y="323755"/>
                              <a:pt x="236696" y="324422"/>
                              <a:pt x="233744" y="324422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56" name="Freeform: Shape 255">
                        <a:extLst>
                          <a:ext uri="{FF2B5EF4-FFF2-40B4-BE49-F238E27FC236}">
                            <a16:creationId xmlns:a16="http://schemas.microsoft.com/office/drawing/2014/main" id="{AC4C6709-511D-4866-93DB-D58A54C8B4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377368" y="3717035"/>
                        <a:ext cx="109727" cy="109728"/>
                      </a:xfrm>
                      <a:custGeom>
                        <a:avLst/>
                        <a:gdLst>
                          <a:gd name="connsiteX0" fmla="*/ 54864 w 109727"/>
                          <a:gd name="connsiteY0" fmla="*/ 109728 h 109728"/>
                          <a:gd name="connsiteX1" fmla="*/ 0 w 109727"/>
                          <a:gd name="connsiteY1" fmla="*/ 54864 h 109728"/>
                          <a:gd name="connsiteX2" fmla="*/ 54864 w 109727"/>
                          <a:gd name="connsiteY2" fmla="*/ 0 h 109728"/>
                          <a:gd name="connsiteX3" fmla="*/ 109728 w 109727"/>
                          <a:gd name="connsiteY3" fmla="*/ 54864 h 109728"/>
                          <a:gd name="connsiteX4" fmla="*/ 54864 w 109727"/>
                          <a:gd name="connsiteY4" fmla="*/ 109728 h 109728"/>
                          <a:gd name="connsiteX5" fmla="*/ 54864 w 109727"/>
                          <a:gd name="connsiteY5" fmla="*/ 38100 h 109728"/>
                          <a:gd name="connsiteX6" fmla="*/ 38100 w 109727"/>
                          <a:gd name="connsiteY6" fmla="*/ 54864 h 109728"/>
                          <a:gd name="connsiteX7" fmla="*/ 54864 w 109727"/>
                          <a:gd name="connsiteY7" fmla="*/ 71628 h 109728"/>
                          <a:gd name="connsiteX8" fmla="*/ 71628 w 109727"/>
                          <a:gd name="connsiteY8" fmla="*/ 54864 h 109728"/>
                          <a:gd name="connsiteX9" fmla="*/ 54864 w 109727"/>
                          <a:gd name="connsiteY9" fmla="*/ 38100 h 10972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109727" h="109728">
                            <a:moveTo>
                              <a:pt x="54864" y="109728"/>
                            </a:moveTo>
                            <a:cubicBezTo>
                              <a:pt x="24670" y="109728"/>
                              <a:pt x="0" y="85154"/>
                              <a:pt x="0" y="54864"/>
                            </a:cubicBezTo>
                            <a:cubicBezTo>
                              <a:pt x="0" y="24575"/>
                              <a:pt x="24575" y="0"/>
                              <a:pt x="54864" y="0"/>
                            </a:cubicBezTo>
                            <a:cubicBezTo>
                              <a:pt x="85154" y="0"/>
                              <a:pt x="109728" y="24575"/>
                              <a:pt x="109728" y="54864"/>
                            </a:cubicBezTo>
                            <a:cubicBezTo>
                              <a:pt x="109728" y="85154"/>
                              <a:pt x="85154" y="109728"/>
                              <a:pt x="54864" y="109728"/>
                            </a:cubicBezTo>
                            <a:close/>
                            <a:moveTo>
                              <a:pt x="54864" y="38100"/>
                            </a:moveTo>
                            <a:cubicBezTo>
                              <a:pt x="45625" y="38100"/>
                              <a:pt x="38100" y="45625"/>
                              <a:pt x="38100" y="54864"/>
                            </a:cubicBezTo>
                            <a:cubicBezTo>
                              <a:pt x="38100" y="64103"/>
                              <a:pt x="45625" y="71628"/>
                              <a:pt x="54864" y="71628"/>
                            </a:cubicBezTo>
                            <a:cubicBezTo>
                              <a:pt x="64103" y="71628"/>
                              <a:pt x="71628" y="64103"/>
                              <a:pt x="71628" y="54864"/>
                            </a:cubicBezTo>
                            <a:cubicBezTo>
                              <a:pt x="71628" y="45625"/>
                              <a:pt x="64103" y="38100"/>
                              <a:pt x="54864" y="38100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57" name="Freeform: Shape 256">
                        <a:extLst>
                          <a:ext uri="{FF2B5EF4-FFF2-40B4-BE49-F238E27FC236}">
                            <a16:creationId xmlns:a16="http://schemas.microsoft.com/office/drawing/2014/main" id="{5D6A691D-553C-4093-9D5F-63F156AD80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76353" y="3717035"/>
                        <a:ext cx="109728" cy="109728"/>
                      </a:xfrm>
                      <a:custGeom>
                        <a:avLst/>
                        <a:gdLst>
                          <a:gd name="connsiteX0" fmla="*/ 54864 w 109728"/>
                          <a:gd name="connsiteY0" fmla="*/ 109728 h 109728"/>
                          <a:gd name="connsiteX1" fmla="*/ 0 w 109728"/>
                          <a:gd name="connsiteY1" fmla="*/ 54864 h 109728"/>
                          <a:gd name="connsiteX2" fmla="*/ 54864 w 109728"/>
                          <a:gd name="connsiteY2" fmla="*/ 0 h 109728"/>
                          <a:gd name="connsiteX3" fmla="*/ 109728 w 109728"/>
                          <a:gd name="connsiteY3" fmla="*/ 54864 h 109728"/>
                          <a:gd name="connsiteX4" fmla="*/ 54864 w 109728"/>
                          <a:gd name="connsiteY4" fmla="*/ 109728 h 109728"/>
                          <a:gd name="connsiteX5" fmla="*/ 54864 w 109728"/>
                          <a:gd name="connsiteY5" fmla="*/ 38100 h 109728"/>
                          <a:gd name="connsiteX6" fmla="*/ 38100 w 109728"/>
                          <a:gd name="connsiteY6" fmla="*/ 54864 h 109728"/>
                          <a:gd name="connsiteX7" fmla="*/ 54864 w 109728"/>
                          <a:gd name="connsiteY7" fmla="*/ 71628 h 109728"/>
                          <a:gd name="connsiteX8" fmla="*/ 71628 w 109728"/>
                          <a:gd name="connsiteY8" fmla="*/ 54864 h 109728"/>
                          <a:gd name="connsiteX9" fmla="*/ 54864 w 109728"/>
                          <a:gd name="connsiteY9" fmla="*/ 38100 h 10972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109728" h="109728">
                            <a:moveTo>
                              <a:pt x="54864" y="109728"/>
                            </a:moveTo>
                            <a:cubicBezTo>
                              <a:pt x="24575" y="109728"/>
                              <a:pt x="0" y="85154"/>
                              <a:pt x="0" y="54864"/>
                            </a:cubicBezTo>
                            <a:cubicBezTo>
                              <a:pt x="0" y="24575"/>
                              <a:pt x="24575" y="0"/>
                              <a:pt x="54864" y="0"/>
                            </a:cubicBezTo>
                            <a:cubicBezTo>
                              <a:pt x="85154" y="0"/>
                              <a:pt x="109728" y="24575"/>
                              <a:pt x="109728" y="54864"/>
                            </a:cubicBezTo>
                            <a:cubicBezTo>
                              <a:pt x="109728" y="85154"/>
                              <a:pt x="85058" y="109728"/>
                              <a:pt x="54864" y="109728"/>
                            </a:cubicBezTo>
                            <a:close/>
                            <a:moveTo>
                              <a:pt x="54864" y="38100"/>
                            </a:moveTo>
                            <a:cubicBezTo>
                              <a:pt x="45625" y="38100"/>
                              <a:pt x="38100" y="45625"/>
                              <a:pt x="38100" y="54864"/>
                            </a:cubicBezTo>
                            <a:cubicBezTo>
                              <a:pt x="38100" y="64103"/>
                              <a:pt x="45625" y="71628"/>
                              <a:pt x="54864" y="71628"/>
                            </a:cubicBezTo>
                            <a:cubicBezTo>
                              <a:pt x="64103" y="71628"/>
                              <a:pt x="71628" y="64103"/>
                              <a:pt x="71628" y="54864"/>
                            </a:cubicBezTo>
                            <a:cubicBezTo>
                              <a:pt x="71533" y="45625"/>
                              <a:pt x="64008" y="38100"/>
                              <a:pt x="54864" y="38100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58" name="Freeform: Shape 257">
                        <a:extLst>
                          <a:ext uri="{FF2B5EF4-FFF2-40B4-BE49-F238E27FC236}">
                            <a16:creationId xmlns:a16="http://schemas.microsoft.com/office/drawing/2014/main" id="{B8901477-0531-4502-A015-307A3235E0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70021" y="3609689"/>
                        <a:ext cx="324421" cy="324421"/>
                      </a:xfrm>
                      <a:custGeom>
                        <a:avLst/>
                        <a:gdLst>
                          <a:gd name="connsiteX0" fmla="*/ 162211 w 324421"/>
                          <a:gd name="connsiteY0" fmla="*/ 324421 h 324421"/>
                          <a:gd name="connsiteX1" fmla="*/ 0 w 324421"/>
                          <a:gd name="connsiteY1" fmla="*/ 162211 h 324421"/>
                          <a:gd name="connsiteX2" fmla="*/ 162211 w 324421"/>
                          <a:gd name="connsiteY2" fmla="*/ 0 h 324421"/>
                          <a:gd name="connsiteX3" fmla="*/ 324422 w 324421"/>
                          <a:gd name="connsiteY3" fmla="*/ 162211 h 324421"/>
                          <a:gd name="connsiteX4" fmla="*/ 162211 w 324421"/>
                          <a:gd name="connsiteY4" fmla="*/ 324421 h 324421"/>
                          <a:gd name="connsiteX5" fmla="*/ 162211 w 324421"/>
                          <a:gd name="connsiteY5" fmla="*/ 38100 h 324421"/>
                          <a:gd name="connsiteX6" fmla="*/ 38100 w 324421"/>
                          <a:gd name="connsiteY6" fmla="*/ 162211 h 324421"/>
                          <a:gd name="connsiteX7" fmla="*/ 162211 w 324421"/>
                          <a:gd name="connsiteY7" fmla="*/ 286321 h 324421"/>
                          <a:gd name="connsiteX8" fmla="*/ 286322 w 324421"/>
                          <a:gd name="connsiteY8" fmla="*/ 162211 h 324421"/>
                          <a:gd name="connsiteX9" fmla="*/ 162211 w 324421"/>
                          <a:gd name="connsiteY9" fmla="*/ 38100 h 32442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324421" h="324421">
                            <a:moveTo>
                              <a:pt x="162211" y="324421"/>
                            </a:moveTo>
                            <a:cubicBezTo>
                              <a:pt x="72771" y="324421"/>
                              <a:pt x="0" y="251650"/>
                              <a:pt x="0" y="162211"/>
                            </a:cubicBezTo>
                            <a:cubicBezTo>
                              <a:pt x="0" y="72771"/>
                              <a:pt x="72771" y="0"/>
                              <a:pt x="162211" y="0"/>
                            </a:cubicBezTo>
                            <a:cubicBezTo>
                              <a:pt x="251651" y="0"/>
                              <a:pt x="324422" y="72771"/>
                              <a:pt x="324422" y="162211"/>
                            </a:cubicBezTo>
                            <a:cubicBezTo>
                              <a:pt x="324422" y="251650"/>
                              <a:pt x="251651" y="324421"/>
                              <a:pt x="162211" y="324421"/>
                            </a:cubicBezTo>
                            <a:close/>
                            <a:moveTo>
                              <a:pt x="162211" y="38100"/>
                            </a:moveTo>
                            <a:cubicBezTo>
                              <a:pt x="93821" y="38100"/>
                              <a:pt x="38100" y="93821"/>
                              <a:pt x="38100" y="162211"/>
                            </a:cubicBezTo>
                            <a:cubicBezTo>
                              <a:pt x="38100" y="230696"/>
                              <a:pt x="93821" y="286321"/>
                              <a:pt x="162211" y="286321"/>
                            </a:cubicBezTo>
                            <a:cubicBezTo>
                              <a:pt x="230600" y="286321"/>
                              <a:pt x="286322" y="230600"/>
                              <a:pt x="286322" y="162211"/>
                            </a:cubicBezTo>
                            <a:cubicBezTo>
                              <a:pt x="286322" y="93726"/>
                              <a:pt x="230696" y="38100"/>
                              <a:pt x="162211" y="38100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59" name="Freeform: Shape 258">
                        <a:extLst>
                          <a:ext uri="{FF2B5EF4-FFF2-40B4-BE49-F238E27FC236}">
                            <a16:creationId xmlns:a16="http://schemas.microsoft.com/office/drawing/2014/main" id="{B3B788C9-E2E3-45B8-871B-57D44C9F34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69006" y="3609689"/>
                        <a:ext cx="324421" cy="324421"/>
                      </a:xfrm>
                      <a:custGeom>
                        <a:avLst/>
                        <a:gdLst>
                          <a:gd name="connsiteX0" fmla="*/ 162211 w 324421"/>
                          <a:gd name="connsiteY0" fmla="*/ 324421 h 324421"/>
                          <a:gd name="connsiteX1" fmla="*/ 0 w 324421"/>
                          <a:gd name="connsiteY1" fmla="*/ 162211 h 324421"/>
                          <a:gd name="connsiteX2" fmla="*/ 162211 w 324421"/>
                          <a:gd name="connsiteY2" fmla="*/ 0 h 324421"/>
                          <a:gd name="connsiteX3" fmla="*/ 324422 w 324421"/>
                          <a:gd name="connsiteY3" fmla="*/ 162211 h 324421"/>
                          <a:gd name="connsiteX4" fmla="*/ 162211 w 324421"/>
                          <a:gd name="connsiteY4" fmla="*/ 324421 h 324421"/>
                          <a:gd name="connsiteX5" fmla="*/ 162211 w 324421"/>
                          <a:gd name="connsiteY5" fmla="*/ 38100 h 324421"/>
                          <a:gd name="connsiteX6" fmla="*/ 38100 w 324421"/>
                          <a:gd name="connsiteY6" fmla="*/ 162211 h 324421"/>
                          <a:gd name="connsiteX7" fmla="*/ 162211 w 324421"/>
                          <a:gd name="connsiteY7" fmla="*/ 286321 h 324421"/>
                          <a:gd name="connsiteX8" fmla="*/ 286322 w 324421"/>
                          <a:gd name="connsiteY8" fmla="*/ 162211 h 324421"/>
                          <a:gd name="connsiteX9" fmla="*/ 162211 w 324421"/>
                          <a:gd name="connsiteY9" fmla="*/ 38100 h 32442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324421" h="324421">
                            <a:moveTo>
                              <a:pt x="162211" y="324421"/>
                            </a:moveTo>
                            <a:cubicBezTo>
                              <a:pt x="72771" y="324421"/>
                              <a:pt x="0" y="251650"/>
                              <a:pt x="0" y="162211"/>
                            </a:cubicBezTo>
                            <a:cubicBezTo>
                              <a:pt x="0" y="72771"/>
                              <a:pt x="72676" y="0"/>
                              <a:pt x="162211" y="0"/>
                            </a:cubicBezTo>
                            <a:cubicBezTo>
                              <a:pt x="251650" y="0"/>
                              <a:pt x="324422" y="72771"/>
                              <a:pt x="324422" y="162211"/>
                            </a:cubicBezTo>
                            <a:cubicBezTo>
                              <a:pt x="324422" y="251650"/>
                              <a:pt x="251650" y="324421"/>
                              <a:pt x="162211" y="324421"/>
                            </a:cubicBezTo>
                            <a:close/>
                            <a:moveTo>
                              <a:pt x="162211" y="38100"/>
                            </a:moveTo>
                            <a:cubicBezTo>
                              <a:pt x="93726" y="38100"/>
                              <a:pt x="38100" y="93821"/>
                              <a:pt x="38100" y="162211"/>
                            </a:cubicBezTo>
                            <a:cubicBezTo>
                              <a:pt x="38100" y="230696"/>
                              <a:pt x="93821" y="286321"/>
                              <a:pt x="162211" y="286321"/>
                            </a:cubicBezTo>
                            <a:cubicBezTo>
                              <a:pt x="230696" y="286321"/>
                              <a:pt x="286322" y="230600"/>
                              <a:pt x="286322" y="162211"/>
                            </a:cubicBezTo>
                            <a:cubicBezTo>
                              <a:pt x="286322" y="93726"/>
                              <a:pt x="230600" y="38100"/>
                              <a:pt x="162211" y="38100"/>
                            </a:cubicBezTo>
                            <a:close/>
                          </a:path>
                        </a:pathLst>
                      </a:custGeom>
                      <a:grpFill/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/>
                      </a:p>
                    </p:txBody>
                  </p:sp>
                </p:grpSp>
              </p:grpSp>
            </p:grpSp>
          </p:grp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756935F9-824D-43B8-AA2F-63B88E74835B}"/>
                  </a:ext>
                </a:extLst>
              </p:cNvPr>
              <p:cNvSpPr txBox="1"/>
              <p:nvPr/>
            </p:nvSpPr>
            <p:spPr>
              <a:xfrm>
                <a:off x="8267985" y="1075043"/>
                <a:ext cx="510340" cy="123111"/>
              </a:xfrm>
              <a:prstGeom prst="rect">
                <a:avLst/>
              </a:prstGeom>
            </p:spPr>
            <p:txBody>
              <a:bodyPr vert="horz" wrap="square" lIns="0" tIns="0" rIns="0" bIns="0" rtlCol="0" anchor="ctr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sym typeface="+mn-lt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sym typeface="+mn-lt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sym typeface="+mn-lt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sym typeface="+mn-lt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sym typeface="+mn-lt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r>
                  <a:rPr lang="ru-RU" sz="800" dirty="0">
                    <a:solidFill>
                      <a:schemeClr val="accent5"/>
                    </a:solidFill>
                  </a:rPr>
                  <a:t>Квартира</a:t>
                </a:r>
              </a:p>
            </p:txBody>
          </p:sp>
          <p:grpSp>
            <p:nvGrpSpPr>
              <p:cNvPr id="188" name="Group 187">
                <a:extLst>
                  <a:ext uri="{FF2B5EF4-FFF2-40B4-BE49-F238E27FC236}">
                    <a16:creationId xmlns:a16="http://schemas.microsoft.com/office/drawing/2014/main" id="{37398681-AD6E-4068-841A-DFBA2EA2C374}"/>
                  </a:ext>
                </a:extLst>
              </p:cNvPr>
              <p:cNvGrpSpPr/>
              <p:nvPr/>
            </p:nvGrpSpPr>
            <p:grpSpPr>
              <a:xfrm>
                <a:off x="7975095" y="1031191"/>
                <a:ext cx="204465" cy="166963"/>
                <a:chOff x="6948660" y="842380"/>
                <a:chExt cx="631825" cy="515938"/>
              </a:xfrm>
            </p:grpSpPr>
            <p:sp>
              <p:nvSpPr>
                <p:cNvPr id="189" name="Freeform 114">
                  <a:extLst>
                    <a:ext uri="{FF2B5EF4-FFF2-40B4-BE49-F238E27FC236}">
                      <a16:creationId xmlns:a16="http://schemas.microsoft.com/office/drawing/2014/main" id="{C1308791-9114-4341-8C7D-4DD948471A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1110" y="842380"/>
                  <a:ext cx="79375" cy="71438"/>
                </a:xfrm>
                <a:custGeom>
                  <a:avLst/>
                  <a:gdLst>
                    <a:gd name="T0" fmla="*/ 0 w 50"/>
                    <a:gd name="T1" fmla="*/ 0 h 45"/>
                    <a:gd name="T2" fmla="*/ 50 w 50"/>
                    <a:gd name="T3" fmla="*/ 0 h 45"/>
                    <a:gd name="T4" fmla="*/ 50 w 50"/>
                    <a:gd name="T5" fmla="*/ 45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0" h="45">
                      <a:moveTo>
                        <a:pt x="0" y="0"/>
                      </a:moveTo>
                      <a:lnTo>
                        <a:pt x="50" y="0"/>
                      </a:lnTo>
                      <a:lnTo>
                        <a:pt x="50" y="45"/>
                      </a:lnTo>
                    </a:path>
                  </a:pathLst>
                </a:cu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190" name="Freeform 115">
                  <a:extLst>
                    <a:ext uri="{FF2B5EF4-FFF2-40B4-BE49-F238E27FC236}">
                      <a16:creationId xmlns:a16="http://schemas.microsoft.com/office/drawing/2014/main" id="{D1F5E708-D0DD-4357-86FE-64DCCC9510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48660" y="842380"/>
                  <a:ext cx="631825" cy="515938"/>
                </a:xfrm>
                <a:custGeom>
                  <a:avLst/>
                  <a:gdLst>
                    <a:gd name="T0" fmla="*/ 398 w 398"/>
                    <a:gd name="T1" fmla="*/ 262 h 325"/>
                    <a:gd name="T2" fmla="*/ 398 w 398"/>
                    <a:gd name="T3" fmla="*/ 325 h 325"/>
                    <a:gd name="T4" fmla="*/ 0 w 398"/>
                    <a:gd name="T5" fmla="*/ 325 h 325"/>
                    <a:gd name="T6" fmla="*/ 0 w 398"/>
                    <a:gd name="T7" fmla="*/ 0 h 325"/>
                    <a:gd name="T8" fmla="*/ 284 w 398"/>
                    <a:gd name="T9" fmla="*/ 0 h 3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8" h="325">
                      <a:moveTo>
                        <a:pt x="398" y="262"/>
                      </a:moveTo>
                      <a:lnTo>
                        <a:pt x="398" y="325"/>
                      </a:lnTo>
                      <a:lnTo>
                        <a:pt x="0" y="325"/>
                      </a:lnTo>
                      <a:lnTo>
                        <a:pt x="0" y="0"/>
                      </a:lnTo>
                      <a:lnTo>
                        <a:pt x="284" y="0"/>
                      </a:lnTo>
                    </a:path>
                  </a:pathLst>
                </a:cu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191" name="Line 116">
                  <a:extLst>
                    <a:ext uri="{FF2B5EF4-FFF2-40B4-BE49-F238E27FC236}">
                      <a16:creationId xmlns:a16="http://schemas.microsoft.com/office/drawing/2014/main" id="{C1DE85B7-5ADA-4E78-A47D-E470840128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51835" y="1101143"/>
                  <a:ext cx="274638" cy="0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192" name="Line 117">
                  <a:extLst>
                    <a:ext uri="{FF2B5EF4-FFF2-40B4-BE49-F238E27FC236}">
                      <a16:creationId xmlns:a16="http://schemas.microsoft.com/office/drawing/2014/main" id="{E465A429-D32F-4C25-B344-2C257E32EC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226473" y="1021768"/>
                  <a:ext cx="0" cy="160338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193" name="Line 118">
                  <a:extLst>
                    <a:ext uri="{FF2B5EF4-FFF2-40B4-BE49-F238E27FC236}">
                      <a16:creationId xmlns:a16="http://schemas.microsoft.com/office/drawing/2014/main" id="{484BD575-B287-421E-B508-2315B319B8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226473" y="842380"/>
                  <a:ext cx="0" cy="96838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194" name="Line 119">
                  <a:extLst>
                    <a:ext uri="{FF2B5EF4-FFF2-40B4-BE49-F238E27FC236}">
                      <a16:creationId xmlns:a16="http://schemas.microsoft.com/office/drawing/2014/main" id="{139F2B9E-15A9-4B68-BB82-CDA16F1D98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226473" y="1272593"/>
                  <a:ext cx="0" cy="85725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cxnSp>
              <p:nvCxnSpPr>
                <p:cNvPr id="195" name="Straight Connector 194">
                  <a:extLst>
                    <a:ext uri="{FF2B5EF4-FFF2-40B4-BE49-F238E27FC236}">
                      <a16:creationId xmlns:a16="http://schemas.microsoft.com/office/drawing/2014/main" id="{F5F8780A-7E57-4AC1-9AAA-FF3C1EB0244E}"/>
                    </a:ext>
                  </a:extLst>
                </p:cNvPr>
                <p:cNvCxnSpPr>
                  <a:cxnSpLocks/>
                  <a:stCxn id="189" idx="2"/>
                  <a:endCxn id="190" idx="0"/>
                </p:cNvCxnSpPr>
                <p:nvPr/>
              </p:nvCxnSpPr>
              <p:spPr>
                <a:xfrm>
                  <a:off x="7580485" y="913818"/>
                  <a:ext cx="0" cy="344487"/>
                </a:xfrm>
                <a:prstGeom prst="line">
                  <a:avLst/>
                </a:prstGeom>
                <a:noFill/>
                <a:ln w="9525" cap="flat">
                  <a:solidFill>
                    <a:schemeClr val="tx2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cxnSp>
          </p:grpSp>
        </p:grp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339F7986-AA16-415F-ABF8-F887B1E6A08A}"/>
                </a:ext>
              </a:extLst>
            </p:cNvPr>
            <p:cNvSpPr txBox="1">
              <a:spLocks/>
            </p:cNvSpPr>
            <p:nvPr/>
          </p:nvSpPr>
          <p:spPr>
            <a:xfrm>
              <a:off x="5929403" y="1010118"/>
              <a:ext cx="137160" cy="137160"/>
            </a:xfrm>
            <a:prstGeom prst="rect">
              <a:avLst/>
            </a:prstGeom>
            <a:solidFill>
              <a:srgbClr val="00B050"/>
            </a:solidFill>
          </p:spPr>
          <p:txBody>
            <a:bodyPr vert="horz" wrap="square" lIns="36000" tIns="36000" rIns="36000" bIns="36000" rtlCol="0" anchor="ctr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FFFFFF"/>
                </a:buClr>
              </a:pPr>
              <a:endParaRPr lang="en-US" sz="600" b="1" dirty="0">
                <a:solidFill>
                  <a:srgbClr val="FFFFFF"/>
                </a:solidFill>
              </a:endParaRPr>
            </a:p>
          </p:txBody>
        </p: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88C9DDEC-7FF7-4372-8D76-13FFFAABD513}"/>
                </a:ext>
              </a:extLst>
            </p:cNvPr>
            <p:cNvGrpSpPr/>
            <p:nvPr/>
          </p:nvGrpSpPr>
          <p:grpSpPr>
            <a:xfrm>
              <a:off x="9294049" y="987294"/>
              <a:ext cx="1577690" cy="246221"/>
              <a:chOff x="9133184" y="952789"/>
              <a:chExt cx="1577690" cy="246221"/>
            </a:xfrm>
          </p:grpSpPr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681DC332-0E7E-43F5-A96D-CA231F09AD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33184" y="984391"/>
                <a:ext cx="137160" cy="137160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vert="horz" wrap="square" lIns="36000" tIns="18000" rIns="18000" bIns="18000" rtlCol="0" anchor="ctr" anchorCtr="0">
                <a:no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sym typeface="+mn-lt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sym typeface="+mn-lt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sym typeface="+mn-lt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sym typeface="+mn-lt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sym typeface="+mn-lt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endParaRPr lang="en-US" sz="600" b="1" dirty="0"/>
              </a:p>
            </p:txBody>
          </p:sp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20AC49C0-936D-4C85-85C7-44489D8A354D}"/>
                  </a:ext>
                </a:extLst>
              </p:cNvPr>
              <p:cNvSpPr txBox="1"/>
              <p:nvPr/>
            </p:nvSpPr>
            <p:spPr>
              <a:xfrm>
                <a:off x="9336701" y="952789"/>
                <a:ext cx="1374173" cy="246221"/>
              </a:xfrm>
              <a:prstGeom prst="rect">
                <a:avLst/>
              </a:prstGeom>
            </p:spPr>
            <p:txBody>
              <a:bodyPr vert="horz" wrap="square" lIns="0" tIns="0" rIns="0" bIns="0" rtlCol="0" anchor="ctr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Font typeface="Segoe UI" panose="020B0502040204020203" pitchFamily="34" charset="0"/>
                  <a:buChar char="​"/>
                  <a:defRPr lang="en-US" sz="1400" dirty="0">
                    <a:sym typeface="+mn-lt"/>
                  </a:defRPr>
                </a:lvl1pPr>
                <a:lvl2pPr marL="230396" lvl="1" indent="-226796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Wingdings" panose="05000000000000000000" pitchFamily="2" charset="2"/>
                  <a:buChar char=""/>
                  <a:defRPr lang="en-US" sz="1400" dirty="0">
                    <a:sym typeface="+mn-lt"/>
                  </a:defRPr>
                </a:lvl2pPr>
                <a:lvl3pPr marL="442793" lvl="2" indent="-215997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10000"/>
                  <a:buFont typeface="Arial" panose="020B0604020202020204" pitchFamily="34" charset="0"/>
                  <a:buChar char="‒"/>
                  <a:defRPr lang="en-US" sz="1400" dirty="0">
                    <a:sym typeface="+mn-lt"/>
                  </a:defRPr>
                </a:lvl3pPr>
                <a:lvl4pPr marL="597590" lvl="3" indent="-1511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•"/>
                  <a:defRPr lang="en-US" sz="1400" dirty="0">
                    <a:sym typeface="+mn-lt"/>
                  </a:defRPr>
                </a:lvl4pPr>
                <a:lvl5pPr marL="817187" lvl="4" indent="-14759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2"/>
                  </a:buClr>
                  <a:buSzPct val="100000"/>
                  <a:buFont typeface="Arial" panose="020B0604020202020204" pitchFamily="34" charset="0"/>
                  <a:buChar char="̶"/>
                  <a:defRPr lang="en-US" sz="1400" dirty="0">
                    <a:sym typeface="+mn-lt"/>
                  </a:defRPr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r>
                  <a:rPr lang="ru-RU" sz="800" dirty="0"/>
                  <a:t>Решения с низким приоритетом реализации</a:t>
                </a:r>
              </a:p>
            </p:txBody>
          </p:sp>
        </p:grp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25C27FAC-D26B-4E1A-86E7-D1A1DFEFCC13}"/>
                </a:ext>
              </a:extLst>
            </p:cNvPr>
            <p:cNvSpPr txBox="1"/>
            <p:nvPr/>
          </p:nvSpPr>
          <p:spPr>
            <a:xfrm>
              <a:off x="6152704" y="997359"/>
              <a:ext cx="3137979" cy="246221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800" dirty="0"/>
                <a:t>Решения с высоким </a:t>
              </a:r>
              <a:br>
                <a:rPr lang="ru-RU" sz="800" dirty="0"/>
              </a:br>
              <a:r>
                <a:rPr lang="ru-RU" sz="800" dirty="0"/>
                <a:t>приоритетом реализации</a:t>
              </a: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2592E801-A307-4296-82E1-3AE194C55F25}"/>
                </a:ext>
              </a:extLst>
            </p:cNvPr>
            <p:cNvSpPr txBox="1">
              <a:spLocks/>
            </p:cNvSpPr>
            <p:nvPr/>
          </p:nvSpPr>
          <p:spPr>
            <a:xfrm>
              <a:off x="7612586" y="1006819"/>
              <a:ext cx="137160" cy="137160"/>
            </a:xfrm>
            <a:prstGeom prst="rect">
              <a:avLst/>
            </a:prstGeom>
            <a:solidFill>
              <a:srgbClr val="92D050"/>
            </a:solidFill>
          </p:spPr>
          <p:txBody>
            <a:bodyPr vert="horz" wrap="square" lIns="36000" tIns="36000" rIns="36000" bIns="36000" rtlCol="0" anchor="ctr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Clr>
                  <a:srgbClr val="FFFFFF"/>
                </a:buClr>
              </a:pPr>
              <a:endParaRPr lang="en-US" sz="600" b="1" dirty="0">
                <a:solidFill>
                  <a:srgbClr val="FFFFFF"/>
                </a:solidFill>
              </a:endParaRP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A2B716DA-52A7-4E8E-9EB0-8A0509392F16}"/>
                </a:ext>
              </a:extLst>
            </p:cNvPr>
            <p:cNvSpPr txBox="1"/>
            <p:nvPr/>
          </p:nvSpPr>
          <p:spPr>
            <a:xfrm>
              <a:off x="7867684" y="989745"/>
              <a:ext cx="2023818" cy="246221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sym typeface="+mn-lt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Wingdings" panose="05000000000000000000" pitchFamily="2" charset="2"/>
                <a:buChar char=""/>
                <a:defRPr lang="en-US" sz="1400" dirty="0">
                  <a:sym typeface="+mn-lt"/>
                </a:defRPr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10000"/>
                <a:buFont typeface="Arial" panose="020B0604020202020204" pitchFamily="34" charset="0"/>
                <a:buChar char="‒"/>
                <a:defRPr lang="en-US" sz="1400" dirty="0">
                  <a:sym typeface="+mn-lt"/>
                </a:defRPr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defRPr lang="en-US" sz="1400" dirty="0">
                  <a:sym typeface="+mn-lt"/>
                </a:defRPr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2"/>
                </a:buClr>
                <a:buSzPct val="100000"/>
                <a:buFont typeface="Arial" panose="020B0604020202020204" pitchFamily="34" charset="0"/>
                <a:buChar char="̶"/>
                <a:defRPr lang="en-US" sz="1400" dirty="0">
                  <a:sym typeface="+mn-lt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ru-RU" sz="800" dirty="0"/>
                <a:t>Решения со средним </a:t>
              </a:r>
              <a:br>
                <a:rPr lang="ru-RU" sz="800" dirty="0"/>
              </a:br>
              <a:r>
                <a:rPr lang="ru-RU" sz="800" dirty="0"/>
                <a:t>приоритетом реализации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40345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CTFIXED" val="Yes"/>
  <p:tag name="THINKCELLPRESENTATIONDONOTDELETE" val="&lt;?xml version=&quot;1.0&quot; encoding=&quot;UTF-16&quot; standalone=&quot;yes&quot;?&gt;&lt;root reqver=&quot;25060&quot;&gt;&lt;version val=&quot;28408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 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,&lt;/m_chDecimalSymbol17909&gt;&lt;m_nGroupingDigits17909 val=&quot;3&quot;/&gt;&lt;m_chGroupingSymbol17909&gt; 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Year&gt;&lt;m_bNumberIsYear val=&quot;0&quot;/&gt;&lt;m_strFormatTime&gt;%Y&lt;/m_strFormatTime&gt;&lt;m_yearfmt&gt;&lt;begin val=&quot;0&quot;/&gt;&lt;end val=&quot;0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bNumberIsYear val=&quot;0&quot;/&gt;&lt;m_strFormatTime&gt;%1&lt;/m_strFormatTime&gt;&lt;m_yearfmt&gt;&lt;begin val=&quot;0&quot;/&gt;&lt;end val=&quot;4&quot;/&gt;&lt;/m_yearfmt&gt;&lt;/m_precDefaultMonth&gt;&lt;m_precDefaultWeek&gt;&lt;m_bNumberIsYear val=&quot;0&quot;/&gt;&lt;m_strFormatTime&gt;%4&lt;/m_strFormatTime&gt;&lt;m_yearfmt&gt;&lt;begin val=&quot;0&quot;/&gt;&lt;end val=&quot;4&quot;/&gt;&lt;/m_yearfmt&gt;&lt;/m_precDefaultWeek&gt;&lt;m_precDefaultDay&gt;&lt;m_bNumberIsYear val=&quot;0&quot;/&gt;&lt;m_strFormatTime&gt;%d&lt;/m_strFormatTime&gt;&lt;m_yearfmt&gt;&lt;begin val=&quot;0&quot;/&gt;&lt;end val=&quot;4&quot;/&gt;&lt;/m_yearfmt&gt;&lt;/m_precDefaultDay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EMPLATELASTEDITED" val="2021-02-20 12:57 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Empty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Quat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3Quat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Whi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X"/>
  <p:tag name="NAME" val="X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ckmarkDash"/>
  <p:tag name="NAME" val="CheckmarkDash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ckmarkDash"/>
  <p:tag name="CIRCLESTATUS" val="White"/>
  <p:tag name="NAME" val="CheckmarkDashWhi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ckmarkDash"/>
  <p:tag name="CIRCLESTATUS" val="Blue"/>
  <p:tag name="NAME" val="CheckmarkDashBl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LineArrow"/>
  <p:tag name="CIRCLESTATUS" val="Blue"/>
  <p:tag name="NAME" val="LineArrowBl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DoubleArrow"/>
  <p:tag name="NAME" val="DoubleArro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Filter"/>
  <p:tag name="NAME" val="Filt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Filter"/>
  <p:tag name="CIRCLESTATUS" val="White"/>
  <p:tag name="NAME" val="FilterWhi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Filter"/>
  <p:tag name="CIRCLESTATUS" val="Blue"/>
  <p:tag name="NAME" val="FilterBl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NAME" val="Chevron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CIRCLESTATUS" val="White"/>
  <p:tag name="NAME" val="ChevronWhi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CIRCLESTATUS" val="Blue"/>
  <p:tag name="NAME" val="ChevronBl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LineArrow"/>
  <p:tag name="CIRCLESTATUS" val="White"/>
  <p:tag name="NAME" val="LineArrowWhi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Asterisk"/>
  <p:tag name="NAME" val="Asterisk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Asterisk"/>
  <p:tag name="CIRCLESTATUS" val="White"/>
  <p:tag name="NAME" val="AsteriskWhi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Asterisk"/>
  <p:tag name="CIRCLESTATUS" val="Blue"/>
  <p:tag name="NAME" val="AsteriskBl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LineArrow"/>
  <p:tag name="NAME" val="LineArro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DoubleArrow"/>
  <p:tag name="CIRCLESTATUS" val="White"/>
  <p:tag name="NAME" val="DoubleArrowWhi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DoubleArrow"/>
  <p:tag name="CIRCLESTATUS" val="Blue"/>
  <p:tag name="NAME" val="DoubleArrowBl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NAME" val="Chevron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KeyTakeawayOF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allout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rongCallout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FLAT" val="True"/>
  <p:tag name="NAME" val="SplitFlo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lo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TopSha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TopText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BottomShap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BottomText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2BoatBottomShap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2BoatBottomText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REzJCcUE3Pm1UOXcKBMp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thZAfPhTweig.amX88Ba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COJjL603IMyYzwfamd1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lE0v2WGOtAzJAMAaTjTSQ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lvhHH6kiADtUtmH_8M1eQ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q4HVfxJQnl_kY62ngvrqQ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83rbR3nyx_xdzJCLmXrK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kPmUa3ceFGzYj6MPYl9OQ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wrzDJXj4OgzgXwQ1nFj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5kJK9AxNv1Wst18.bid7w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7fEmDZdTAzc9EEwbC0WS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_p6_rFGjKqDFAmNITcODA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VaNioeQEy1srSxzx_jYw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3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5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5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4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2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ogo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ogo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ContentSeparatorDefault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5"/>
  <p:tag name="2LEVEL" val="2.5"/>
  <p:tag name="3LEVEL" val="1.25"/>
  <p:tag name="4LEVEL" val="0.62"/>
  <p:tag name="5LEVEL" val="0.3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5"/>
  <p:tag name="2LEVEL" val="2.5"/>
  <p:tag name="3LEVEL" val="1.25"/>
  <p:tag name="4LEVEL" val="0.62"/>
  <p:tag name="5LEVEL" val="0.3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77EqKIq3LP.gpxZzhC_dg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go6Nmmb7bxTM45P9zjUxA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JWNaT6_hdkaKvU_IWmDfw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jK9iC78fYgNWpqh6jBwtQ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ContentSeparatorDefaul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9"/>
  <p:tag name="2LEVEL" val="4.5"/>
  <p:tag name="3LEVEL" val="2.25"/>
  <p:tag name="4LEVEL" val="1.12"/>
  <p:tag name="5LEVEL" val="0.56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ContentSeparatorDefaul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ContentSeparatorDefaul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6"/>
  <p:tag name="2LEVEL" val="8"/>
  <p:tag name="3LEVEL" val="4"/>
  <p:tag name="4LEVEL" val="2"/>
  <p:tag name="5LEVEL" val="1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6"/>
  <p:tag name="2LEVEL" val="8"/>
  <p:tag name="3LEVEL" val="4"/>
  <p:tag name="4LEVEL" val="2"/>
  <p:tag name="5LEVEL" val="1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6"/>
  <p:tag name="2LEVEL" val="8"/>
  <p:tag name="3LEVEL" val="4"/>
  <p:tag name="4LEVEL" val="2"/>
  <p:tag name="5LEVEL" val="1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6"/>
  <p:tag name="2LEVEL" val="8"/>
  <p:tag name="3LEVEL" val="4"/>
  <p:tag name="4LEVEL" val="2"/>
  <p:tag name="5LEVEL" val="1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ContentSeparatorDefault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ContentSeparatorDefault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ContentSeparatorDefault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ContentSeparatorDefault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hd9B_Edl4IPpiIKC.XHag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LEFT" val="-95"/>
  <p:tag name="ORIGTOP" val="58.75134"/>
  <p:tag name="ORIGHEIGHT" val="411.4388"/>
  <p:tag name="ORIGWIDTH" val="40.60339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LEFT" val="-95"/>
  <p:tag name="ORIGTOP" val="58.75134"/>
  <p:tag name="ORIGHEIGHT" val="411.4388"/>
  <p:tag name="ORIGWIDTH" val="40.60339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ContentSeparatorDefault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ContentSeparatorDefault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CIRCLESTATUS" val="Blue"/>
  <p:tag name="NAME" val="ChevronBlu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g6U9PsNsXpf3IKHMrD5A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g6U9PsNsXpf3IKHMrD5A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FpoS0CcHrpcII_CUORxgQ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zmP6NRmleMfnqDC6Zm0w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dREWVl3r39bL1svox2gUA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X.oxsVjBAmCqw14L_HRBg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X.oxsVjBAmCqw14L_HRBg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heme/theme1.xml><?xml version="1.0" encoding="utf-8"?>
<a:theme xmlns:a="http://schemas.openxmlformats.org/drawingml/2006/main" name="Mos.ru_Мос.ру_NVI_16x9_(2021)">
  <a:themeElements>
    <a:clrScheme name="Custom">
      <a:dk1>
        <a:srgbClr val="000000"/>
      </a:dk1>
      <a:lt1>
        <a:srgbClr val="FFFFFF"/>
      </a:lt1>
      <a:dk2>
        <a:srgbClr val="C92723"/>
      </a:dk2>
      <a:lt2>
        <a:srgbClr val="FFFFFF"/>
      </a:lt2>
      <a:accent1>
        <a:srgbClr val="EBEFF3"/>
      </a:accent1>
      <a:accent2>
        <a:srgbClr val="B2B2B2"/>
      </a:accent2>
      <a:accent3>
        <a:srgbClr val="C92723"/>
      </a:accent3>
      <a:accent4>
        <a:srgbClr val="5E5E5E"/>
      </a:accent4>
      <a:accent5>
        <a:srgbClr val="191919"/>
      </a:accent5>
      <a:accent6>
        <a:srgbClr val="808080"/>
      </a:accent6>
      <a:hlink>
        <a:srgbClr val="4B8FD2"/>
      </a:hlink>
      <a:folHlink>
        <a:srgbClr val="B6869E"/>
      </a:folHlink>
    </a:clrScheme>
    <a:fontScheme name="Custom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Custom">
        <a:dk1>
          <a:srgbClr val="000000"/>
        </a:dk1>
        <a:lt1>
          <a:srgbClr val="FFFFFF"/>
        </a:lt1>
        <a:dk2>
          <a:srgbClr val="C92723"/>
        </a:dk2>
        <a:lt2>
          <a:srgbClr val="FFFFFF"/>
        </a:lt2>
        <a:accent1>
          <a:srgbClr val="EBEFF3"/>
        </a:accent1>
        <a:accent2>
          <a:srgbClr val="B2B2B2"/>
        </a:accent2>
        <a:accent3>
          <a:srgbClr val="C92723"/>
        </a:accent3>
        <a:accent4>
          <a:srgbClr val="5E5E5E"/>
        </a:accent4>
        <a:accent5>
          <a:srgbClr val="191919"/>
        </a:accent5>
        <a:accent6>
          <a:srgbClr val="808080"/>
        </a:accent6>
        <a:hlink>
          <a:srgbClr val="4B8FD2"/>
        </a:hlink>
        <a:folHlink>
          <a:srgbClr val="B6869E"/>
        </a:folHlink>
      </a:clrScheme>
    </a:extraClrScheme>
  </a:extraClrSchemeLst>
  <a:custClrLst>
    <a:custClr name="Custom 1">
      <a:srgbClr val="4D4D4D"/>
    </a:custClr>
    <a:custClr name="Custom 2">
      <a:srgbClr val="7F7F7F"/>
    </a:custClr>
    <a:custClr name="Custom 3">
      <a:srgbClr val="B3B3B3"/>
    </a:custClr>
    <a:custClr name="Custom 4">
      <a:srgbClr val="D0D0D0"/>
    </a:custClr>
    <a:custClr name="Custom 5">
      <a:srgbClr val="E6E6E6"/>
    </a:custClr>
  </a:custClrLst>
  <a:extLst>
    <a:ext uri="{05A4C25C-085E-4340-85A3-A5531E510DB2}">
      <thm15:themeFamily xmlns:thm15="http://schemas.microsoft.com/office/thememl/2012/main" name="Шаблон_Mos.ru_16x9_(2021).potx" id="{3AB5C5D3-8122-4508-9236-E0068C230508}" vid="{483768F2-768B-41A4-907E-96208CF3BE95}"/>
    </a:ext>
  </a:extLst>
</a:theme>
</file>

<file path=ppt/theme/theme2.xml><?xml version="1.0" encoding="utf-8"?>
<a:theme xmlns:a="http://schemas.openxmlformats.org/drawingml/2006/main" name="Firm Format - template_Blue">
  <a:themeElements>
    <a:clrScheme name="Cyan_blue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C5C5C5"/>
      </a:accent1>
      <a:accent2>
        <a:srgbClr val="00ADEF"/>
      </a:accent2>
      <a:accent3>
        <a:srgbClr val="0065BD"/>
      </a:accent3>
      <a:accent4>
        <a:srgbClr val="002960"/>
      </a:accent4>
      <a:accent5>
        <a:srgbClr val="F27F00"/>
      </a:accent5>
      <a:accent6>
        <a:srgbClr val="808080"/>
      </a:accent6>
      <a:hlink>
        <a:srgbClr val="0065BD"/>
      </a:hlink>
      <a:folHlink>
        <a:srgbClr val="00296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McKinsey Grey-Blue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5C5C5"/>
        </a:accent1>
        <a:accent2>
          <a:srgbClr val="00ADEF"/>
        </a:accent2>
        <a:accent3>
          <a:srgbClr val="0065BD"/>
        </a:accent3>
        <a:accent4>
          <a:srgbClr val="002960"/>
        </a:accent4>
        <a:accent5>
          <a:srgbClr val="F27F00"/>
        </a:accent5>
        <a:accent6>
          <a:srgbClr val="808080"/>
        </a:accent6>
        <a:hlink>
          <a:srgbClr val="0065BD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cKinsey Cyan-Blue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9F0FF"/>
        </a:accent1>
        <a:accent2>
          <a:srgbClr val="00ADEF"/>
        </a:accent2>
        <a:accent3>
          <a:srgbClr val="0065BD"/>
        </a:accent3>
        <a:accent4>
          <a:srgbClr val="002960"/>
        </a:accent4>
        <a:accent5>
          <a:srgbClr val="F27F00"/>
        </a:accent5>
        <a:accent6>
          <a:srgbClr val="808080"/>
        </a:accent6>
        <a:hlink>
          <a:srgbClr val="006983"/>
        </a:hlink>
        <a:folHlink>
          <a:srgbClr val="3333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irm Format - template - blue - normal" id="{C75ED597-A648-42ED-A4DC-A5D09CAD6C59}" vid="{F0629F24-3C58-41B5-9C5E-254256C7B134}"/>
    </a:ext>
  </a:extLst>
</a:theme>
</file>

<file path=ppt/theme/theme3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Шаблон_Mos.ru_16x9_(2021)</Template>
  <TotalTime>10159</TotalTime>
  <Words>3255</Words>
  <Application>Microsoft Office PowerPoint</Application>
  <PresentationFormat>Widescreen</PresentationFormat>
  <Paragraphs>431</Paragraphs>
  <Slides>21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</vt:lpstr>
      <vt:lpstr>Arial Black</vt:lpstr>
      <vt:lpstr>Georgia</vt:lpstr>
      <vt:lpstr>Segoe UI</vt:lpstr>
      <vt:lpstr>Theinhardt Pan Light</vt:lpstr>
      <vt:lpstr>Verdana</vt:lpstr>
      <vt:lpstr>Verdana Pro Light</vt:lpstr>
      <vt:lpstr>Wingdings</vt:lpstr>
      <vt:lpstr>Mos.ru_Мос.ру_NVI_16x9_(2021)</vt:lpstr>
      <vt:lpstr>Firm Format - template_Blue</vt:lpstr>
      <vt:lpstr>think-cell Slide</vt:lpstr>
      <vt:lpstr>Проект внедрения решений умного дома в Москве:  статус проекта</vt:lpstr>
      <vt:lpstr>История презентации по статусу внедрения решений умного дома</vt:lpstr>
      <vt:lpstr>Дома по реновации должны стать умными, современными домами для комфортной жизни</vt:lpstr>
      <vt:lpstr>Умные дома повысят не только качество жизни граждан, но и эффективность управления городским хозяйством</vt:lpstr>
      <vt:lpstr>Потенциальный набор решений умного дома, сформированный на основе анализа лучших международных практик</vt:lpstr>
      <vt:lpstr>Для внедрения городских и коммерческих решений умного дома необходимо заложить городскую инфраструктуру</vt:lpstr>
      <vt:lpstr>Дома по реновации на 80% технически готовы для внедрения ключевых решений умного дома</vt:lpstr>
      <vt:lpstr>Предлагается поэтапное внедрение решений умного дома  с масштабированием на всю Москву в 2024 году</vt:lpstr>
      <vt:lpstr>Статус работ по внедрению решений умного дома (1/3)</vt:lpstr>
      <vt:lpstr>Статус работ по внедрению решений умного дома (2/3)</vt:lpstr>
      <vt:lpstr>Статус работ по внедрению решений умного дома (3/3)</vt:lpstr>
      <vt:lpstr>Следующие шаги по внедрению решений умного дома</vt:lpstr>
      <vt:lpstr>Приложение</vt:lpstr>
      <vt:lpstr>Для запуска пилотов необходимо отобрать решения умного дома важные для граждан и технически реализуемые</vt:lpstr>
      <vt:lpstr>Описание решений для умного дома</vt:lpstr>
      <vt:lpstr>Описание сценариев для умного дома</vt:lpstr>
      <vt:lpstr>Описание сценариев для умного дома</vt:lpstr>
      <vt:lpstr>Описание сценариев для умного дома</vt:lpstr>
      <vt:lpstr>Описание сценариев для умного дома</vt:lpstr>
      <vt:lpstr>Описание сценариев для умного дома</vt:lpstr>
      <vt:lpstr>Описание сценариев для умного дома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документа  (Verdana 38 pt)</dc:title>
  <dc:subject/>
  <dc:creator>Daria Zakharova</dc:creator>
  <cp:keywords/>
  <dc:description/>
  <cp:lastModifiedBy>Sergey Puchkov</cp:lastModifiedBy>
  <cp:revision>519</cp:revision>
  <cp:lastPrinted>2021-05-26T06:53:09Z</cp:lastPrinted>
  <dcterms:created xsi:type="dcterms:W3CDTF">2021-03-03T09:33:03Z</dcterms:created>
  <dcterms:modified xsi:type="dcterms:W3CDTF">2021-11-08T09:16:55Z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1628964</vt:lpwstr>
  </property>
  <property fmtid="{D5CDD505-2E9C-101B-9397-08002B2CF9AE}" pid="3" name="NXPowerLiteSettings">
    <vt:lpwstr>C9000A38044001</vt:lpwstr>
  </property>
  <property fmtid="{D5CDD505-2E9C-101B-9397-08002B2CF9AE}" pid="4" name="NXPowerLiteVersion">
    <vt:lpwstr>D7.1.14</vt:lpwstr>
  </property>
  <property fmtid="{D5CDD505-2E9C-101B-9397-08002B2CF9AE}" pid="5" name="PPT">
    <vt:lpwstr>Hello</vt:lpwstr>
  </property>
  <property fmtid="{D5CDD505-2E9C-101B-9397-08002B2CF9AE}" pid="6" name="TemplateVersion">
    <vt:lpwstr>4</vt:lpwstr>
  </property>
  <property fmtid="{D5CDD505-2E9C-101B-9397-08002B2CF9AE}" pid="7" name="TemplateLastEdited">
    <vt:lpwstr>2021-02-20 12:57 </vt:lpwstr>
  </property>
  <property fmtid="{D5CDD505-2E9C-101B-9397-08002B2CF9AE}" pid="8" name="TemplateCreated">
    <vt:lpwstr>2019-02-27 01:18 PM</vt:lpwstr>
  </property>
</Properties>
</file>