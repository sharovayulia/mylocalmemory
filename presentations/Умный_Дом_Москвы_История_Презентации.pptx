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6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797675" cy="9872663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1814"/>
    <a:srgbClr val="D4524F"/>
    <a:srgbClr val="C92723"/>
    <a:srgbClr val="5E5E5E"/>
    <a:srgbClr val="DDE4EB"/>
    <a:srgbClr val="B2B2B2"/>
    <a:srgbClr val="191919"/>
    <a:srgbClr val="EBEFF3"/>
    <a:srgbClr val="FFFFFF"/>
    <a:srgbClr val="D0D0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05" autoAdjust="0"/>
    <p:restoredTop sz="96458" autoAdjust="0"/>
  </p:normalViewPr>
  <p:slideViewPr>
    <p:cSldViewPr snapToGrid="0" snapToObjects="1">
      <p:cViewPr varScale="1">
        <p:scale>
          <a:sx n="67" d="100"/>
          <a:sy n="67" d="100"/>
        </p:scale>
        <p:origin x="932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>
        <p:scale>
          <a:sx n="75" d="100"/>
          <a:sy n="75" d="100"/>
        </p:scale>
        <p:origin x="3762" y="28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tags" Target="tags/tag1.xml"/><Relationship Id="rId10" Type="http://schemas.openxmlformats.org/officeDocument/2006/relationships/tableStyles" Target="tableStyles.xml"/><Relationship Id="rId4" Type="http://schemas.openxmlformats.org/officeDocument/2006/relationships/handoutMaster" Target="handoutMasters/handoutMaster1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064" cy="494134"/>
          </a:xfrm>
          <a:prstGeom prst="rect">
            <a:avLst/>
          </a:prstGeom>
        </p:spPr>
        <p:txBody>
          <a:bodyPr vert="horz" lIns="92410" tIns="46205" rIns="92410" bIns="4620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092" y="0"/>
            <a:ext cx="2946064" cy="494134"/>
          </a:xfrm>
          <a:prstGeom prst="rect">
            <a:avLst/>
          </a:prstGeom>
        </p:spPr>
        <p:txBody>
          <a:bodyPr vert="horz" lIns="92410" tIns="46205" rIns="92410" bIns="46205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22 December 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378529"/>
            <a:ext cx="2946064" cy="494134"/>
          </a:xfrm>
          <a:prstGeom prst="rect">
            <a:avLst/>
          </a:prstGeom>
        </p:spPr>
        <p:txBody>
          <a:bodyPr vert="horz" lIns="92410" tIns="46205" rIns="92410" bIns="4620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092" y="9378529"/>
            <a:ext cx="2946064" cy="494134"/>
          </a:xfrm>
          <a:prstGeom prst="rect">
            <a:avLst/>
          </a:prstGeom>
        </p:spPr>
        <p:txBody>
          <a:bodyPr vert="horz" lIns="92410" tIns="46205" rIns="92410" bIns="46205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5348"/>
          </a:xfrm>
          <a:prstGeom prst="rect">
            <a:avLst/>
          </a:prstGeom>
        </p:spPr>
        <p:txBody>
          <a:bodyPr vert="horz" lIns="924101" tIns="47614" rIns="95229" bIns="47614" rtlCol="0"/>
          <a:lstStyle>
            <a:lvl1pPr algn="l">
              <a:defRPr sz="9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5348"/>
          </a:xfrm>
          <a:prstGeom prst="rect">
            <a:avLst/>
          </a:prstGeom>
        </p:spPr>
        <p:txBody>
          <a:bodyPr vert="horz" lIns="95229" tIns="47614" rIns="924101" bIns="47614" rtlCol="0"/>
          <a:lstStyle>
            <a:lvl1pPr algn="r">
              <a:defRPr sz="9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1DF34805-1F01-4BDA-A8CA-FCEA2B4BC8D0}" type="datetime3">
              <a:rPr lang="ru-RU" smtClean="0"/>
              <a:pPr/>
              <a:t>22/12/21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592138"/>
            <a:ext cx="5921375" cy="3332162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5229" tIns="47614" rIns="95229" bIns="476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377319"/>
            <a:ext cx="2945659" cy="495346"/>
          </a:xfrm>
          <a:prstGeom prst="rect">
            <a:avLst/>
          </a:prstGeom>
        </p:spPr>
        <p:txBody>
          <a:bodyPr vert="horz" lIns="924101" tIns="47614" rIns="95229" bIns="47614" rtlCol="0" anchor="b"/>
          <a:lstStyle>
            <a:lvl1pPr algn="l">
              <a:defRPr sz="9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377319"/>
            <a:ext cx="2945659" cy="495346"/>
          </a:xfrm>
          <a:prstGeom prst="rect">
            <a:avLst/>
          </a:prstGeom>
        </p:spPr>
        <p:txBody>
          <a:bodyPr vert="horz" lIns="95229" tIns="47614" rIns="924101" bIns="47614" rtlCol="0" anchor="b"/>
          <a:lstStyle>
            <a:lvl1pPr algn="r">
              <a:defRPr sz="9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CF5EBCF4-26FC-4F76-8DA1-52FDDC328D4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2FEA09E-B533-4D4E-953A-87FE39076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3469" y="4751031"/>
            <a:ext cx="5390736" cy="100027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ru-RU"/>
              <a:t>Click to edit Master text styles</a:t>
            </a:r>
          </a:p>
          <a:p>
            <a:pPr lvl="1"/>
            <a:r>
              <a:rPr lang="ru-RU"/>
              <a:t>Second level</a:t>
            </a:r>
          </a:p>
          <a:p>
            <a:pPr lvl="2"/>
            <a:r>
              <a:rPr lang="ru-RU"/>
              <a:t>Third level</a:t>
            </a:r>
          </a:p>
          <a:p>
            <a:pPr lvl="3"/>
            <a:r>
              <a:rPr lang="ru-RU"/>
              <a:t>Fourth level</a:t>
            </a:r>
          </a:p>
          <a:p>
            <a:pPr lvl="4"/>
            <a:r>
              <a:rPr lang="ru-RU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lang="en-US" sz="1100" kern="1200">
        <a:solidFill>
          <a:schemeClr val="tx1"/>
        </a:solidFill>
        <a:latin typeface="+mn-lt"/>
        <a:ea typeface="+mn-ea"/>
        <a:cs typeface="+mn-cs"/>
        <a:sym typeface="+mn-lt"/>
      </a:defRPr>
    </a:lvl1pPr>
    <a:lvl2pPr marL="144000" indent="-144000" algn="l" defTabSz="914400" rtl="0" eaLnBrk="1" latinLnBrk="0" hangingPunct="1">
      <a:spcAft>
        <a:spcPts val="300"/>
      </a:spcAft>
      <a:buSzPct val="110000"/>
      <a:buFont typeface="Wingdings" panose="05000000000000000000" pitchFamily="2" charset="2"/>
      <a:buChar char=""/>
      <a:defRPr lang="en-US" sz="1100" kern="1200">
        <a:solidFill>
          <a:schemeClr val="tx1"/>
        </a:solidFill>
        <a:latin typeface="+mn-lt"/>
        <a:ea typeface="+mn-ea"/>
        <a:cs typeface="+mn-cs"/>
        <a:sym typeface="+mn-lt"/>
      </a:defRPr>
    </a:lvl2pPr>
    <a:lvl3pPr marL="288000" indent="-144000" algn="l" defTabSz="914400" rtl="0" eaLnBrk="1" latinLnBrk="0" hangingPunct="1">
      <a:spcAft>
        <a:spcPts val="300"/>
      </a:spcAft>
      <a:buSzPct val="110000"/>
      <a:buFont typeface="Arial" panose="020B0604020202020204" pitchFamily="34" charset="0"/>
      <a:buChar char="‒"/>
      <a:defRPr lang="en-US" sz="1100" kern="1200">
        <a:solidFill>
          <a:schemeClr val="tx1"/>
        </a:solidFill>
        <a:latin typeface="+mn-lt"/>
        <a:ea typeface="+mn-ea"/>
        <a:cs typeface="+mn-cs"/>
        <a:sym typeface="+mn-lt"/>
      </a:defRPr>
    </a:lvl3pPr>
    <a:lvl4pPr marL="432000" indent="-144000" algn="l" defTabSz="914400" rtl="0" eaLnBrk="1" latinLnBrk="0" hangingPunct="1">
      <a:spcAft>
        <a:spcPts val="300"/>
      </a:spcAft>
      <a:buSzPct val="100000"/>
      <a:buFont typeface="Arial" panose="020B0604020202020204" pitchFamily="34" charset="0"/>
      <a:buChar char="•"/>
      <a:defRPr lang="en-US" sz="1100" kern="1200">
        <a:solidFill>
          <a:schemeClr val="tx1"/>
        </a:solidFill>
        <a:latin typeface="+mn-lt"/>
        <a:ea typeface="+mn-ea"/>
        <a:cs typeface="+mn-cs"/>
        <a:sym typeface="+mn-lt"/>
      </a:defRPr>
    </a:lvl4pPr>
    <a:lvl5pPr marL="576000" indent="-144000" algn="l" defTabSz="914400" rtl="0" eaLnBrk="1" latinLnBrk="0" hangingPunct="1">
      <a:spcAft>
        <a:spcPts val="300"/>
      </a:spcAft>
      <a:buFont typeface="Arial" panose="020B0604020202020204" pitchFamily="34" charset="0"/>
      <a:buChar char="̶"/>
      <a:defRPr lang="en-US" sz="1100" kern="1200">
        <a:solidFill>
          <a:schemeClr val="tx1"/>
        </a:solidFill>
        <a:latin typeface="+mn-lt"/>
        <a:ea typeface="+mn-ea"/>
        <a:cs typeface="+mn-cs"/>
        <a:sym typeface="+mn-lt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tags" Target="../tags/tag6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60.xml"/><Relationship Id="rId1" Type="http://schemas.openxmlformats.org/officeDocument/2006/relationships/vmlDrawing" Target="../drawings/vmlDrawing2.vml"/><Relationship Id="rId6" Type="http://schemas.openxmlformats.org/officeDocument/2006/relationships/tags" Target="../tags/tag64.xml"/><Relationship Id="rId11" Type="http://schemas.openxmlformats.org/officeDocument/2006/relationships/image" Target="../media/image13.png"/><Relationship Id="rId5" Type="http://schemas.openxmlformats.org/officeDocument/2006/relationships/tags" Target="../tags/tag63.xml"/><Relationship Id="rId10" Type="http://schemas.openxmlformats.org/officeDocument/2006/relationships/image" Target="../media/image12.png"/><Relationship Id="rId4" Type="http://schemas.openxmlformats.org/officeDocument/2006/relationships/tags" Target="../tags/tag62.xml"/><Relationship Id="rId9" Type="http://schemas.openxmlformats.org/officeDocument/2006/relationships/image" Target="../media/image11.emf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tags" Target="../tags/tag6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65.xml"/><Relationship Id="rId1" Type="http://schemas.openxmlformats.org/officeDocument/2006/relationships/vmlDrawing" Target="../drawings/vmlDrawing3.v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10" Type="http://schemas.openxmlformats.org/officeDocument/2006/relationships/image" Target="../media/image14.png"/><Relationship Id="rId4" Type="http://schemas.openxmlformats.org/officeDocument/2006/relationships/tags" Target="../tags/tag67.xml"/><Relationship Id="rId9" Type="http://schemas.openxmlformats.org/officeDocument/2006/relationships/image" Target="../media/image11.emf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7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70.xml"/><Relationship Id="rId1" Type="http://schemas.openxmlformats.org/officeDocument/2006/relationships/vmlDrawing" Target="../drawings/vmlDrawing4.v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10" Type="http://schemas.openxmlformats.org/officeDocument/2006/relationships/image" Target="../media/image2.png"/><Relationship Id="rId4" Type="http://schemas.openxmlformats.org/officeDocument/2006/relationships/tags" Target="../tags/tag72.xml"/><Relationship Id="rId9" Type="http://schemas.openxmlformats.org/officeDocument/2006/relationships/image" Target="../media/image11.emf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13" Type="http://schemas.openxmlformats.org/officeDocument/2006/relationships/image" Target="../media/image15.png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12" Type="http://schemas.openxmlformats.org/officeDocument/2006/relationships/image" Target="../media/image11.emf"/><Relationship Id="rId2" Type="http://schemas.openxmlformats.org/officeDocument/2006/relationships/tags" Target="../tags/tag75.xml"/><Relationship Id="rId1" Type="http://schemas.openxmlformats.org/officeDocument/2006/relationships/vmlDrawing" Target="../drawings/vmlDrawing5.vml"/><Relationship Id="rId6" Type="http://schemas.openxmlformats.org/officeDocument/2006/relationships/tags" Target="../tags/tag79.xml"/><Relationship Id="rId11" Type="http://schemas.openxmlformats.org/officeDocument/2006/relationships/oleObject" Target="../embeddings/oleObject5.bin"/><Relationship Id="rId5" Type="http://schemas.openxmlformats.org/officeDocument/2006/relationships/tags" Target="../tags/tag78.xml"/><Relationship Id="rId15" Type="http://schemas.microsoft.com/office/2007/relationships/hdphoto" Target="../media/hdphoto1.wdp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77.xml"/><Relationship Id="rId9" Type="http://schemas.openxmlformats.org/officeDocument/2006/relationships/tags" Target="../tags/tag82.xml"/><Relationship Id="rId14" Type="http://schemas.openxmlformats.org/officeDocument/2006/relationships/image" Target="../media/image16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image" Target="../media/image16.png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image" Target="../media/image11.emf"/><Relationship Id="rId2" Type="http://schemas.openxmlformats.org/officeDocument/2006/relationships/tags" Target="../tags/tag83.xml"/><Relationship Id="rId1" Type="http://schemas.openxmlformats.org/officeDocument/2006/relationships/vmlDrawing" Target="../drawings/vmlDrawing6.vml"/><Relationship Id="rId6" Type="http://schemas.openxmlformats.org/officeDocument/2006/relationships/tags" Target="../tags/tag87.xml"/><Relationship Id="rId11" Type="http://schemas.openxmlformats.org/officeDocument/2006/relationships/oleObject" Target="../embeddings/oleObject6.bin"/><Relationship Id="rId5" Type="http://schemas.openxmlformats.org/officeDocument/2006/relationships/tags" Target="../tags/tag86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microsoft.com/office/2007/relationships/hdphoto" Target="../media/hdphoto1.wdp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2" Type="http://schemas.openxmlformats.org/officeDocument/2006/relationships/tags" Target="../tags/tag91.xml"/><Relationship Id="rId1" Type="http://schemas.openxmlformats.org/officeDocument/2006/relationships/vmlDrawing" Target="../drawings/vmlDrawing7.vml"/><Relationship Id="rId6" Type="http://schemas.openxmlformats.org/officeDocument/2006/relationships/tags" Target="../tags/tag95.xml"/><Relationship Id="rId11" Type="http://schemas.openxmlformats.org/officeDocument/2006/relationships/image" Target="../media/image1.emf"/><Relationship Id="rId5" Type="http://schemas.openxmlformats.org/officeDocument/2006/relationships/tags" Target="../tags/tag94.xml"/><Relationship Id="rId10" Type="http://schemas.openxmlformats.org/officeDocument/2006/relationships/oleObject" Target="../embeddings/oleObject7.bin"/><Relationship Id="rId4" Type="http://schemas.openxmlformats.org/officeDocument/2006/relationships/tags" Target="../tags/tag93.xml"/><Relationship Id="rId9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" Type="http://schemas.openxmlformats.org/officeDocument/2006/relationships/vmlDrawing" Target="../drawings/vmlDrawing8.v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10" Type="http://schemas.openxmlformats.org/officeDocument/2006/relationships/image" Target="../media/image1.emf"/><Relationship Id="rId4" Type="http://schemas.openxmlformats.org/officeDocument/2006/relationships/tags" Target="../tags/tag100.xml"/><Relationship Id="rId9" Type="http://schemas.openxmlformats.org/officeDocument/2006/relationships/oleObject" Target="../embeddings/oleObject8.bin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image" Target="../media/image1.emf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oleObject" Target="../embeddings/oleObject9.bin"/><Relationship Id="rId2" Type="http://schemas.openxmlformats.org/officeDocument/2006/relationships/tags" Target="../tags/tag104.xml"/><Relationship Id="rId1" Type="http://schemas.openxmlformats.org/officeDocument/2006/relationships/vmlDrawing" Target="../drawings/vmlDrawing9.vml"/><Relationship Id="rId6" Type="http://schemas.openxmlformats.org/officeDocument/2006/relationships/tags" Target="../tags/tag108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07.xml"/><Relationship Id="rId10" Type="http://schemas.openxmlformats.org/officeDocument/2006/relationships/tags" Target="../tags/tag112.xml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13" Type="http://schemas.openxmlformats.org/officeDocument/2006/relationships/image" Target="../media/image1.emf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12" Type="http://schemas.openxmlformats.org/officeDocument/2006/relationships/oleObject" Target="../embeddings/oleObject10.bin"/><Relationship Id="rId2" Type="http://schemas.openxmlformats.org/officeDocument/2006/relationships/tags" Target="../tags/tag113.xml"/><Relationship Id="rId1" Type="http://schemas.openxmlformats.org/officeDocument/2006/relationships/vmlDrawing" Target="../drawings/vmlDrawing10.vml"/><Relationship Id="rId6" Type="http://schemas.openxmlformats.org/officeDocument/2006/relationships/tags" Target="../tags/tag117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16.xml"/><Relationship Id="rId10" Type="http://schemas.openxmlformats.org/officeDocument/2006/relationships/tags" Target="../tags/tag121.xml"/><Relationship Id="rId4" Type="http://schemas.openxmlformats.org/officeDocument/2006/relationships/tags" Target="../tags/tag115.xml"/><Relationship Id="rId9" Type="http://schemas.openxmlformats.org/officeDocument/2006/relationships/tags" Target="../tags/tag120.xml"/><Relationship Id="rId1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28.xml"/><Relationship Id="rId13" Type="http://schemas.openxmlformats.org/officeDocument/2006/relationships/image" Target="../media/image1.emf"/><Relationship Id="rId3" Type="http://schemas.openxmlformats.org/officeDocument/2006/relationships/tags" Target="../tags/tag123.xml"/><Relationship Id="rId7" Type="http://schemas.openxmlformats.org/officeDocument/2006/relationships/tags" Target="../tags/tag127.xml"/><Relationship Id="rId12" Type="http://schemas.openxmlformats.org/officeDocument/2006/relationships/oleObject" Target="../embeddings/oleObject11.bin"/><Relationship Id="rId2" Type="http://schemas.openxmlformats.org/officeDocument/2006/relationships/tags" Target="../tags/tag122.xml"/><Relationship Id="rId1" Type="http://schemas.openxmlformats.org/officeDocument/2006/relationships/vmlDrawing" Target="../drawings/vmlDrawing11.vml"/><Relationship Id="rId6" Type="http://schemas.openxmlformats.org/officeDocument/2006/relationships/tags" Target="../tags/tag12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25.xml"/><Relationship Id="rId10" Type="http://schemas.openxmlformats.org/officeDocument/2006/relationships/tags" Target="../tags/tag130.xml"/><Relationship Id="rId4" Type="http://schemas.openxmlformats.org/officeDocument/2006/relationships/tags" Target="../tags/tag124.xml"/><Relationship Id="rId9" Type="http://schemas.openxmlformats.org/officeDocument/2006/relationships/tags" Target="../tags/tag129.xml"/><Relationship Id="rId1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37.xml"/><Relationship Id="rId13" Type="http://schemas.openxmlformats.org/officeDocument/2006/relationships/image" Target="../media/image17.emf"/><Relationship Id="rId3" Type="http://schemas.openxmlformats.org/officeDocument/2006/relationships/tags" Target="../tags/tag132.xml"/><Relationship Id="rId7" Type="http://schemas.openxmlformats.org/officeDocument/2006/relationships/tags" Target="../tags/tag136.xml"/><Relationship Id="rId12" Type="http://schemas.openxmlformats.org/officeDocument/2006/relationships/oleObject" Target="../embeddings/oleObject12.bin"/><Relationship Id="rId2" Type="http://schemas.openxmlformats.org/officeDocument/2006/relationships/tags" Target="../tags/tag131.xml"/><Relationship Id="rId1" Type="http://schemas.openxmlformats.org/officeDocument/2006/relationships/vmlDrawing" Target="../drawings/vmlDrawing12.vml"/><Relationship Id="rId6" Type="http://schemas.openxmlformats.org/officeDocument/2006/relationships/tags" Target="../tags/tag135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34.xml"/><Relationship Id="rId10" Type="http://schemas.openxmlformats.org/officeDocument/2006/relationships/tags" Target="../tags/tag139.xml"/><Relationship Id="rId4" Type="http://schemas.openxmlformats.org/officeDocument/2006/relationships/tags" Target="../tags/tag133.xml"/><Relationship Id="rId9" Type="http://schemas.openxmlformats.org/officeDocument/2006/relationships/tags" Target="../tags/tag138.xml"/><Relationship Id="rId1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46.xml"/><Relationship Id="rId13" Type="http://schemas.openxmlformats.org/officeDocument/2006/relationships/image" Target="../media/image1.emf"/><Relationship Id="rId3" Type="http://schemas.openxmlformats.org/officeDocument/2006/relationships/tags" Target="../tags/tag141.xml"/><Relationship Id="rId7" Type="http://schemas.openxmlformats.org/officeDocument/2006/relationships/tags" Target="../tags/tag145.xml"/><Relationship Id="rId12" Type="http://schemas.openxmlformats.org/officeDocument/2006/relationships/oleObject" Target="../embeddings/oleObject13.bin"/><Relationship Id="rId2" Type="http://schemas.openxmlformats.org/officeDocument/2006/relationships/tags" Target="../tags/tag140.xml"/><Relationship Id="rId1" Type="http://schemas.openxmlformats.org/officeDocument/2006/relationships/vmlDrawing" Target="../drawings/vmlDrawing13.vml"/><Relationship Id="rId6" Type="http://schemas.openxmlformats.org/officeDocument/2006/relationships/tags" Target="../tags/tag144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43.xml"/><Relationship Id="rId10" Type="http://schemas.openxmlformats.org/officeDocument/2006/relationships/tags" Target="../tags/tag148.xml"/><Relationship Id="rId4" Type="http://schemas.openxmlformats.org/officeDocument/2006/relationships/tags" Target="../tags/tag142.xml"/><Relationship Id="rId9" Type="http://schemas.openxmlformats.org/officeDocument/2006/relationships/tags" Target="../tags/tag147.xml"/><Relationship Id="rId1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tags" Target="../tags/tag15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49.xml"/><Relationship Id="rId1" Type="http://schemas.openxmlformats.org/officeDocument/2006/relationships/vmlDrawing" Target="../drawings/vmlDrawing14.v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10" Type="http://schemas.openxmlformats.org/officeDocument/2006/relationships/image" Target="../media/image2.png"/><Relationship Id="rId4" Type="http://schemas.openxmlformats.org/officeDocument/2006/relationships/tags" Target="../tags/tag151.xml"/><Relationship Id="rId9" Type="http://schemas.openxmlformats.org/officeDocument/2006/relationships/image" Target="../media/image11.emf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tags" Target="../tags/tag15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54.xml"/><Relationship Id="rId1" Type="http://schemas.openxmlformats.org/officeDocument/2006/relationships/vmlDrawing" Target="../drawings/vmlDrawing15.v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10" Type="http://schemas.openxmlformats.org/officeDocument/2006/relationships/image" Target="../media/image2.png"/><Relationship Id="rId4" Type="http://schemas.openxmlformats.org/officeDocument/2006/relationships/tags" Target="../tags/tag156.xml"/><Relationship Id="rId9" Type="http://schemas.openxmlformats.org/officeDocument/2006/relationships/image" Target="../media/image11.emf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tags" Target="../tags/tag16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59.xml"/><Relationship Id="rId1" Type="http://schemas.openxmlformats.org/officeDocument/2006/relationships/vmlDrawing" Target="../drawings/vmlDrawing16.v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10" Type="http://schemas.openxmlformats.org/officeDocument/2006/relationships/image" Target="../media/image2.png"/><Relationship Id="rId4" Type="http://schemas.openxmlformats.org/officeDocument/2006/relationships/tags" Target="../tags/tag161.xml"/><Relationship Id="rId9" Type="http://schemas.openxmlformats.org/officeDocument/2006/relationships/image" Target="../media/image11.emf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69405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52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6F1699F4-B25C-450B-8AD5-1CBEF8150CC7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ru-RU" sz="38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3" name="Background">
            <a:extLst>
              <a:ext uri="{FF2B5EF4-FFF2-40B4-BE49-F238E27FC236}">
                <a16:creationId xmlns:a16="http://schemas.microsoft.com/office/drawing/2014/main" id="{B5C0A637-E2ED-45BD-B5B9-77EE682028BB}"/>
              </a:ext>
            </a:extLst>
          </p:cNvPr>
          <p:cNvSpPr/>
          <p:nvPr userDrawn="1"/>
        </p:nvSpPr>
        <p:spPr>
          <a:xfrm>
            <a:off x="0" y="0"/>
            <a:ext cx="12192352" cy="6859589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24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47687" y="6220656"/>
            <a:ext cx="6493321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4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date</a:t>
            </a:r>
            <a:r>
              <a:rPr lang="ru-RU" dirty="0"/>
              <a:t>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/</a:t>
            </a:r>
            <a:r>
              <a:rPr lang="ru-RU" dirty="0" err="1"/>
              <a:t>role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48827" y="4267773"/>
            <a:ext cx="6493321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b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48828" y="2762451"/>
            <a:ext cx="6493321" cy="116955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sz="380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br>
              <a:rPr lang="en-US" dirty="0"/>
            </a:b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 </a:t>
            </a:r>
            <a:r>
              <a:rPr lang="ru-RU" dirty="0" err="1"/>
              <a:t>style</a:t>
            </a:r>
            <a:endParaRPr lang="ru-RU" dirty="0"/>
          </a:p>
        </p:txBody>
      </p:sp>
      <p:pic>
        <p:nvPicPr>
          <p:cNvPr id="9" name="Google Shape;9;p2" descr="Google Shape;9;p2">
            <a:extLst>
              <a:ext uri="{FF2B5EF4-FFF2-40B4-BE49-F238E27FC236}">
                <a16:creationId xmlns:a16="http://schemas.microsoft.com/office/drawing/2014/main" id="{F4033988-325A-4376-BB5A-899A0C2799FF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548828" y="583509"/>
            <a:ext cx="1277181" cy="51478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Google Shape;12;p2" descr="Google Shape;12;p2">
            <a:extLst>
              <a:ext uri="{FF2B5EF4-FFF2-40B4-BE49-F238E27FC236}">
                <a16:creationId xmlns:a16="http://schemas.microsoft.com/office/drawing/2014/main" id="{9DC0288E-4DF2-4EA0-BD72-5518681CBC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/>
          <a:srcRect t="1955" r="38972" b="14660"/>
          <a:stretch/>
        </p:blipFill>
        <p:spPr>
          <a:xfrm>
            <a:off x="7937944" y="3175"/>
            <a:ext cx="4254056" cy="68516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652730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194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Background">
            <a:extLst>
              <a:ext uri="{FF2B5EF4-FFF2-40B4-BE49-F238E27FC236}">
                <a16:creationId xmlns:a16="http://schemas.microsoft.com/office/drawing/2014/main" id="{B5C0A637-E2ED-45BD-B5B9-77EE682028BB}"/>
              </a:ext>
            </a:extLst>
          </p:cNvPr>
          <p:cNvSpPr/>
          <p:nvPr userDrawn="1"/>
        </p:nvSpPr>
        <p:spPr>
          <a:xfrm>
            <a:off x="0" y="-1589"/>
            <a:ext cx="12192352" cy="6859589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24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47610C-A8E5-4F40-AC64-938BF9A680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549"/>
          <a:stretch/>
        </p:blipFill>
        <p:spPr>
          <a:xfrm>
            <a:off x="2733667" y="290623"/>
            <a:ext cx="9458333" cy="6567377"/>
          </a:xfrm>
          <a:prstGeom prst="rect">
            <a:avLst/>
          </a:prstGeom>
        </p:spPr>
      </p:pic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6F1699F4-B25C-450B-8AD5-1CBEF8150CC7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ru-RU" sz="38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47687" y="6220656"/>
            <a:ext cx="6493321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4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date</a:t>
            </a:r>
            <a:r>
              <a:rPr lang="ru-RU" dirty="0"/>
              <a:t>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/</a:t>
            </a:r>
            <a:r>
              <a:rPr lang="ru-RU" dirty="0" err="1"/>
              <a:t>role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48827" y="4267773"/>
            <a:ext cx="6493321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b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48828" y="2762451"/>
            <a:ext cx="6493321" cy="116955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sz="380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br>
              <a:rPr lang="en-US" dirty="0"/>
            </a:b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 </a:t>
            </a:r>
            <a:r>
              <a:rPr lang="ru-RU" dirty="0" err="1"/>
              <a:t>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4686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897728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129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5E5EE325-B3E9-4A3D-99D2-EE419306B510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ru-RU" sz="38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85" name="Graphic 68">
            <a:extLst>
              <a:ext uri="{FF2B5EF4-FFF2-40B4-BE49-F238E27FC236}">
                <a16:creationId xmlns:a16="http://schemas.microsoft.com/office/drawing/2014/main" id="{51D9C18D-AA49-424F-8C92-0D75E181DD9A}"/>
              </a:ext>
            </a:extLst>
          </p:cNvPr>
          <p:cNvSpPr/>
          <p:nvPr/>
        </p:nvSpPr>
        <p:spPr>
          <a:xfrm>
            <a:off x="444870" y="764072"/>
            <a:ext cx="4288208" cy="5525541"/>
          </a:xfrm>
          <a:custGeom>
            <a:avLst/>
            <a:gdLst>
              <a:gd name="connsiteX0" fmla="*/ 0 w 4288208"/>
              <a:gd name="connsiteY0" fmla="*/ 0 h 5525541"/>
              <a:gd name="connsiteX1" fmla="*/ 0 w 4288208"/>
              <a:gd name="connsiteY1" fmla="*/ 4153601 h 5525541"/>
              <a:gd name="connsiteX2" fmla="*/ 129241 w 4288208"/>
              <a:gd name="connsiteY2" fmla="*/ 4490422 h 5525541"/>
              <a:gd name="connsiteX3" fmla="*/ 250329 w 4288208"/>
              <a:gd name="connsiteY3" fmla="*/ 4583873 h 5525541"/>
              <a:gd name="connsiteX4" fmla="*/ 487337 w 4288208"/>
              <a:gd name="connsiteY4" fmla="*/ 4641336 h 5525541"/>
              <a:gd name="connsiteX5" fmla="*/ 1788493 w 4288208"/>
              <a:gd name="connsiteY5" fmla="*/ 4641336 h 5525541"/>
              <a:gd name="connsiteX6" fmla="*/ 1788493 w 4288208"/>
              <a:gd name="connsiteY6" fmla="*/ 5525542 h 5525541"/>
              <a:gd name="connsiteX7" fmla="*/ 2498125 w 4288208"/>
              <a:gd name="connsiteY7" fmla="*/ 4866016 h 5525541"/>
              <a:gd name="connsiteX8" fmla="*/ 2549423 w 4288208"/>
              <a:gd name="connsiteY8" fmla="*/ 4835197 h 5525541"/>
              <a:gd name="connsiteX9" fmla="*/ 3420705 w 4288208"/>
              <a:gd name="connsiteY9" fmla="*/ 4641336 h 5525541"/>
              <a:gd name="connsiteX10" fmla="*/ 3796895 w 4288208"/>
              <a:gd name="connsiteY10" fmla="*/ 4641336 h 5525541"/>
              <a:gd name="connsiteX11" fmla="*/ 4036289 w 4288208"/>
              <a:gd name="connsiteY11" fmla="*/ 4583277 h 5525541"/>
              <a:gd name="connsiteX12" fmla="*/ 4271109 w 4288208"/>
              <a:gd name="connsiteY12" fmla="*/ 4271310 h 5525541"/>
              <a:gd name="connsiteX13" fmla="*/ 4288209 w 4288208"/>
              <a:gd name="connsiteY13" fmla="*/ 4118606 h 5525541"/>
              <a:gd name="connsiteX14" fmla="*/ 4288209 w 4288208"/>
              <a:gd name="connsiteY14" fmla="*/ 0 h 5525541"/>
              <a:gd name="connsiteX15" fmla="*/ 0 w 4288208"/>
              <a:gd name="connsiteY15" fmla="*/ 0 h 5525541"/>
              <a:gd name="connsiteX16" fmla="*/ 3803258 w 4288208"/>
              <a:gd name="connsiteY16" fmla="*/ 4330959 h 5525541"/>
              <a:gd name="connsiteX17" fmla="*/ 3501431 w 4288208"/>
              <a:gd name="connsiteY17" fmla="*/ 4330959 h 5525541"/>
              <a:gd name="connsiteX18" fmla="*/ 3384518 w 4288208"/>
              <a:gd name="connsiteY18" fmla="*/ 4329170 h 5525541"/>
              <a:gd name="connsiteX19" fmla="*/ 2836735 w 4288208"/>
              <a:gd name="connsiteY19" fmla="*/ 4381065 h 5525541"/>
              <a:gd name="connsiteX20" fmla="*/ 2047969 w 4288208"/>
              <a:gd name="connsiteY20" fmla="*/ 4877946 h 5525541"/>
              <a:gd name="connsiteX21" fmla="*/ 2047969 w 4288208"/>
              <a:gd name="connsiteY21" fmla="*/ 4326187 h 5525541"/>
              <a:gd name="connsiteX22" fmla="*/ 481571 w 4288208"/>
              <a:gd name="connsiteY22" fmla="*/ 4326187 h 5525541"/>
              <a:gd name="connsiteX23" fmla="*/ 432857 w 4288208"/>
              <a:gd name="connsiteY23" fmla="*/ 4320819 h 5525541"/>
              <a:gd name="connsiteX24" fmla="*/ 315347 w 4288208"/>
              <a:gd name="connsiteY24" fmla="*/ 4107273 h 5525541"/>
              <a:gd name="connsiteX25" fmla="*/ 315347 w 4288208"/>
              <a:gd name="connsiteY25" fmla="*/ 314353 h 5525541"/>
              <a:gd name="connsiteX26" fmla="*/ 3971867 w 4288208"/>
              <a:gd name="connsiteY26" fmla="*/ 314353 h 5525541"/>
              <a:gd name="connsiteX27" fmla="*/ 3971867 w 4288208"/>
              <a:gd name="connsiteY27" fmla="*/ 4057366 h 5525541"/>
              <a:gd name="connsiteX28" fmla="*/ 3803258 w 4288208"/>
              <a:gd name="connsiteY28" fmla="*/ 4330959 h 552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288208" h="5525541">
                <a:moveTo>
                  <a:pt x="0" y="0"/>
                </a:moveTo>
                <a:lnTo>
                  <a:pt x="0" y="4153601"/>
                </a:lnTo>
                <a:cubicBezTo>
                  <a:pt x="0" y="4277871"/>
                  <a:pt x="44141" y="4399755"/>
                  <a:pt x="129241" y="4490422"/>
                </a:cubicBezTo>
                <a:cubicBezTo>
                  <a:pt x="161253" y="4524622"/>
                  <a:pt x="201019" y="4557031"/>
                  <a:pt x="250329" y="4583873"/>
                </a:cubicBezTo>
                <a:cubicBezTo>
                  <a:pt x="322704" y="4623242"/>
                  <a:pt x="404822" y="4641336"/>
                  <a:pt x="487337" y="4641336"/>
                </a:cubicBezTo>
                <a:lnTo>
                  <a:pt x="1788493" y="4641336"/>
                </a:lnTo>
                <a:lnTo>
                  <a:pt x="1788493" y="5525542"/>
                </a:lnTo>
                <a:cubicBezTo>
                  <a:pt x="1788493" y="5525542"/>
                  <a:pt x="2265889" y="4998240"/>
                  <a:pt x="2498125" y="4866016"/>
                </a:cubicBezTo>
                <a:cubicBezTo>
                  <a:pt x="2515423" y="4856074"/>
                  <a:pt x="2532721" y="4846332"/>
                  <a:pt x="2549423" y="4835197"/>
                </a:cubicBezTo>
                <a:cubicBezTo>
                  <a:pt x="2627167" y="4783700"/>
                  <a:pt x="2908514" y="4626026"/>
                  <a:pt x="3420705" y="4641336"/>
                </a:cubicBezTo>
                <a:lnTo>
                  <a:pt x="3796895" y="4641336"/>
                </a:lnTo>
                <a:cubicBezTo>
                  <a:pt x="3880205" y="4641336"/>
                  <a:pt x="3963119" y="4622845"/>
                  <a:pt x="4036289" y="4583277"/>
                </a:cubicBezTo>
                <a:cubicBezTo>
                  <a:pt x="4128547" y="4533569"/>
                  <a:pt x="4228957" y="4441311"/>
                  <a:pt x="4271109" y="4271310"/>
                </a:cubicBezTo>
                <a:cubicBezTo>
                  <a:pt x="4283437" y="4221403"/>
                  <a:pt x="4288209" y="4169905"/>
                  <a:pt x="4288209" y="4118606"/>
                </a:cubicBezTo>
                <a:lnTo>
                  <a:pt x="4288209" y="0"/>
                </a:lnTo>
                <a:lnTo>
                  <a:pt x="0" y="0"/>
                </a:lnTo>
                <a:close/>
                <a:moveTo>
                  <a:pt x="3803258" y="4330959"/>
                </a:moveTo>
                <a:lnTo>
                  <a:pt x="3501431" y="4330959"/>
                </a:lnTo>
                <a:cubicBezTo>
                  <a:pt x="3462460" y="4330959"/>
                  <a:pt x="3423488" y="4329369"/>
                  <a:pt x="3384518" y="4329170"/>
                </a:cubicBezTo>
                <a:cubicBezTo>
                  <a:pt x="3069369" y="4326386"/>
                  <a:pt x="2836735" y="4381065"/>
                  <a:pt x="2836735" y="4381065"/>
                </a:cubicBezTo>
                <a:cubicBezTo>
                  <a:pt x="2423563" y="4460797"/>
                  <a:pt x="2047969" y="4877946"/>
                  <a:pt x="2047969" y="4877946"/>
                </a:cubicBezTo>
                <a:lnTo>
                  <a:pt x="2047969" y="4326187"/>
                </a:lnTo>
                <a:lnTo>
                  <a:pt x="481571" y="4326187"/>
                </a:lnTo>
                <a:cubicBezTo>
                  <a:pt x="465267" y="4326187"/>
                  <a:pt x="448764" y="4324994"/>
                  <a:pt x="432857" y="4320819"/>
                </a:cubicBezTo>
                <a:cubicBezTo>
                  <a:pt x="282739" y="4282245"/>
                  <a:pt x="315347" y="4107273"/>
                  <a:pt x="315347" y="4107273"/>
                </a:cubicBezTo>
                <a:lnTo>
                  <a:pt x="315347" y="314353"/>
                </a:lnTo>
                <a:lnTo>
                  <a:pt x="3971867" y="314353"/>
                </a:lnTo>
                <a:lnTo>
                  <a:pt x="3971867" y="4057366"/>
                </a:lnTo>
                <a:cubicBezTo>
                  <a:pt x="4003879" y="4335532"/>
                  <a:pt x="3803258" y="4330959"/>
                  <a:pt x="3803258" y="4330959"/>
                </a:cubicBezTo>
                <a:close/>
              </a:path>
            </a:pathLst>
          </a:custGeom>
          <a:solidFill>
            <a:schemeClr val="tx2"/>
          </a:solidFill>
          <a:ln w="19844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1EF6C93-696C-409F-95CC-EB83962751C7}"/>
              </a:ext>
            </a:extLst>
          </p:cNvPr>
          <p:cNvSpPr/>
          <p:nvPr userDrawn="1"/>
        </p:nvSpPr>
        <p:spPr>
          <a:xfrm>
            <a:off x="1798320" y="1438840"/>
            <a:ext cx="9948810" cy="3289783"/>
          </a:xfrm>
          <a:prstGeom prst="rect">
            <a:avLst/>
          </a:prstGeom>
          <a:solidFill>
            <a:srgbClr val="FFFFF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33" name="Google Shape;14;p2" descr="Google Shape;14;p2">
            <a:extLst>
              <a:ext uri="{FF2B5EF4-FFF2-40B4-BE49-F238E27FC236}">
                <a16:creationId xmlns:a16="http://schemas.microsoft.com/office/drawing/2014/main" id="{692AF996-34DD-4A67-B87D-39364242B611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2491741" y="6062708"/>
            <a:ext cx="9145524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 algn="r">
              <a:defRPr lang="ru-RU" sz="140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date</a:t>
            </a:r>
            <a:r>
              <a:rPr lang="ru-RU" dirty="0"/>
              <a:t>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/</a:t>
            </a:r>
            <a:r>
              <a:rPr lang="ru-RU" dirty="0" err="1"/>
              <a:t>role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2491740" y="4003399"/>
            <a:ext cx="9145524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lang="ru-RU" sz="2000" b="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2491740" y="2498077"/>
            <a:ext cx="9145524" cy="116955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lang="ru-RU" sz="38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br>
              <a:rPr lang="en-US" dirty="0"/>
            </a:b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 </a:t>
            </a:r>
            <a:r>
              <a:rPr lang="ru-RU" dirty="0" err="1"/>
              <a:t>style</a:t>
            </a:r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C42CB4-3527-41F4-B94C-6FA242A1E903}"/>
              </a:ext>
            </a:extLst>
          </p:cNvPr>
          <p:cNvSpPr/>
          <p:nvPr userDrawn="1"/>
        </p:nvSpPr>
        <p:spPr>
          <a:xfrm>
            <a:off x="10763250" y="676275"/>
            <a:ext cx="990600" cy="227457"/>
          </a:xfrm>
          <a:prstGeom prst="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876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089135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106" name="think-cell Slide" r:id="rId11" imgW="592" imgH="591" progId="TCLayout.ActiveDocument.1">
                  <p:embed/>
                </p:oleObj>
              </mc:Choice>
              <mc:Fallback>
                <p:oleObj name="think-cell Slide" r:id="rId11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22C9D1E-85AA-4997-BE0B-113A1D7263E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Background">
            <a:extLst>
              <a:ext uri="{FF2B5EF4-FFF2-40B4-BE49-F238E27FC236}">
                <a16:creationId xmlns:a16="http://schemas.microsoft.com/office/drawing/2014/main" id="{3016D970-FDD4-487B-B300-DDD8903C17EA}"/>
              </a:ext>
            </a:extLst>
          </p:cNvPr>
          <p:cNvSpPr/>
          <p:nvPr userDrawn="1"/>
        </p:nvSpPr>
        <p:spPr bwMode="ltGray">
          <a:xfrm>
            <a:off x="0" y="-1"/>
            <a:ext cx="12189884" cy="6858928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24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13" name="Google Shape;72;p10" descr="Google Shape;72;p10">
            <a:extLst>
              <a:ext uri="{FF2B5EF4-FFF2-40B4-BE49-F238E27FC236}">
                <a16:creationId xmlns:a16="http://schemas.microsoft.com/office/drawing/2014/main" id="{3816D516-0B86-47A9-8FF6-3366EBD4B4C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444870" y="764072"/>
            <a:ext cx="4288207" cy="5550154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2. Slide Title">
            <a:extLst>
              <a:ext uri="{FF2B5EF4-FFF2-40B4-BE49-F238E27FC236}">
                <a16:creationId xmlns:a16="http://schemas.microsoft.com/office/drawing/2014/main" id="{A0F2F2F8-89D0-47E9-A636-9FA9DBACED7B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5" y="2763906"/>
            <a:ext cx="4068479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648000" bIns="0" rtlCol="0" anchor="ctr" anchorCtr="0">
            <a:spAutoFit/>
          </a:bodyPr>
          <a:lstStyle>
            <a:lvl1pPr>
              <a:defRPr lang="ru-RU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B944E575-3139-48F2-9A94-DB89503E099D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5. Source" hidden="1">
            <a:extLst>
              <a:ext uri="{FF2B5EF4-FFF2-40B4-BE49-F238E27FC236}">
                <a16:creationId xmlns:a16="http://schemas.microsoft.com/office/drawing/2014/main" id="{E5F59543-A594-41CC-908B-6D7C3E323BE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6" y="6514142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761465D2-E76B-4DB0-A0D7-5EA6A2FE5F5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pic>
        <p:nvPicPr>
          <p:cNvPr id="18" name="Google Shape;14;p2" descr="Google Shape;14;p2">
            <a:extLst>
              <a:ext uri="{FF2B5EF4-FFF2-40B4-BE49-F238E27FC236}">
                <a16:creationId xmlns:a16="http://schemas.microsoft.com/office/drawing/2014/main" id="{D46A7B11-4060-403B-8FE5-47143E3E75BC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02735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962624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127" name="think-cell Slide" r:id="rId11" imgW="592" imgH="591" progId="TCLayout.ActiveDocument.1">
                  <p:embed/>
                </p:oleObj>
              </mc:Choice>
              <mc:Fallback>
                <p:oleObj name="think-cell Slide" r:id="rId11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BC87C18F-1301-4995-BA8B-B9B59180E82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Background">
            <a:extLst>
              <a:ext uri="{FF2B5EF4-FFF2-40B4-BE49-F238E27FC236}">
                <a16:creationId xmlns:a16="http://schemas.microsoft.com/office/drawing/2014/main" id="{3016D970-FDD4-487B-B300-DDD8903C17EA}"/>
              </a:ext>
            </a:extLst>
          </p:cNvPr>
          <p:cNvSpPr/>
          <p:nvPr userDrawn="1"/>
        </p:nvSpPr>
        <p:spPr bwMode="ltGray">
          <a:xfrm>
            <a:off x="0" y="-1"/>
            <a:ext cx="12189884" cy="6858928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24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4" name="2. Slide Title">
            <a:extLst>
              <a:ext uri="{FF2B5EF4-FFF2-40B4-BE49-F238E27FC236}">
                <a16:creationId xmlns:a16="http://schemas.microsoft.com/office/drawing/2014/main" id="{A0F2F2F8-89D0-47E9-A636-9FA9DBACED7B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4" y="226624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648000" bIns="0" rtlCol="0" anchor="b" anchorCtr="0">
            <a:noAutofit/>
          </a:bodyPr>
          <a:lstStyle>
            <a:lvl1pPr>
              <a:defRPr lang="ru-RU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B944E575-3139-48F2-9A94-DB89503E099D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5. Source" hidden="1">
            <a:extLst>
              <a:ext uri="{FF2B5EF4-FFF2-40B4-BE49-F238E27FC236}">
                <a16:creationId xmlns:a16="http://schemas.microsoft.com/office/drawing/2014/main" id="{E5F59543-A594-41CC-908B-6D7C3E323BE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6" y="6514142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761465D2-E76B-4DB0-A0D7-5EA6A2FE5F5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pic>
        <p:nvPicPr>
          <p:cNvPr id="18" name="Google Shape;14;p2" descr="Google Shape;14;p2">
            <a:extLst>
              <a:ext uri="{FF2B5EF4-FFF2-40B4-BE49-F238E27FC236}">
                <a16:creationId xmlns:a16="http://schemas.microsoft.com/office/drawing/2014/main" id="{D46A7B11-4060-403B-8FE5-47143E3E75B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97753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14756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89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6A111FA-E200-45D2-B147-6FD03F1606FC}"/>
              </a:ext>
            </a:extLst>
          </p:cNvPr>
          <p:cNvSpPr/>
          <p:nvPr userDrawn="1"/>
        </p:nvSpPr>
        <p:spPr>
          <a:xfrm>
            <a:off x="10763250" y="676275"/>
            <a:ext cx="990600" cy="227457"/>
          </a:xfrm>
          <a:prstGeom prst="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F7FD260-CF5E-4997-9F58-B2F7F8DCE1C7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4734" y="226624"/>
            <a:ext cx="11082528" cy="677108"/>
          </a:xfrm>
        </p:spPr>
        <p:txBody>
          <a:bodyPr vert="horz" wrap="square" lIns="0" tIns="0" rIns="79200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48142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23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58598C2-B7D4-49CD-A9F8-DBC1F25971F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4734" y="226623"/>
            <a:ext cx="11082528" cy="978193"/>
          </a:xfrm>
        </p:spPr>
        <p:txBody>
          <a:bodyPr vert="horz" wrap="square" lIns="0" tIns="0" rIns="79200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43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72814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333" name="think-cell Slide" r:id="rId12" imgW="413" imgH="416" progId="TCLayout.ActiveDocument.1">
                  <p:embed/>
                </p:oleObj>
              </mc:Choice>
              <mc:Fallback>
                <p:oleObj name="think-cell Slide" r:id="rId12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8BA1DAF-5209-452D-A7A3-48513BED89D5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DB3340A-E9DE-4442-81BB-7802725122A3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 rot="16200000">
            <a:off x="4373879" y="-960120"/>
            <a:ext cx="6858000" cy="8778241"/>
          </a:xfrm>
          <a:custGeom>
            <a:avLst/>
            <a:gdLst>
              <a:gd name="connsiteX0" fmla="*/ 6858000 w 6858000"/>
              <a:gd name="connsiteY0" fmla="*/ 457224 h 8778241"/>
              <a:gd name="connsiteX1" fmla="*/ 6858000 w 6858000"/>
              <a:gd name="connsiteY1" fmla="*/ 8778241 h 8778241"/>
              <a:gd name="connsiteX2" fmla="*/ 6857999 w 6858000"/>
              <a:gd name="connsiteY2" fmla="*/ 8778241 h 8778241"/>
              <a:gd name="connsiteX3" fmla="*/ 2525791 w 6858000"/>
              <a:gd name="connsiteY3" fmla="*/ 8778241 h 8778241"/>
              <a:gd name="connsiteX4" fmla="*/ 0 w 6858000"/>
              <a:gd name="connsiteY4" fmla="*/ 8778241 h 8778241"/>
              <a:gd name="connsiteX5" fmla="*/ 0 w 6858000"/>
              <a:gd name="connsiteY5" fmla="*/ 457224 h 8778241"/>
              <a:gd name="connsiteX6" fmla="*/ 457223 w 6858000"/>
              <a:gd name="connsiteY6" fmla="*/ 1 h 8778241"/>
              <a:gd name="connsiteX7" fmla="*/ 2525791 w 6858000"/>
              <a:gd name="connsiteY7" fmla="*/ 1 h 8778241"/>
              <a:gd name="connsiteX8" fmla="*/ 2525791 w 6858000"/>
              <a:gd name="connsiteY8" fmla="*/ 0 h 8778241"/>
              <a:gd name="connsiteX9" fmla="*/ 6857999 w 6858000"/>
              <a:gd name="connsiteY9" fmla="*/ 1 h 8778241"/>
              <a:gd name="connsiteX10" fmla="*/ 6857999 w 6858000"/>
              <a:gd name="connsiteY10" fmla="*/ 457219 h 877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58000" h="8778241">
                <a:moveTo>
                  <a:pt x="6858000" y="457224"/>
                </a:moveTo>
                <a:lnTo>
                  <a:pt x="6858000" y="8778241"/>
                </a:lnTo>
                <a:lnTo>
                  <a:pt x="6857999" y="8778241"/>
                </a:lnTo>
                <a:lnTo>
                  <a:pt x="2525791" y="8778241"/>
                </a:lnTo>
                <a:lnTo>
                  <a:pt x="0" y="8778241"/>
                </a:lnTo>
                <a:lnTo>
                  <a:pt x="0" y="457224"/>
                </a:lnTo>
                <a:cubicBezTo>
                  <a:pt x="0" y="204707"/>
                  <a:pt x="204706" y="1"/>
                  <a:pt x="457223" y="1"/>
                </a:cubicBezTo>
                <a:lnTo>
                  <a:pt x="2525791" y="1"/>
                </a:lnTo>
                <a:lnTo>
                  <a:pt x="2525791" y="0"/>
                </a:lnTo>
                <a:lnTo>
                  <a:pt x="6857999" y="1"/>
                </a:lnTo>
                <a:lnTo>
                  <a:pt x="6857999" y="457219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i="0" smtClean="0"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i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836702"/>
            <a:ext cx="251460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564610"/>
            <a:ext cx="2514600" cy="49244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4. Footnote" hidden="1">
            <a:extLst>
              <a:ext uri="{FF2B5EF4-FFF2-40B4-BE49-F238E27FC236}">
                <a16:creationId xmlns:a16="http://schemas.microsoft.com/office/drawing/2014/main" id="{E91B258C-2CE3-47AD-91B7-5D22A691D52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330793"/>
            <a:ext cx="25146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5. Source" hidden="1">
            <a:extLst>
              <a:ext uri="{FF2B5EF4-FFF2-40B4-BE49-F238E27FC236}">
                <a16:creationId xmlns:a16="http://schemas.microsoft.com/office/drawing/2014/main" id="{9E0E9C24-A775-45BA-A2B2-E9A468FB0E1D}"/>
              </a:ext>
            </a:extLst>
          </p:cNvPr>
          <p:cNvSpPr txBox="1">
            <a:spLocks/>
          </p:cNvSpPr>
          <p:nvPr userDrawn="1">
            <p:custDataLst>
              <p:tags r:id="rId10"/>
            </p:custDataLst>
          </p:nvPr>
        </p:nvSpPr>
        <p:spPr>
          <a:xfrm>
            <a:off x="554736" y="6514142"/>
            <a:ext cx="25146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DD6127-86F4-409F-8D46-5CD3A086C45E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3069336" cy="0"/>
          </a:xfrm>
          <a:prstGeom prst="line">
            <a:avLst/>
          </a:prstGeom>
          <a:ln w="6350" cap="sq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oogle Shape;14;p2" descr="Google Shape;14;p2">
            <a:extLst>
              <a:ext uri="{FF2B5EF4-FFF2-40B4-BE49-F238E27FC236}">
                <a16:creationId xmlns:a16="http://schemas.microsoft.com/office/drawing/2014/main" id="{A284D5BB-6F01-4D09-B6DA-F1D43E5B2C43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D077809-3280-46EE-8E9C-16364B72CB2E}"/>
              </a:ext>
            </a:extLst>
          </p:cNvPr>
          <p:cNvSpPr/>
          <p:nvPr userDrawn="1"/>
        </p:nvSpPr>
        <p:spPr>
          <a:xfrm>
            <a:off x="10763250" y="676275"/>
            <a:ext cx="990600" cy="227457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369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616758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351" name="think-cell Slide" r:id="rId12" imgW="413" imgH="416" progId="TCLayout.ActiveDocument.1">
                  <p:embed/>
                </p:oleObj>
              </mc:Choice>
              <mc:Fallback>
                <p:oleObj name="think-cell Slide" r:id="rId12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9B4C3FF-1D42-419B-97F1-C22D4E39CCF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DBEECC2-3A36-412F-A31C-DEE58CFE91FF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 rot="16200000">
            <a:off x="4849369" y="-484632"/>
            <a:ext cx="6858000" cy="7827264"/>
          </a:xfrm>
          <a:custGeom>
            <a:avLst/>
            <a:gdLst>
              <a:gd name="connsiteX0" fmla="*/ 6858000 w 6858000"/>
              <a:gd name="connsiteY0" fmla="*/ 457224 h 7827264"/>
              <a:gd name="connsiteX1" fmla="*/ 6858000 w 6858000"/>
              <a:gd name="connsiteY1" fmla="*/ 7827264 h 7827264"/>
              <a:gd name="connsiteX2" fmla="*/ 0 w 6858000"/>
              <a:gd name="connsiteY2" fmla="*/ 7827263 h 7827264"/>
              <a:gd name="connsiteX3" fmla="*/ 0 w 6858000"/>
              <a:gd name="connsiteY3" fmla="*/ 457224 h 7827264"/>
              <a:gd name="connsiteX4" fmla="*/ 457223 w 6858000"/>
              <a:gd name="connsiteY4" fmla="*/ 1 h 7827264"/>
              <a:gd name="connsiteX5" fmla="*/ 2525791 w 6858000"/>
              <a:gd name="connsiteY5" fmla="*/ 1 h 7827264"/>
              <a:gd name="connsiteX6" fmla="*/ 2525791 w 6858000"/>
              <a:gd name="connsiteY6" fmla="*/ 0 h 7827264"/>
              <a:gd name="connsiteX7" fmla="*/ 6857999 w 6858000"/>
              <a:gd name="connsiteY7" fmla="*/ 1 h 7827264"/>
              <a:gd name="connsiteX8" fmla="*/ 6857999 w 6858000"/>
              <a:gd name="connsiteY8" fmla="*/ 457220 h 7827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7827264">
                <a:moveTo>
                  <a:pt x="6858000" y="457224"/>
                </a:moveTo>
                <a:lnTo>
                  <a:pt x="6858000" y="7827264"/>
                </a:lnTo>
                <a:lnTo>
                  <a:pt x="0" y="7827263"/>
                </a:lnTo>
                <a:lnTo>
                  <a:pt x="0" y="457224"/>
                </a:lnTo>
                <a:cubicBezTo>
                  <a:pt x="0" y="204707"/>
                  <a:pt x="204706" y="1"/>
                  <a:pt x="457223" y="1"/>
                </a:cubicBezTo>
                <a:lnTo>
                  <a:pt x="2525791" y="1"/>
                </a:lnTo>
                <a:lnTo>
                  <a:pt x="2525791" y="0"/>
                </a:lnTo>
                <a:lnTo>
                  <a:pt x="6857999" y="1"/>
                </a:lnTo>
                <a:lnTo>
                  <a:pt x="6857999" y="457220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836702"/>
            <a:ext cx="3465576" cy="67710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564610"/>
            <a:ext cx="3465575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1FBE24E8-31AF-4C3E-A5B5-E9DFC553F274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7" y="6330793"/>
            <a:ext cx="3465575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3791DA78-DD6B-4CB7-9030-81E41768DCBD}"/>
              </a:ext>
            </a:extLst>
          </p:cNvPr>
          <p:cNvSpPr txBox="1">
            <a:spLocks/>
          </p:cNvSpPr>
          <p:nvPr userDrawn="1">
            <p:custDataLst>
              <p:tags r:id="rId10"/>
            </p:custDataLst>
          </p:nvPr>
        </p:nvSpPr>
        <p:spPr>
          <a:xfrm>
            <a:off x="554736" y="6514142"/>
            <a:ext cx="3465575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BC230638-247A-49E2-AF0D-D1DBDBB1CEB8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F1B61C-CA3B-489B-AAE2-6EE6903D5450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4020312" cy="0"/>
          </a:xfrm>
          <a:prstGeom prst="line">
            <a:avLst/>
          </a:prstGeom>
          <a:ln w="6350" cap="sq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F54626E7-2EA4-4F09-AAA8-F6956A200AA0}"/>
              </a:ext>
            </a:extLst>
          </p:cNvPr>
          <p:cNvSpPr/>
          <p:nvPr userDrawn="1"/>
        </p:nvSpPr>
        <p:spPr>
          <a:xfrm>
            <a:off x="10763250" y="676275"/>
            <a:ext cx="990600" cy="227457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910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415329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351" name="think-cell Slide" r:id="rId12" imgW="413" imgH="416" progId="TCLayout.ActiveDocument.1">
                  <p:embed/>
                </p:oleObj>
              </mc:Choice>
              <mc:Fallback>
                <p:oleObj name="think-cell Slide" r:id="rId12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5656633-FD36-48D8-BB61-9B05B4A6498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325A7F3-5F79-43D7-8D2A-FB345FCBC4A4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 rot="16200000">
            <a:off x="5713477" y="379477"/>
            <a:ext cx="6858000" cy="6099046"/>
          </a:xfrm>
          <a:custGeom>
            <a:avLst/>
            <a:gdLst>
              <a:gd name="connsiteX0" fmla="*/ 6858000 w 6858000"/>
              <a:gd name="connsiteY0" fmla="*/ 457224 h 6099046"/>
              <a:gd name="connsiteX1" fmla="*/ 6858000 w 6858000"/>
              <a:gd name="connsiteY1" fmla="*/ 6099046 h 6099046"/>
              <a:gd name="connsiteX2" fmla="*/ 0 w 6858000"/>
              <a:gd name="connsiteY2" fmla="*/ 6099046 h 6099046"/>
              <a:gd name="connsiteX3" fmla="*/ 0 w 6858000"/>
              <a:gd name="connsiteY3" fmla="*/ 457224 h 6099046"/>
              <a:gd name="connsiteX4" fmla="*/ 457223 w 6858000"/>
              <a:gd name="connsiteY4" fmla="*/ 0 h 6099046"/>
              <a:gd name="connsiteX5" fmla="*/ 2525791 w 6858000"/>
              <a:gd name="connsiteY5" fmla="*/ 0 h 6099046"/>
              <a:gd name="connsiteX6" fmla="*/ 2525791 w 6858000"/>
              <a:gd name="connsiteY6" fmla="*/ 0 h 6099046"/>
              <a:gd name="connsiteX7" fmla="*/ 6857999 w 6858000"/>
              <a:gd name="connsiteY7" fmla="*/ 0 h 6099046"/>
              <a:gd name="connsiteX8" fmla="*/ 6857999 w 6858000"/>
              <a:gd name="connsiteY8" fmla="*/ 457220 h 609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6099046">
                <a:moveTo>
                  <a:pt x="6858000" y="457224"/>
                </a:moveTo>
                <a:lnTo>
                  <a:pt x="6858000" y="6099046"/>
                </a:lnTo>
                <a:lnTo>
                  <a:pt x="0" y="6099046"/>
                </a:lnTo>
                <a:lnTo>
                  <a:pt x="0" y="457224"/>
                </a:lnTo>
                <a:cubicBezTo>
                  <a:pt x="0" y="204706"/>
                  <a:pt x="204706" y="0"/>
                  <a:pt x="457223" y="0"/>
                </a:cubicBezTo>
                <a:lnTo>
                  <a:pt x="2525791" y="0"/>
                </a:lnTo>
                <a:lnTo>
                  <a:pt x="2525791" y="0"/>
                </a:lnTo>
                <a:lnTo>
                  <a:pt x="6857999" y="0"/>
                </a:lnTo>
                <a:lnTo>
                  <a:pt x="6857999" y="457220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54736" y="226624"/>
            <a:ext cx="5065776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8596"/>
            <a:ext cx="506577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597DC5CB-D54D-4340-AB36-B256B0AC9176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330793"/>
            <a:ext cx="506577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A87378B9-4AD0-4D5D-A5DA-1170C3F12797}"/>
              </a:ext>
            </a:extLst>
          </p:cNvPr>
          <p:cNvSpPr txBox="1">
            <a:spLocks/>
          </p:cNvSpPr>
          <p:nvPr userDrawn="1">
            <p:custDataLst>
              <p:tags r:id="rId10"/>
            </p:custDataLst>
          </p:nvPr>
        </p:nvSpPr>
        <p:spPr>
          <a:xfrm>
            <a:off x="554736" y="6514142"/>
            <a:ext cx="5065776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CEB96B05-B0B3-4E5C-A33B-46EC65A33FB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3E9AE5A-C18F-4B8F-8E1B-146F5D7D953E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5620512" cy="0"/>
          </a:xfrm>
          <a:prstGeom prst="line">
            <a:avLst/>
          </a:prstGeom>
          <a:ln w="6350" cap="sq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7ECD674D-31F5-4C9B-9ABD-AF4E47274886}"/>
              </a:ext>
            </a:extLst>
          </p:cNvPr>
          <p:cNvSpPr/>
          <p:nvPr userDrawn="1"/>
        </p:nvSpPr>
        <p:spPr>
          <a:xfrm>
            <a:off x="10763250" y="676275"/>
            <a:ext cx="990600" cy="227457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46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395271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279" name="think-cell Slide" r:id="rId12" imgW="572" imgH="588" progId="TCLayout.ActiveDocument.1">
                  <p:embed/>
                </p:oleObj>
              </mc:Choice>
              <mc:Fallback>
                <p:oleObj name="think-cell Slide" r:id="rId12" imgW="572" imgH="58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5D7A6F7-529E-4718-900A-B338444CFE8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0BD8343-FD25-47CD-B118-5FCF3BF5452E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 rot="16200000">
            <a:off x="6582157" y="1248157"/>
            <a:ext cx="6858000" cy="4361687"/>
          </a:xfrm>
          <a:custGeom>
            <a:avLst/>
            <a:gdLst>
              <a:gd name="connsiteX0" fmla="*/ 6858000 w 6858000"/>
              <a:gd name="connsiteY0" fmla="*/ 457224 h 4361687"/>
              <a:gd name="connsiteX1" fmla="*/ 6858000 w 6858000"/>
              <a:gd name="connsiteY1" fmla="*/ 4361687 h 4361687"/>
              <a:gd name="connsiteX2" fmla="*/ 0 w 6858000"/>
              <a:gd name="connsiteY2" fmla="*/ 4361687 h 4361687"/>
              <a:gd name="connsiteX3" fmla="*/ 0 w 6858000"/>
              <a:gd name="connsiteY3" fmla="*/ 457224 h 4361687"/>
              <a:gd name="connsiteX4" fmla="*/ 457223 w 6858000"/>
              <a:gd name="connsiteY4" fmla="*/ 0 h 4361687"/>
              <a:gd name="connsiteX5" fmla="*/ 2525791 w 6858000"/>
              <a:gd name="connsiteY5" fmla="*/ 0 h 4361687"/>
              <a:gd name="connsiteX6" fmla="*/ 6857999 w 6858000"/>
              <a:gd name="connsiteY6" fmla="*/ 0 h 4361687"/>
              <a:gd name="connsiteX7" fmla="*/ 6857999 w 6858000"/>
              <a:gd name="connsiteY7" fmla="*/ 457220 h 4361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361687">
                <a:moveTo>
                  <a:pt x="6858000" y="457224"/>
                </a:moveTo>
                <a:lnTo>
                  <a:pt x="6858000" y="4361687"/>
                </a:lnTo>
                <a:lnTo>
                  <a:pt x="0" y="4361687"/>
                </a:lnTo>
                <a:lnTo>
                  <a:pt x="0" y="457224"/>
                </a:lnTo>
                <a:cubicBezTo>
                  <a:pt x="0" y="204706"/>
                  <a:pt x="204706" y="0"/>
                  <a:pt x="457223" y="0"/>
                </a:cubicBezTo>
                <a:lnTo>
                  <a:pt x="2525791" y="0"/>
                </a:lnTo>
                <a:lnTo>
                  <a:pt x="6857999" y="0"/>
                </a:lnTo>
                <a:lnTo>
                  <a:pt x="6857999" y="457220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6967728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8596"/>
            <a:ext cx="69677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8759C0DC-CA42-4D58-8D3F-AD4C6CAE3A1B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330793"/>
            <a:ext cx="69677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3AC3100F-5CEB-4A91-9B1F-8F2834961E6C}"/>
              </a:ext>
            </a:extLst>
          </p:cNvPr>
          <p:cNvSpPr txBox="1">
            <a:spLocks/>
          </p:cNvSpPr>
          <p:nvPr userDrawn="1">
            <p:custDataLst>
              <p:tags r:id="rId10"/>
            </p:custDataLst>
          </p:nvPr>
        </p:nvSpPr>
        <p:spPr>
          <a:xfrm>
            <a:off x="554736" y="6514142"/>
            <a:ext cx="69677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EFB5F655-842B-49BF-A98E-1AC692591E8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E5C674-EA08-4D31-AE44-8241308C14A0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7522464" cy="0"/>
          </a:xfrm>
          <a:prstGeom prst="line">
            <a:avLst/>
          </a:prstGeom>
          <a:ln w="6350" cap="sq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69DF868-9B70-4A79-9F41-06AA2C81FF2C}"/>
              </a:ext>
            </a:extLst>
          </p:cNvPr>
          <p:cNvSpPr/>
          <p:nvPr userDrawn="1"/>
        </p:nvSpPr>
        <p:spPr>
          <a:xfrm>
            <a:off x="10763250" y="676275"/>
            <a:ext cx="990600" cy="227457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1390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13971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324" name="think-cell Slide" r:id="rId12" imgW="413" imgH="416" progId="TCLayout.ActiveDocument.1">
                  <p:embed/>
                </p:oleObj>
              </mc:Choice>
              <mc:Fallback>
                <p:oleObj name="think-cell Slide" r:id="rId12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3B3DC578-06AC-48A7-BB88-52A02796DD1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60FE9B9-3A35-4798-957C-D78717BF0635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 rot="16200000">
            <a:off x="7057074" y="1724343"/>
            <a:ext cx="6858000" cy="3409317"/>
          </a:xfrm>
          <a:custGeom>
            <a:avLst/>
            <a:gdLst>
              <a:gd name="connsiteX0" fmla="*/ 6858000 w 6858000"/>
              <a:gd name="connsiteY0" fmla="*/ 457225 h 3409317"/>
              <a:gd name="connsiteX1" fmla="*/ 6858000 w 6858000"/>
              <a:gd name="connsiteY1" fmla="*/ 3409317 h 3409317"/>
              <a:gd name="connsiteX2" fmla="*/ 0 w 6858000"/>
              <a:gd name="connsiteY2" fmla="*/ 3409317 h 3409317"/>
              <a:gd name="connsiteX3" fmla="*/ 0 w 6858000"/>
              <a:gd name="connsiteY3" fmla="*/ 457225 h 3409317"/>
              <a:gd name="connsiteX4" fmla="*/ 457223 w 6858000"/>
              <a:gd name="connsiteY4" fmla="*/ 0 h 3409317"/>
              <a:gd name="connsiteX5" fmla="*/ 2525791 w 6858000"/>
              <a:gd name="connsiteY5" fmla="*/ 1 h 3409317"/>
              <a:gd name="connsiteX6" fmla="*/ 6857999 w 6858000"/>
              <a:gd name="connsiteY6" fmla="*/ 1 h 3409317"/>
              <a:gd name="connsiteX7" fmla="*/ 6857999 w 6858000"/>
              <a:gd name="connsiteY7" fmla="*/ 457221 h 3409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3409317">
                <a:moveTo>
                  <a:pt x="6858000" y="457225"/>
                </a:moveTo>
                <a:lnTo>
                  <a:pt x="6858000" y="3409317"/>
                </a:lnTo>
                <a:lnTo>
                  <a:pt x="0" y="3409317"/>
                </a:lnTo>
                <a:lnTo>
                  <a:pt x="0" y="457225"/>
                </a:lnTo>
                <a:cubicBezTo>
                  <a:pt x="0" y="204707"/>
                  <a:pt x="204706" y="0"/>
                  <a:pt x="457223" y="0"/>
                </a:cubicBezTo>
                <a:lnTo>
                  <a:pt x="2525791" y="1"/>
                </a:lnTo>
                <a:lnTo>
                  <a:pt x="6857999" y="1"/>
                </a:lnTo>
                <a:lnTo>
                  <a:pt x="6857999" y="457221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noProof="0" smtClean="0"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noProof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54736" y="226624"/>
            <a:ext cx="7918704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8596"/>
            <a:ext cx="7918704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44C30949-359D-483D-8AB0-470F0738EC46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330793"/>
            <a:ext cx="791870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0C638687-9D2C-4819-8EA7-89C77797F3C6}"/>
              </a:ext>
            </a:extLst>
          </p:cNvPr>
          <p:cNvSpPr txBox="1">
            <a:spLocks/>
          </p:cNvSpPr>
          <p:nvPr userDrawn="1">
            <p:custDataLst>
              <p:tags r:id="rId10"/>
            </p:custDataLst>
          </p:nvPr>
        </p:nvSpPr>
        <p:spPr>
          <a:xfrm>
            <a:off x="554736" y="6514142"/>
            <a:ext cx="79187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8C6AFBE9-6E44-4376-8141-117DE0A0C503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B22C837-C82C-4AE2-AC95-43C7091AC6A7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8473440" cy="0"/>
          </a:xfrm>
          <a:prstGeom prst="line">
            <a:avLst/>
          </a:prstGeom>
          <a:ln w="6350" cap="sq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01B0F8F-6606-4EC3-AC4E-A6CDF6F06DEF}"/>
              </a:ext>
            </a:extLst>
          </p:cNvPr>
          <p:cNvSpPr/>
          <p:nvPr userDrawn="1"/>
        </p:nvSpPr>
        <p:spPr>
          <a:xfrm>
            <a:off x="10763250" y="676275"/>
            <a:ext cx="990600" cy="227457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8615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141925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48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7" name="Google Shape;14;p2" descr="Google Shape;14;p2">
            <a:extLst>
              <a:ext uri="{FF2B5EF4-FFF2-40B4-BE49-F238E27FC236}">
                <a16:creationId xmlns:a16="http://schemas.microsoft.com/office/drawing/2014/main" id="{4E4EB974-82FC-416A-B72E-42B8F348A34C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Graphic 68">
            <a:extLst>
              <a:ext uri="{FF2B5EF4-FFF2-40B4-BE49-F238E27FC236}">
                <a16:creationId xmlns:a16="http://schemas.microsoft.com/office/drawing/2014/main" id="{21DD0495-7000-4A1C-9526-0DAF4743EBA1}"/>
              </a:ext>
            </a:extLst>
          </p:cNvPr>
          <p:cNvSpPr/>
          <p:nvPr userDrawn="1"/>
        </p:nvSpPr>
        <p:spPr>
          <a:xfrm>
            <a:off x="444870" y="764072"/>
            <a:ext cx="4288208" cy="5525541"/>
          </a:xfrm>
          <a:custGeom>
            <a:avLst/>
            <a:gdLst>
              <a:gd name="connsiteX0" fmla="*/ 0 w 4288208"/>
              <a:gd name="connsiteY0" fmla="*/ 0 h 5525541"/>
              <a:gd name="connsiteX1" fmla="*/ 0 w 4288208"/>
              <a:gd name="connsiteY1" fmla="*/ 4153601 h 5525541"/>
              <a:gd name="connsiteX2" fmla="*/ 129241 w 4288208"/>
              <a:gd name="connsiteY2" fmla="*/ 4490422 h 5525541"/>
              <a:gd name="connsiteX3" fmla="*/ 250329 w 4288208"/>
              <a:gd name="connsiteY3" fmla="*/ 4583873 h 5525541"/>
              <a:gd name="connsiteX4" fmla="*/ 487337 w 4288208"/>
              <a:gd name="connsiteY4" fmla="*/ 4641336 h 5525541"/>
              <a:gd name="connsiteX5" fmla="*/ 1788493 w 4288208"/>
              <a:gd name="connsiteY5" fmla="*/ 4641336 h 5525541"/>
              <a:gd name="connsiteX6" fmla="*/ 1788493 w 4288208"/>
              <a:gd name="connsiteY6" fmla="*/ 5525542 h 5525541"/>
              <a:gd name="connsiteX7" fmla="*/ 2498125 w 4288208"/>
              <a:gd name="connsiteY7" fmla="*/ 4866016 h 5525541"/>
              <a:gd name="connsiteX8" fmla="*/ 2549423 w 4288208"/>
              <a:gd name="connsiteY8" fmla="*/ 4835197 h 5525541"/>
              <a:gd name="connsiteX9" fmla="*/ 3420705 w 4288208"/>
              <a:gd name="connsiteY9" fmla="*/ 4641336 h 5525541"/>
              <a:gd name="connsiteX10" fmla="*/ 3796895 w 4288208"/>
              <a:gd name="connsiteY10" fmla="*/ 4641336 h 5525541"/>
              <a:gd name="connsiteX11" fmla="*/ 4036289 w 4288208"/>
              <a:gd name="connsiteY11" fmla="*/ 4583277 h 5525541"/>
              <a:gd name="connsiteX12" fmla="*/ 4271109 w 4288208"/>
              <a:gd name="connsiteY12" fmla="*/ 4271310 h 5525541"/>
              <a:gd name="connsiteX13" fmla="*/ 4288209 w 4288208"/>
              <a:gd name="connsiteY13" fmla="*/ 4118606 h 5525541"/>
              <a:gd name="connsiteX14" fmla="*/ 4288209 w 4288208"/>
              <a:gd name="connsiteY14" fmla="*/ 0 h 5525541"/>
              <a:gd name="connsiteX15" fmla="*/ 0 w 4288208"/>
              <a:gd name="connsiteY15" fmla="*/ 0 h 5525541"/>
              <a:gd name="connsiteX16" fmla="*/ 3803258 w 4288208"/>
              <a:gd name="connsiteY16" fmla="*/ 4330959 h 5525541"/>
              <a:gd name="connsiteX17" fmla="*/ 3501431 w 4288208"/>
              <a:gd name="connsiteY17" fmla="*/ 4330959 h 5525541"/>
              <a:gd name="connsiteX18" fmla="*/ 3384518 w 4288208"/>
              <a:gd name="connsiteY18" fmla="*/ 4329170 h 5525541"/>
              <a:gd name="connsiteX19" fmla="*/ 2836735 w 4288208"/>
              <a:gd name="connsiteY19" fmla="*/ 4381065 h 5525541"/>
              <a:gd name="connsiteX20" fmla="*/ 2047969 w 4288208"/>
              <a:gd name="connsiteY20" fmla="*/ 4877946 h 5525541"/>
              <a:gd name="connsiteX21" fmla="*/ 2047969 w 4288208"/>
              <a:gd name="connsiteY21" fmla="*/ 4326187 h 5525541"/>
              <a:gd name="connsiteX22" fmla="*/ 481571 w 4288208"/>
              <a:gd name="connsiteY22" fmla="*/ 4326187 h 5525541"/>
              <a:gd name="connsiteX23" fmla="*/ 432857 w 4288208"/>
              <a:gd name="connsiteY23" fmla="*/ 4320819 h 5525541"/>
              <a:gd name="connsiteX24" fmla="*/ 315347 w 4288208"/>
              <a:gd name="connsiteY24" fmla="*/ 4107273 h 5525541"/>
              <a:gd name="connsiteX25" fmla="*/ 315347 w 4288208"/>
              <a:gd name="connsiteY25" fmla="*/ 314353 h 5525541"/>
              <a:gd name="connsiteX26" fmla="*/ 3971867 w 4288208"/>
              <a:gd name="connsiteY26" fmla="*/ 314353 h 5525541"/>
              <a:gd name="connsiteX27" fmla="*/ 3971867 w 4288208"/>
              <a:gd name="connsiteY27" fmla="*/ 4057366 h 5525541"/>
              <a:gd name="connsiteX28" fmla="*/ 3803258 w 4288208"/>
              <a:gd name="connsiteY28" fmla="*/ 4330959 h 552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288208" h="5525541">
                <a:moveTo>
                  <a:pt x="0" y="0"/>
                </a:moveTo>
                <a:lnTo>
                  <a:pt x="0" y="4153601"/>
                </a:lnTo>
                <a:cubicBezTo>
                  <a:pt x="0" y="4277871"/>
                  <a:pt x="44141" y="4399755"/>
                  <a:pt x="129241" y="4490422"/>
                </a:cubicBezTo>
                <a:cubicBezTo>
                  <a:pt x="161253" y="4524622"/>
                  <a:pt x="201019" y="4557031"/>
                  <a:pt x="250329" y="4583873"/>
                </a:cubicBezTo>
                <a:cubicBezTo>
                  <a:pt x="322704" y="4623242"/>
                  <a:pt x="404822" y="4641336"/>
                  <a:pt x="487337" y="4641336"/>
                </a:cubicBezTo>
                <a:lnTo>
                  <a:pt x="1788493" y="4641336"/>
                </a:lnTo>
                <a:lnTo>
                  <a:pt x="1788493" y="5525542"/>
                </a:lnTo>
                <a:cubicBezTo>
                  <a:pt x="1788493" y="5525542"/>
                  <a:pt x="2265889" y="4998240"/>
                  <a:pt x="2498125" y="4866016"/>
                </a:cubicBezTo>
                <a:cubicBezTo>
                  <a:pt x="2515423" y="4856074"/>
                  <a:pt x="2532721" y="4846332"/>
                  <a:pt x="2549423" y="4835197"/>
                </a:cubicBezTo>
                <a:cubicBezTo>
                  <a:pt x="2627167" y="4783700"/>
                  <a:pt x="2908514" y="4626026"/>
                  <a:pt x="3420705" y="4641336"/>
                </a:cubicBezTo>
                <a:lnTo>
                  <a:pt x="3796895" y="4641336"/>
                </a:lnTo>
                <a:cubicBezTo>
                  <a:pt x="3880205" y="4641336"/>
                  <a:pt x="3963119" y="4622845"/>
                  <a:pt x="4036289" y="4583277"/>
                </a:cubicBezTo>
                <a:cubicBezTo>
                  <a:pt x="4128547" y="4533569"/>
                  <a:pt x="4228957" y="4441311"/>
                  <a:pt x="4271109" y="4271310"/>
                </a:cubicBezTo>
                <a:cubicBezTo>
                  <a:pt x="4283437" y="4221403"/>
                  <a:pt x="4288209" y="4169905"/>
                  <a:pt x="4288209" y="4118606"/>
                </a:cubicBezTo>
                <a:lnTo>
                  <a:pt x="4288209" y="0"/>
                </a:lnTo>
                <a:lnTo>
                  <a:pt x="0" y="0"/>
                </a:lnTo>
                <a:close/>
                <a:moveTo>
                  <a:pt x="3803258" y="4330959"/>
                </a:moveTo>
                <a:lnTo>
                  <a:pt x="3501431" y="4330959"/>
                </a:lnTo>
                <a:cubicBezTo>
                  <a:pt x="3462460" y="4330959"/>
                  <a:pt x="3423488" y="4329369"/>
                  <a:pt x="3384518" y="4329170"/>
                </a:cubicBezTo>
                <a:cubicBezTo>
                  <a:pt x="3069369" y="4326386"/>
                  <a:pt x="2836735" y="4381065"/>
                  <a:pt x="2836735" y="4381065"/>
                </a:cubicBezTo>
                <a:cubicBezTo>
                  <a:pt x="2423563" y="4460797"/>
                  <a:pt x="2047969" y="4877946"/>
                  <a:pt x="2047969" y="4877946"/>
                </a:cubicBezTo>
                <a:lnTo>
                  <a:pt x="2047969" y="4326187"/>
                </a:lnTo>
                <a:lnTo>
                  <a:pt x="481571" y="4326187"/>
                </a:lnTo>
                <a:cubicBezTo>
                  <a:pt x="465267" y="4326187"/>
                  <a:pt x="448764" y="4324994"/>
                  <a:pt x="432857" y="4320819"/>
                </a:cubicBezTo>
                <a:cubicBezTo>
                  <a:pt x="282739" y="4282245"/>
                  <a:pt x="315347" y="4107273"/>
                  <a:pt x="315347" y="4107273"/>
                </a:cubicBezTo>
                <a:lnTo>
                  <a:pt x="315347" y="314353"/>
                </a:lnTo>
                <a:lnTo>
                  <a:pt x="3971867" y="314353"/>
                </a:lnTo>
                <a:lnTo>
                  <a:pt x="3971867" y="4057366"/>
                </a:lnTo>
                <a:cubicBezTo>
                  <a:pt x="4003879" y="4335532"/>
                  <a:pt x="3803258" y="4330959"/>
                  <a:pt x="3803258" y="4330959"/>
                </a:cubicBezTo>
                <a:close/>
              </a:path>
            </a:pathLst>
          </a:custGeom>
          <a:gradFill>
            <a:gsLst>
              <a:gs pos="85000">
                <a:schemeClr val="accent1">
                  <a:alpha val="34000"/>
                </a:schemeClr>
              </a:gs>
              <a:gs pos="0">
                <a:srgbClr val="DBE2E9">
                  <a:alpha val="71000"/>
                </a:srgbClr>
              </a:gs>
            </a:gsLst>
            <a:lin ang="5400000" scaled="1"/>
          </a:gradFill>
          <a:ln w="19844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4432F8-1E7D-4AB7-83CA-AD5B72F70E3F}"/>
              </a:ext>
            </a:extLst>
          </p:cNvPr>
          <p:cNvSpPr/>
          <p:nvPr userDrawn="1"/>
        </p:nvSpPr>
        <p:spPr>
          <a:xfrm>
            <a:off x="1798320" y="1438840"/>
            <a:ext cx="9948810" cy="3289783"/>
          </a:xfrm>
          <a:prstGeom prst="rect">
            <a:avLst/>
          </a:prstGeom>
          <a:solidFill>
            <a:srgbClr val="FFFFF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971E49-AAE6-4594-9596-35629BBE2D99}"/>
              </a:ext>
            </a:extLst>
          </p:cNvPr>
          <p:cNvSpPr/>
          <p:nvPr userDrawn="1"/>
        </p:nvSpPr>
        <p:spPr>
          <a:xfrm>
            <a:off x="10763250" y="676275"/>
            <a:ext cx="990600" cy="227457"/>
          </a:xfrm>
          <a:prstGeom prst="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24283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090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7" name="Google Shape;14;p2" descr="Google Shape;14;p2">
            <a:extLst>
              <a:ext uri="{FF2B5EF4-FFF2-40B4-BE49-F238E27FC236}">
                <a16:creationId xmlns:a16="http://schemas.microsoft.com/office/drawing/2014/main" id="{4E4EB974-82FC-416A-B72E-42B8F348A34C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3B42BEA-3A39-495A-9896-40A54843C1DA}"/>
              </a:ext>
            </a:extLst>
          </p:cNvPr>
          <p:cNvSpPr/>
          <p:nvPr userDrawn="1"/>
        </p:nvSpPr>
        <p:spPr>
          <a:xfrm>
            <a:off x="10763250" y="676275"/>
            <a:ext cx="990600" cy="227457"/>
          </a:xfrm>
          <a:prstGeom prst="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186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062791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69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DE92282-D3D0-474A-96CB-09222543F69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ru-RU" sz="38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1" name="Graphic 68">
            <a:extLst>
              <a:ext uri="{FF2B5EF4-FFF2-40B4-BE49-F238E27FC236}">
                <a16:creationId xmlns:a16="http://schemas.microsoft.com/office/drawing/2014/main" id="{94FB4065-4CF1-4E4A-BE53-B2589C112BD6}"/>
              </a:ext>
            </a:extLst>
          </p:cNvPr>
          <p:cNvSpPr/>
          <p:nvPr userDrawn="1"/>
        </p:nvSpPr>
        <p:spPr>
          <a:xfrm>
            <a:off x="444870" y="764072"/>
            <a:ext cx="4288208" cy="5525541"/>
          </a:xfrm>
          <a:custGeom>
            <a:avLst/>
            <a:gdLst>
              <a:gd name="connsiteX0" fmla="*/ 0 w 4288208"/>
              <a:gd name="connsiteY0" fmla="*/ 0 h 5525541"/>
              <a:gd name="connsiteX1" fmla="*/ 0 w 4288208"/>
              <a:gd name="connsiteY1" fmla="*/ 4153601 h 5525541"/>
              <a:gd name="connsiteX2" fmla="*/ 129241 w 4288208"/>
              <a:gd name="connsiteY2" fmla="*/ 4490422 h 5525541"/>
              <a:gd name="connsiteX3" fmla="*/ 250329 w 4288208"/>
              <a:gd name="connsiteY3" fmla="*/ 4583873 h 5525541"/>
              <a:gd name="connsiteX4" fmla="*/ 487337 w 4288208"/>
              <a:gd name="connsiteY4" fmla="*/ 4641336 h 5525541"/>
              <a:gd name="connsiteX5" fmla="*/ 1788493 w 4288208"/>
              <a:gd name="connsiteY5" fmla="*/ 4641336 h 5525541"/>
              <a:gd name="connsiteX6" fmla="*/ 1788493 w 4288208"/>
              <a:gd name="connsiteY6" fmla="*/ 5525542 h 5525541"/>
              <a:gd name="connsiteX7" fmla="*/ 2498125 w 4288208"/>
              <a:gd name="connsiteY7" fmla="*/ 4866016 h 5525541"/>
              <a:gd name="connsiteX8" fmla="*/ 2549423 w 4288208"/>
              <a:gd name="connsiteY8" fmla="*/ 4835197 h 5525541"/>
              <a:gd name="connsiteX9" fmla="*/ 3420705 w 4288208"/>
              <a:gd name="connsiteY9" fmla="*/ 4641336 h 5525541"/>
              <a:gd name="connsiteX10" fmla="*/ 3796895 w 4288208"/>
              <a:gd name="connsiteY10" fmla="*/ 4641336 h 5525541"/>
              <a:gd name="connsiteX11" fmla="*/ 4036289 w 4288208"/>
              <a:gd name="connsiteY11" fmla="*/ 4583277 h 5525541"/>
              <a:gd name="connsiteX12" fmla="*/ 4271109 w 4288208"/>
              <a:gd name="connsiteY12" fmla="*/ 4271310 h 5525541"/>
              <a:gd name="connsiteX13" fmla="*/ 4288209 w 4288208"/>
              <a:gd name="connsiteY13" fmla="*/ 4118606 h 5525541"/>
              <a:gd name="connsiteX14" fmla="*/ 4288209 w 4288208"/>
              <a:gd name="connsiteY14" fmla="*/ 0 h 5525541"/>
              <a:gd name="connsiteX15" fmla="*/ 0 w 4288208"/>
              <a:gd name="connsiteY15" fmla="*/ 0 h 5525541"/>
              <a:gd name="connsiteX16" fmla="*/ 3803258 w 4288208"/>
              <a:gd name="connsiteY16" fmla="*/ 4330959 h 5525541"/>
              <a:gd name="connsiteX17" fmla="*/ 3501431 w 4288208"/>
              <a:gd name="connsiteY17" fmla="*/ 4330959 h 5525541"/>
              <a:gd name="connsiteX18" fmla="*/ 3384518 w 4288208"/>
              <a:gd name="connsiteY18" fmla="*/ 4329170 h 5525541"/>
              <a:gd name="connsiteX19" fmla="*/ 2836735 w 4288208"/>
              <a:gd name="connsiteY19" fmla="*/ 4381065 h 5525541"/>
              <a:gd name="connsiteX20" fmla="*/ 2047969 w 4288208"/>
              <a:gd name="connsiteY20" fmla="*/ 4877946 h 5525541"/>
              <a:gd name="connsiteX21" fmla="*/ 2047969 w 4288208"/>
              <a:gd name="connsiteY21" fmla="*/ 4326187 h 5525541"/>
              <a:gd name="connsiteX22" fmla="*/ 481571 w 4288208"/>
              <a:gd name="connsiteY22" fmla="*/ 4326187 h 5525541"/>
              <a:gd name="connsiteX23" fmla="*/ 432857 w 4288208"/>
              <a:gd name="connsiteY23" fmla="*/ 4320819 h 5525541"/>
              <a:gd name="connsiteX24" fmla="*/ 315347 w 4288208"/>
              <a:gd name="connsiteY24" fmla="*/ 4107273 h 5525541"/>
              <a:gd name="connsiteX25" fmla="*/ 315347 w 4288208"/>
              <a:gd name="connsiteY25" fmla="*/ 314353 h 5525541"/>
              <a:gd name="connsiteX26" fmla="*/ 3971867 w 4288208"/>
              <a:gd name="connsiteY26" fmla="*/ 314353 h 5525541"/>
              <a:gd name="connsiteX27" fmla="*/ 3971867 w 4288208"/>
              <a:gd name="connsiteY27" fmla="*/ 4057366 h 5525541"/>
              <a:gd name="connsiteX28" fmla="*/ 3803258 w 4288208"/>
              <a:gd name="connsiteY28" fmla="*/ 4330959 h 552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288208" h="5525541">
                <a:moveTo>
                  <a:pt x="0" y="0"/>
                </a:moveTo>
                <a:lnTo>
                  <a:pt x="0" y="4153601"/>
                </a:lnTo>
                <a:cubicBezTo>
                  <a:pt x="0" y="4277871"/>
                  <a:pt x="44141" y="4399755"/>
                  <a:pt x="129241" y="4490422"/>
                </a:cubicBezTo>
                <a:cubicBezTo>
                  <a:pt x="161253" y="4524622"/>
                  <a:pt x="201019" y="4557031"/>
                  <a:pt x="250329" y="4583873"/>
                </a:cubicBezTo>
                <a:cubicBezTo>
                  <a:pt x="322704" y="4623242"/>
                  <a:pt x="404822" y="4641336"/>
                  <a:pt x="487337" y="4641336"/>
                </a:cubicBezTo>
                <a:lnTo>
                  <a:pt x="1788493" y="4641336"/>
                </a:lnTo>
                <a:lnTo>
                  <a:pt x="1788493" y="5525542"/>
                </a:lnTo>
                <a:cubicBezTo>
                  <a:pt x="1788493" y="5525542"/>
                  <a:pt x="2265889" y="4998240"/>
                  <a:pt x="2498125" y="4866016"/>
                </a:cubicBezTo>
                <a:cubicBezTo>
                  <a:pt x="2515423" y="4856074"/>
                  <a:pt x="2532721" y="4846332"/>
                  <a:pt x="2549423" y="4835197"/>
                </a:cubicBezTo>
                <a:cubicBezTo>
                  <a:pt x="2627167" y="4783700"/>
                  <a:pt x="2908514" y="4626026"/>
                  <a:pt x="3420705" y="4641336"/>
                </a:cubicBezTo>
                <a:lnTo>
                  <a:pt x="3796895" y="4641336"/>
                </a:lnTo>
                <a:cubicBezTo>
                  <a:pt x="3880205" y="4641336"/>
                  <a:pt x="3963119" y="4622845"/>
                  <a:pt x="4036289" y="4583277"/>
                </a:cubicBezTo>
                <a:cubicBezTo>
                  <a:pt x="4128547" y="4533569"/>
                  <a:pt x="4228957" y="4441311"/>
                  <a:pt x="4271109" y="4271310"/>
                </a:cubicBezTo>
                <a:cubicBezTo>
                  <a:pt x="4283437" y="4221403"/>
                  <a:pt x="4288209" y="4169905"/>
                  <a:pt x="4288209" y="4118606"/>
                </a:cubicBezTo>
                <a:lnTo>
                  <a:pt x="4288209" y="0"/>
                </a:lnTo>
                <a:lnTo>
                  <a:pt x="0" y="0"/>
                </a:lnTo>
                <a:close/>
                <a:moveTo>
                  <a:pt x="3803258" y="4330959"/>
                </a:moveTo>
                <a:lnTo>
                  <a:pt x="3501431" y="4330959"/>
                </a:lnTo>
                <a:cubicBezTo>
                  <a:pt x="3462460" y="4330959"/>
                  <a:pt x="3423488" y="4329369"/>
                  <a:pt x="3384518" y="4329170"/>
                </a:cubicBezTo>
                <a:cubicBezTo>
                  <a:pt x="3069369" y="4326386"/>
                  <a:pt x="2836735" y="4381065"/>
                  <a:pt x="2836735" y="4381065"/>
                </a:cubicBezTo>
                <a:cubicBezTo>
                  <a:pt x="2423563" y="4460797"/>
                  <a:pt x="2047969" y="4877946"/>
                  <a:pt x="2047969" y="4877946"/>
                </a:cubicBezTo>
                <a:lnTo>
                  <a:pt x="2047969" y="4326187"/>
                </a:lnTo>
                <a:lnTo>
                  <a:pt x="481571" y="4326187"/>
                </a:lnTo>
                <a:cubicBezTo>
                  <a:pt x="465267" y="4326187"/>
                  <a:pt x="448764" y="4324994"/>
                  <a:pt x="432857" y="4320819"/>
                </a:cubicBezTo>
                <a:cubicBezTo>
                  <a:pt x="282739" y="4282245"/>
                  <a:pt x="315347" y="4107273"/>
                  <a:pt x="315347" y="4107273"/>
                </a:cubicBezTo>
                <a:lnTo>
                  <a:pt x="315347" y="314353"/>
                </a:lnTo>
                <a:lnTo>
                  <a:pt x="3971867" y="314353"/>
                </a:lnTo>
                <a:lnTo>
                  <a:pt x="3971867" y="4057366"/>
                </a:lnTo>
                <a:cubicBezTo>
                  <a:pt x="4003879" y="4335532"/>
                  <a:pt x="3803258" y="4330959"/>
                  <a:pt x="3803258" y="4330959"/>
                </a:cubicBezTo>
                <a:close/>
              </a:path>
            </a:pathLst>
          </a:custGeom>
          <a:solidFill>
            <a:schemeClr val="tx2"/>
          </a:solidFill>
          <a:ln w="19844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0726E7-5B8E-44B5-8EED-BF082B2F0C43}"/>
              </a:ext>
            </a:extLst>
          </p:cNvPr>
          <p:cNvSpPr/>
          <p:nvPr userDrawn="1"/>
        </p:nvSpPr>
        <p:spPr>
          <a:xfrm>
            <a:off x="1798320" y="1438840"/>
            <a:ext cx="9948810" cy="3289783"/>
          </a:xfrm>
          <a:prstGeom prst="rect">
            <a:avLst/>
          </a:prstGeom>
          <a:solidFill>
            <a:srgbClr val="FFFFF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" name="4. Footnote" hidden="1">
            <a:extLst>
              <a:ext uri="{FF2B5EF4-FFF2-40B4-BE49-F238E27FC236}">
                <a16:creationId xmlns:a16="http://schemas.microsoft.com/office/drawing/2014/main" id="{59A60F0F-7511-49F0-BBCF-2DE6FB5D50AC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724864CF-8CD7-4C9B-9FD5-09CDA7EDF9DB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5" y="6514142"/>
            <a:ext cx="110825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8424E4B2-5377-4CD0-911A-315C5F2339D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2491740" y="2791344"/>
            <a:ext cx="6988621" cy="5847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lang="ru-RU" sz="38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ru-RU" dirty="0"/>
              <a:t>Спасибо за внимание!</a:t>
            </a:r>
          </a:p>
        </p:txBody>
      </p:sp>
      <p:pic>
        <p:nvPicPr>
          <p:cNvPr id="10" name="Google Shape;14;p2" descr="Google Shape;14;p2">
            <a:extLst>
              <a:ext uri="{FF2B5EF4-FFF2-40B4-BE49-F238E27FC236}">
                <a16:creationId xmlns:a16="http://schemas.microsoft.com/office/drawing/2014/main" id="{EFC24FBB-1B41-476E-AB05-B66EBB04F6D2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A14B9DA-411F-4532-BFB1-0A6B05900634}"/>
              </a:ext>
            </a:extLst>
          </p:cNvPr>
          <p:cNvSpPr/>
          <p:nvPr userDrawn="1"/>
        </p:nvSpPr>
        <p:spPr>
          <a:xfrm>
            <a:off x="10763250" y="676275"/>
            <a:ext cx="990600" cy="227457"/>
          </a:xfrm>
          <a:prstGeom prst="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4EC9F-9602-4AB0-916A-550097931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0D041-B7C8-4098-B323-C5E10D8D9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8767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tags" Target="../tags/tag9.xml"/><Relationship Id="rId21" Type="http://schemas.openxmlformats.org/officeDocument/2006/relationships/tags" Target="../tags/tag4.xml"/><Relationship Id="rId42" Type="http://schemas.openxmlformats.org/officeDocument/2006/relationships/tags" Target="../tags/tag25.xml"/><Relationship Id="rId47" Type="http://schemas.openxmlformats.org/officeDocument/2006/relationships/tags" Target="../tags/tag30.xml"/><Relationship Id="rId63" Type="http://schemas.openxmlformats.org/officeDocument/2006/relationships/tags" Target="../tags/tag46.xml"/><Relationship Id="rId68" Type="http://schemas.openxmlformats.org/officeDocument/2006/relationships/tags" Target="../tags/tag51.xml"/><Relationship Id="rId84" Type="http://schemas.openxmlformats.org/officeDocument/2006/relationships/image" Target="../media/image7.png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tags" Target="../tags/tag15.xml"/><Relationship Id="rId37" Type="http://schemas.openxmlformats.org/officeDocument/2006/relationships/tags" Target="../tags/tag20.xml"/><Relationship Id="rId53" Type="http://schemas.openxmlformats.org/officeDocument/2006/relationships/tags" Target="../tags/tag36.xml"/><Relationship Id="rId58" Type="http://schemas.openxmlformats.org/officeDocument/2006/relationships/tags" Target="../tags/tag41.xml"/><Relationship Id="rId74" Type="http://schemas.openxmlformats.org/officeDocument/2006/relationships/tags" Target="../tags/tag57.xml"/><Relationship Id="rId79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9" Type="http://schemas.openxmlformats.org/officeDocument/2006/relationships/tags" Target="../tags/tag2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5.xml"/><Relationship Id="rId27" Type="http://schemas.openxmlformats.org/officeDocument/2006/relationships/tags" Target="../tags/tag10.xml"/><Relationship Id="rId30" Type="http://schemas.openxmlformats.org/officeDocument/2006/relationships/tags" Target="../tags/tag13.xml"/><Relationship Id="rId35" Type="http://schemas.openxmlformats.org/officeDocument/2006/relationships/tags" Target="../tags/tag18.xml"/><Relationship Id="rId43" Type="http://schemas.openxmlformats.org/officeDocument/2006/relationships/tags" Target="../tags/tag26.xml"/><Relationship Id="rId48" Type="http://schemas.openxmlformats.org/officeDocument/2006/relationships/tags" Target="../tags/tag31.xml"/><Relationship Id="rId56" Type="http://schemas.openxmlformats.org/officeDocument/2006/relationships/tags" Target="../tags/tag39.xml"/><Relationship Id="rId64" Type="http://schemas.openxmlformats.org/officeDocument/2006/relationships/tags" Target="../tags/tag47.xml"/><Relationship Id="rId69" Type="http://schemas.openxmlformats.org/officeDocument/2006/relationships/tags" Target="../tags/tag52.xml"/><Relationship Id="rId77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34.xml"/><Relationship Id="rId72" Type="http://schemas.openxmlformats.org/officeDocument/2006/relationships/tags" Target="../tags/tag55.xml"/><Relationship Id="rId80" Type="http://schemas.openxmlformats.org/officeDocument/2006/relationships/image" Target="../media/image3.png"/><Relationship Id="rId85" Type="http://schemas.openxmlformats.org/officeDocument/2006/relationships/image" Target="../media/image8.sv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5" Type="http://schemas.openxmlformats.org/officeDocument/2006/relationships/tags" Target="../tags/tag8.xml"/><Relationship Id="rId33" Type="http://schemas.openxmlformats.org/officeDocument/2006/relationships/tags" Target="../tags/tag16.xml"/><Relationship Id="rId38" Type="http://schemas.openxmlformats.org/officeDocument/2006/relationships/tags" Target="../tags/tag21.xml"/><Relationship Id="rId46" Type="http://schemas.openxmlformats.org/officeDocument/2006/relationships/tags" Target="../tags/tag29.xml"/><Relationship Id="rId59" Type="http://schemas.openxmlformats.org/officeDocument/2006/relationships/tags" Target="../tags/tag42.xml"/><Relationship Id="rId67" Type="http://schemas.openxmlformats.org/officeDocument/2006/relationships/tags" Target="../tags/tag50.xml"/><Relationship Id="rId20" Type="http://schemas.openxmlformats.org/officeDocument/2006/relationships/tags" Target="../tags/tag3.xml"/><Relationship Id="rId41" Type="http://schemas.openxmlformats.org/officeDocument/2006/relationships/tags" Target="../tags/tag24.xml"/><Relationship Id="rId54" Type="http://schemas.openxmlformats.org/officeDocument/2006/relationships/tags" Target="../tags/tag37.xml"/><Relationship Id="rId62" Type="http://schemas.openxmlformats.org/officeDocument/2006/relationships/tags" Target="../tags/tag45.xml"/><Relationship Id="rId70" Type="http://schemas.openxmlformats.org/officeDocument/2006/relationships/tags" Target="../tags/tag53.xml"/><Relationship Id="rId75" Type="http://schemas.openxmlformats.org/officeDocument/2006/relationships/tags" Target="../tags/tag58.xml"/><Relationship Id="rId83" Type="http://schemas.openxmlformats.org/officeDocument/2006/relationships/image" Target="../media/image6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6.xml"/><Relationship Id="rId28" Type="http://schemas.openxmlformats.org/officeDocument/2006/relationships/tags" Target="../tags/tag11.xml"/><Relationship Id="rId36" Type="http://schemas.openxmlformats.org/officeDocument/2006/relationships/tags" Target="../tags/tag19.xml"/><Relationship Id="rId49" Type="http://schemas.openxmlformats.org/officeDocument/2006/relationships/tags" Target="../tags/tag32.xml"/><Relationship Id="rId57" Type="http://schemas.openxmlformats.org/officeDocument/2006/relationships/tags" Target="../tags/tag40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14.xml"/><Relationship Id="rId44" Type="http://schemas.openxmlformats.org/officeDocument/2006/relationships/tags" Target="../tags/tag27.xml"/><Relationship Id="rId52" Type="http://schemas.openxmlformats.org/officeDocument/2006/relationships/tags" Target="../tags/tag35.xml"/><Relationship Id="rId60" Type="http://schemas.openxmlformats.org/officeDocument/2006/relationships/tags" Target="../tags/tag43.xml"/><Relationship Id="rId65" Type="http://schemas.openxmlformats.org/officeDocument/2006/relationships/tags" Target="../tags/tag48.xml"/><Relationship Id="rId73" Type="http://schemas.openxmlformats.org/officeDocument/2006/relationships/tags" Target="../tags/tag56.xml"/><Relationship Id="rId78" Type="http://schemas.openxmlformats.org/officeDocument/2006/relationships/image" Target="../media/image1.emf"/><Relationship Id="rId81" Type="http://schemas.openxmlformats.org/officeDocument/2006/relationships/image" Target="../media/image4.svg"/><Relationship Id="rId86" Type="http://schemas.openxmlformats.org/officeDocument/2006/relationships/image" Target="../media/image9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vmlDrawing" Target="../drawings/vmlDrawing1.vml"/><Relationship Id="rId39" Type="http://schemas.openxmlformats.org/officeDocument/2006/relationships/tags" Target="../tags/tag22.xml"/><Relationship Id="rId34" Type="http://schemas.openxmlformats.org/officeDocument/2006/relationships/tags" Target="../tags/tag17.xml"/><Relationship Id="rId50" Type="http://schemas.openxmlformats.org/officeDocument/2006/relationships/tags" Target="../tags/tag33.xml"/><Relationship Id="rId55" Type="http://schemas.openxmlformats.org/officeDocument/2006/relationships/tags" Target="../tags/tag38.xml"/><Relationship Id="rId76" Type="http://schemas.openxmlformats.org/officeDocument/2006/relationships/tags" Target="../tags/tag59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54.xml"/><Relationship Id="rId2" Type="http://schemas.openxmlformats.org/officeDocument/2006/relationships/slideLayout" Target="../slideLayouts/slideLayout2.xml"/><Relationship Id="rId29" Type="http://schemas.openxmlformats.org/officeDocument/2006/relationships/tags" Target="../tags/tag12.xml"/><Relationship Id="rId24" Type="http://schemas.openxmlformats.org/officeDocument/2006/relationships/tags" Target="../tags/tag7.xml"/><Relationship Id="rId40" Type="http://schemas.openxmlformats.org/officeDocument/2006/relationships/tags" Target="../tags/tag23.xml"/><Relationship Id="rId45" Type="http://schemas.openxmlformats.org/officeDocument/2006/relationships/tags" Target="../tags/tag28.xml"/><Relationship Id="rId66" Type="http://schemas.openxmlformats.org/officeDocument/2006/relationships/tags" Target="../tags/tag49.xml"/><Relationship Id="rId87" Type="http://schemas.openxmlformats.org/officeDocument/2006/relationships/image" Target="../media/image10.svg"/><Relationship Id="rId61" Type="http://schemas.openxmlformats.org/officeDocument/2006/relationships/tags" Target="../tags/tag44.xml"/><Relationship Id="rId8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30118882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090" name="think-cell Slide" r:id="rId77" imgW="413" imgH="416" progId="TCLayout.ActiveDocument.1">
                  <p:embed/>
                </p:oleObj>
              </mc:Choice>
              <mc:Fallback>
                <p:oleObj name="think-cell Slide" r:id="rId77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" name="Rectangle 190">
            <a:extLst>
              <a:ext uri="{FF2B5EF4-FFF2-40B4-BE49-F238E27FC236}">
                <a16:creationId xmlns:a16="http://schemas.microsoft.com/office/drawing/2014/main" id="{1C81C2BC-A44A-4526-B5B7-7D5162C5A35D}"/>
              </a:ext>
            </a:extLst>
          </p:cNvPr>
          <p:cNvSpPr/>
          <p:nvPr userDrawn="1">
            <p:custDataLst>
              <p:tags r:id="rId20"/>
            </p:custDataLst>
          </p:nvPr>
        </p:nvSpPr>
        <p:spPr bwMode="ltGray">
          <a:xfrm rot="16200000">
            <a:off x="5756936" y="422929"/>
            <a:ext cx="678140" cy="12191999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>
            <a:spLocks/>
          </p:cNvSpPr>
          <p:nvPr userDrawn="1">
            <p:custDataLst>
              <p:tags r:id="rId21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554736" y="226624"/>
            <a:ext cx="11082528" cy="677108"/>
          </a:xfrm>
          <a:prstGeom prst="rect">
            <a:avLst/>
          </a:prstGeom>
        </p:spPr>
        <p:txBody>
          <a:bodyPr vert="horz" wrap="square" lIns="0" tIns="0" rIns="792000" bIns="0" rtlCol="0" anchor="b" anchorCtr="0">
            <a:noAutofit/>
          </a:bodyPr>
          <a:lstStyle/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10557264" y="41597"/>
            <a:ext cx="1080000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3"/>
            </p:custDataLst>
          </p:nvPr>
        </p:nvSpPr>
        <p:spPr>
          <a:xfrm>
            <a:off x="3754105" y="21717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+mn-lt"/>
                <a:ea typeface="+mn-ea"/>
                <a:cs typeface="+mn-cs"/>
                <a:sym typeface="+mn-lt"/>
              </a:rPr>
              <a:t>Above Chart Exhibit Title</a:t>
            </a:r>
            <a:br>
              <a:rPr lang="en-US" dirty="0">
                <a:latin typeface="+mn-lt"/>
                <a:ea typeface="+mn-ea"/>
                <a:cs typeface="+mn-cs"/>
                <a:sym typeface="+mn-lt"/>
              </a:rPr>
            </a:br>
            <a:r>
              <a:rPr lang="en-US" b="0" dirty="0">
                <a:latin typeface="+mn-lt"/>
                <a:ea typeface="+mn-ea"/>
                <a:cs typeface="+mn-cs"/>
                <a:sym typeface="+mn-lt"/>
              </a:rPr>
              <a:t>Units of measure</a:t>
            </a:r>
            <a:endParaRPr lang="ru-RU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856297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 dirty="0"/>
          </a:p>
        </p:txBody>
      </p:sp>
      <p:sp>
        <p:nvSpPr>
          <p:cNvPr id="150" name="5. Source" hidden="1">
            <a:extLst>
              <a:ext uri="{FF2B5EF4-FFF2-40B4-BE49-F238E27FC236}">
                <a16:creationId xmlns:a16="http://schemas.microsoft.com/office/drawing/2014/main" id="{1B5DE5A7-2D1D-4A40-BE7D-BB40C3D416B3}"/>
              </a:ext>
            </a:extLst>
          </p:cNvPr>
          <p:cNvSpPr txBox="1">
            <a:spLocks/>
          </p:cNvSpPr>
          <p:nvPr userDrawn="1">
            <p:custDataLst>
              <p:tags r:id="rId24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grpSp>
        <p:nvGrpSpPr>
          <p:cNvPr id="6" name="Grid" hidden="1">
            <a:extLst>
              <a:ext uri="{FF2B5EF4-FFF2-40B4-BE49-F238E27FC236}">
                <a16:creationId xmlns:a16="http://schemas.microsoft.com/office/drawing/2014/main" id="{861F1414-E69A-4B93-B791-A09EC410AACA}"/>
              </a:ext>
            </a:extLst>
          </p:cNvPr>
          <p:cNvGrpSpPr/>
          <p:nvPr userDrawn="1"/>
        </p:nvGrpSpPr>
        <p:grpSpPr>
          <a:xfrm>
            <a:off x="-497642" y="-463534"/>
            <a:ext cx="12134906" cy="6527826"/>
            <a:chOff x="-497642" y="-463534"/>
            <a:chExt cx="12134906" cy="652782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64F6561-1469-4E8F-B8EF-9027513963D5}"/>
                </a:ext>
              </a:extLst>
            </p:cNvPr>
            <p:cNvSpPr>
              <a:spLocks/>
            </p:cNvSpPr>
            <p:nvPr/>
          </p:nvSpPr>
          <p:spPr>
            <a:xfrm>
              <a:off x="554736" y="-463534"/>
              <a:ext cx="11082528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Work area v.2</a:t>
              </a:r>
              <a:endParaRPr lang="ru-RU" sz="1600" b="1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7E9DA43-116B-4B2B-8EB5-2A43A4A8B8E2}"/>
                </a:ext>
              </a:extLst>
            </p:cNvPr>
            <p:cNvSpPr>
              <a:spLocks/>
            </p:cNvSpPr>
            <p:nvPr/>
          </p:nvSpPr>
          <p:spPr>
            <a:xfrm>
              <a:off x="3758184" y="-463534"/>
              <a:ext cx="7879080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1/4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D48FD89-D6E0-4A2A-8413-890E0FFF94C9}"/>
                </a:ext>
              </a:extLst>
            </p:cNvPr>
            <p:cNvSpPr>
              <a:spLocks/>
            </p:cNvSpPr>
            <p:nvPr/>
          </p:nvSpPr>
          <p:spPr>
            <a:xfrm>
              <a:off x="4709160" y="-463534"/>
              <a:ext cx="6928104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1/3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02EB4D0-076F-4C43-84BC-7DD02D78A8D9}"/>
                </a:ext>
              </a:extLst>
            </p:cNvPr>
            <p:cNvSpPr>
              <a:spLocks/>
            </p:cNvSpPr>
            <p:nvPr/>
          </p:nvSpPr>
          <p:spPr>
            <a:xfrm>
              <a:off x="6437376" y="-463534"/>
              <a:ext cx="5199888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1/2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D152B6B-9FE9-4878-83CF-35C1380ACB0B}"/>
                </a:ext>
              </a:extLst>
            </p:cNvPr>
            <p:cNvSpPr>
              <a:spLocks/>
            </p:cNvSpPr>
            <p:nvPr/>
          </p:nvSpPr>
          <p:spPr>
            <a:xfrm>
              <a:off x="8174736" y="-463534"/>
              <a:ext cx="3462528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2/3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9287DF8-521C-4F6A-A39E-232AD36355B6}"/>
                </a:ext>
              </a:extLst>
            </p:cNvPr>
            <p:cNvSpPr>
              <a:spLocks/>
            </p:cNvSpPr>
            <p:nvPr/>
          </p:nvSpPr>
          <p:spPr>
            <a:xfrm>
              <a:off x="9125840" y="-463534"/>
              <a:ext cx="2511424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3/4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C53879D-A9B4-48E4-88DE-6B149C00047B}"/>
                </a:ext>
              </a:extLst>
            </p:cNvPr>
            <p:cNvCxnSpPr>
              <a:cxnSpLocks/>
            </p:cNvCxnSpPr>
            <p:nvPr/>
          </p:nvCxnSpPr>
          <p:spPr>
            <a:xfrm>
              <a:off x="3758184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0E362AF-AE68-4195-BB03-567C8E157906}"/>
                </a:ext>
              </a:extLst>
            </p:cNvPr>
            <p:cNvCxnSpPr>
              <a:cxnSpLocks/>
            </p:cNvCxnSpPr>
            <p:nvPr/>
          </p:nvCxnSpPr>
          <p:spPr>
            <a:xfrm>
              <a:off x="4709160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E4D6098-4986-48C4-83FD-08CD00E943DD}"/>
                </a:ext>
              </a:extLst>
            </p:cNvPr>
            <p:cNvCxnSpPr>
              <a:cxnSpLocks/>
            </p:cNvCxnSpPr>
            <p:nvPr/>
          </p:nvCxnSpPr>
          <p:spPr>
            <a:xfrm>
              <a:off x="6437376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B194799-10B3-4D39-BD33-C1A616ED9D3D}"/>
                </a:ext>
              </a:extLst>
            </p:cNvPr>
            <p:cNvCxnSpPr>
              <a:cxnSpLocks/>
            </p:cNvCxnSpPr>
            <p:nvPr/>
          </p:nvCxnSpPr>
          <p:spPr>
            <a:xfrm>
              <a:off x="8174736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2F8D9E-4B15-4CE7-80E0-444A6580B411}"/>
                </a:ext>
              </a:extLst>
            </p:cNvPr>
            <p:cNvCxnSpPr>
              <a:cxnSpLocks/>
            </p:cNvCxnSpPr>
            <p:nvPr/>
          </p:nvCxnSpPr>
          <p:spPr>
            <a:xfrm>
              <a:off x="9125840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D03324C-C4D6-4D8E-8CB9-DCCF952BF70C}"/>
                </a:ext>
              </a:extLst>
            </p:cNvPr>
            <p:cNvSpPr>
              <a:spLocks/>
            </p:cNvSpPr>
            <p:nvPr/>
          </p:nvSpPr>
          <p:spPr>
            <a:xfrm>
              <a:off x="-497642" y="1373675"/>
              <a:ext cx="364936" cy="4690617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Work area</a:t>
              </a:r>
              <a:endParaRPr lang="ru-RU" sz="1600" b="1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A7F425E-D0E1-478C-8946-0E478C0DC7A6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12192000" cy="0"/>
          </a:xfrm>
          <a:prstGeom prst="line">
            <a:avLst/>
          </a:prstGeom>
          <a:ln w="6350" cap="sq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3" name="Google Shape;14;p2" descr="Google Shape;14;p2">
            <a:extLst>
              <a:ext uri="{FF2B5EF4-FFF2-40B4-BE49-F238E27FC236}">
                <a16:creationId xmlns:a16="http://schemas.microsoft.com/office/drawing/2014/main" id="{F969C0EA-A9B4-4338-A8E1-164D51B8B0EE}"/>
              </a:ext>
            </a:extLst>
          </p:cNvPr>
          <p:cNvPicPr>
            <a:picLocks noChangeAspect="1"/>
          </p:cNvPicPr>
          <p:nvPr userDrawn="1"/>
        </p:nvPicPr>
        <p:blipFill>
          <a:blip r:embed="rId79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4" name="EqualSignWhite" hidden="1">
            <a:extLst>
              <a:ext uri="{FF2B5EF4-FFF2-40B4-BE49-F238E27FC236}">
                <a16:creationId xmlns:a16="http://schemas.microsoft.com/office/drawing/2014/main" id="{6F134EB7-3345-4CE8-9098-F9AF787DEA82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1765645"/>
            <a:ext cx="396228" cy="396228"/>
            <a:chOff x="5628456" y="6080974"/>
            <a:chExt cx="252000" cy="252000"/>
          </a:xfrm>
        </p:grpSpPr>
        <p:sp>
          <p:nvSpPr>
            <p:cNvPr id="196" name="Oval 43">
              <a:extLst>
                <a:ext uri="{FF2B5EF4-FFF2-40B4-BE49-F238E27FC236}">
                  <a16:creationId xmlns:a16="http://schemas.microsoft.com/office/drawing/2014/main" id="{8DC74F05-815E-4EE8-9CF5-562E9E261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8456" y="6080974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ru-RU" sz="160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A8C6472A-D330-4FE0-BAA2-C4CDC5107D77}"/>
                </a:ext>
              </a:extLst>
            </p:cNvPr>
            <p:cNvGrpSpPr/>
            <p:nvPr/>
          </p:nvGrpSpPr>
          <p:grpSpPr>
            <a:xfrm>
              <a:off x="5703820" y="6185869"/>
              <a:ext cx="101272" cy="42211"/>
              <a:chOff x="5703820" y="6164764"/>
              <a:chExt cx="101272" cy="42211"/>
            </a:xfrm>
          </p:grpSpPr>
          <p:sp>
            <p:nvSpPr>
              <p:cNvPr id="200" name="Line 44">
                <a:extLst>
                  <a:ext uri="{FF2B5EF4-FFF2-40B4-BE49-F238E27FC236}">
                    <a16:creationId xmlns:a16="http://schemas.microsoft.com/office/drawing/2014/main" id="{9C6633DB-F8EA-485D-8136-541C19554D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206975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201" name="Line 44">
                <a:extLst>
                  <a:ext uri="{FF2B5EF4-FFF2-40B4-BE49-F238E27FC236}">
                    <a16:creationId xmlns:a16="http://schemas.microsoft.com/office/drawing/2014/main" id="{E94EB394-8F51-4841-93DF-B495A96002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164764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438" name="QuotationMarksWhite" hidden="1">
            <a:extLst>
              <a:ext uri="{FF2B5EF4-FFF2-40B4-BE49-F238E27FC236}">
                <a16:creationId xmlns:a16="http://schemas.microsoft.com/office/drawing/2014/main" id="{0AA18171-3664-43C8-85D9-26DC5539AC74}"/>
              </a:ext>
            </a:extLst>
          </p:cNvPr>
          <p:cNvGrpSpPr>
            <a:grpSpLocks/>
          </p:cNvGrpSpPr>
          <p:nvPr userDrawn="1"/>
        </p:nvGrpSpPr>
        <p:grpSpPr>
          <a:xfrm>
            <a:off x="5100142" y="3525112"/>
            <a:ext cx="396228" cy="396228"/>
            <a:chOff x="5318049" y="5268554"/>
            <a:chExt cx="252000" cy="252000"/>
          </a:xfrm>
        </p:grpSpPr>
        <p:sp>
          <p:nvSpPr>
            <p:cNvPr id="439" name="Oval 43">
              <a:extLst>
                <a:ext uri="{FF2B5EF4-FFF2-40B4-BE49-F238E27FC236}">
                  <a16:creationId xmlns:a16="http://schemas.microsoft.com/office/drawing/2014/main" id="{090703B2-4AAB-476A-B640-5AA748B307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8049" y="5268554"/>
              <a:ext cx="252000" cy="252000"/>
            </a:xfrm>
            <a:prstGeom prst="ellips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440" name="Freeform 115">
              <a:extLst>
                <a:ext uri="{FF2B5EF4-FFF2-40B4-BE49-F238E27FC236}">
                  <a16:creationId xmlns:a16="http://schemas.microsoft.com/office/drawing/2014/main" id="{68CE81C0-7402-4E9C-9662-6AC76BDF03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4284" y="5356702"/>
              <a:ext cx="139530" cy="99518"/>
            </a:xfrm>
            <a:custGeom>
              <a:avLst/>
              <a:gdLst>
                <a:gd name="T0" fmla="*/ 291 w 544"/>
                <a:gd name="T1" fmla="*/ 0 h 388"/>
                <a:gd name="T2" fmla="*/ 544 w 544"/>
                <a:gd name="T3" fmla="*/ 0 h 388"/>
                <a:gd name="T4" fmla="*/ 544 w 544"/>
                <a:gd name="T5" fmla="*/ 224 h 388"/>
                <a:gd name="T6" fmla="*/ 418 w 544"/>
                <a:gd name="T7" fmla="*/ 388 h 388"/>
                <a:gd name="T8" fmla="*/ 418 w 544"/>
                <a:gd name="T9" fmla="*/ 240 h 388"/>
                <a:gd name="T10" fmla="*/ 291 w 544"/>
                <a:gd name="T11" fmla="*/ 240 h 388"/>
                <a:gd name="T12" fmla="*/ 291 w 544"/>
                <a:gd name="T13" fmla="*/ 0 h 388"/>
                <a:gd name="T14" fmla="*/ 291 w 544"/>
                <a:gd name="T15" fmla="*/ 0 h 388"/>
                <a:gd name="T16" fmla="*/ 0 w 544"/>
                <a:gd name="T17" fmla="*/ 0 h 388"/>
                <a:gd name="T18" fmla="*/ 252 w 544"/>
                <a:gd name="T19" fmla="*/ 0 h 388"/>
                <a:gd name="T20" fmla="*/ 252 w 544"/>
                <a:gd name="T21" fmla="*/ 224 h 388"/>
                <a:gd name="T22" fmla="*/ 126 w 544"/>
                <a:gd name="T23" fmla="*/ 388 h 388"/>
                <a:gd name="T24" fmla="*/ 126 w 544"/>
                <a:gd name="T25" fmla="*/ 240 h 388"/>
                <a:gd name="T26" fmla="*/ 0 w 544"/>
                <a:gd name="T27" fmla="*/ 240 h 388"/>
                <a:gd name="T28" fmla="*/ 0 w 544"/>
                <a:gd name="T29" fmla="*/ 0 h 388"/>
                <a:gd name="T30" fmla="*/ 0 w 544"/>
                <a:gd name="T31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44" h="388">
                  <a:moveTo>
                    <a:pt x="291" y="0"/>
                  </a:moveTo>
                  <a:lnTo>
                    <a:pt x="544" y="0"/>
                  </a:lnTo>
                  <a:lnTo>
                    <a:pt x="544" y="224"/>
                  </a:lnTo>
                  <a:lnTo>
                    <a:pt x="418" y="388"/>
                  </a:lnTo>
                  <a:lnTo>
                    <a:pt x="418" y="240"/>
                  </a:lnTo>
                  <a:lnTo>
                    <a:pt x="291" y="240"/>
                  </a:lnTo>
                  <a:lnTo>
                    <a:pt x="291" y="0"/>
                  </a:lnTo>
                  <a:lnTo>
                    <a:pt x="291" y="0"/>
                  </a:lnTo>
                  <a:close/>
                  <a:moveTo>
                    <a:pt x="0" y="0"/>
                  </a:moveTo>
                  <a:lnTo>
                    <a:pt x="252" y="0"/>
                  </a:lnTo>
                  <a:lnTo>
                    <a:pt x="252" y="224"/>
                  </a:lnTo>
                  <a:lnTo>
                    <a:pt x="126" y="388"/>
                  </a:lnTo>
                  <a:lnTo>
                    <a:pt x="126" y="240"/>
                  </a:lnTo>
                  <a:lnTo>
                    <a:pt x="0" y="24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2723"/>
            </a:solidFill>
            <a:ln w="3175" cap="sq">
              <a:solidFill>
                <a:schemeClr val="bg1"/>
              </a:solidFill>
              <a:beve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02" name="MinusSignWhite" hidden="1">
            <a:extLst>
              <a:ext uri="{FF2B5EF4-FFF2-40B4-BE49-F238E27FC236}">
                <a16:creationId xmlns:a16="http://schemas.microsoft.com/office/drawing/2014/main" id="{94FC29BD-47DD-4988-84DA-DC8356974149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3525112"/>
            <a:ext cx="396228" cy="396228"/>
            <a:chOff x="5774102" y="5004016"/>
            <a:chExt cx="205180" cy="205180"/>
          </a:xfrm>
        </p:grpSpPr>
        <p:sp>
          <p:nvSpPr>
            <p:cNvPr id="203" name="Oval 43">
              <a:extLst>
                <a:ext uri="{FF2B5EF4-FFF2-40B4-BE49-F238E27FC236}">
                  <a16:creationId xmlns:a16="http://schemas.microsoft.com/office/drawing/2014/main" id="{4395DE7A-3237-456D-A40E-3562CC732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004016"/>
              <a:ext cx="205180" cy="20518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ru-RU" sz="160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04" name="Line 44">
              <a:extLst>
                <a:ext uri="{FF2B5EF4-FFF2-40B4-BE49-F238E27FC236}">
                  <a16:creationId xmlns:a16="http://schemas.microsoft.com/office/drawing/2014/main" id="{8CFD64A5-BD7F-427E-959D-F20EEA0EB6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5464" y="5106606"/>
              <a:ext cx="82456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05" name="MoonEmpty" hidden="1">
            <a:extLst>
              <a:ext uri="{FF2B5EF4-FFF2-40B4-BE49-F238E27FC236}">
                <a16:creationId xmlns:a16="http://schemas.microsoft.com/office/drawing/2014/main" id="{EEF7756D-7698-4345-BE5B-09369505E931}"/>
              </a:ext>
            </a:extLst>
          </p:cNvPr>
          <p:cNvGrpSpPr>
            <a:grpSpLocks/>
          </p:cNvGrpSpPr>
          <p:nvPr userDrawn="1">
            <p:custDataLst>
              <p:tags r:id="rId25"/>
            </p:custDataLst>
          </p:nvPr>
        </p:nvGrpSpPr>
        <p:grpSpPr>
          <a:xfrm>
            <a:off x="204701" y="4207156"/>
            <a:ext cx="252000" cy="252000"/>
            <a:chOff x="762000" y="1270000"/>
            <a:chExt cx="254000" cy="254000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4A042EF1-480E-4867-B6CC-C7EC7AF5F6A8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07" name="Arc 206">
              <a:extLst>
                <a:ext uri="{FF2B5EF4-FFF2-40B4-BE49-F238E27FC236}">
                  <a16:creationId xmlns:a16="http://schemas.microsoft.com/office/drawing/2014/main" id="{1EE54E7C-B827-49A9-BD75-5FF308CF073F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08" name="MoonQuater" hidden="1">
            <a:extLst>
              <a:ext uri="{FF2B5EF4-FFF2-40B4-BE49-F238E27FC236}">
                <a16:creationId xmlns:a16="http://schemas.microsoft.com/office/drawing/2014/main" id="{6ECF7A3B-3A86-45CA-B7FE-A42281667D24}"/>
              </a:ext>
            </a:extLst>
          </p:cNvPr>
          <p:cNvGrpSpPr>
            <a:grpSpLocks/>
          </p:cNvGrpSpPr>
          <p:nvPr userDrawn="1">
            <p:custDataLst>
              <p:tags r:id="rId26"/>
            </p:custDataLst>
          </p:nvPr>
        </p:nvGrpSpPr>
        <p:grpSpPr>
          <a:xfrm>
            <a:off x="607132" y="4207156"/>
            <a:ext cx="252000" cy="252000"/>
            <a:chOff x="762000" y="1270000"/>
            <a:chExt cx="254000" cy="254000"/>
          </a:xfrm>
        </p:grpSpPr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EEA095DF-95C6-46F9-9E10-6D3EA37AA350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0" name="Arc 209">
              <a:extLst>
                <a:ext uri="{FF2B5EF4-FFF2-40B4-BE49-F238E27FC236}">
                  <a16:creationId xmlns:a16="http://schemas.microsoft.com/office/drawing/2014/main" id="{AD6E5FBA-23CA-455D-B7A1-E97A79D0BF16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11" name="MoonHalf" hidden="1">
            <a:extLst>
              <a:ext uri="{FF2B5EF4-FFF2-40B4-BE49-F238E27FC236}">
                <a16:creationId xmlns:a16="http://schemas.microsoft.com/office/drawing/2014/main" id="{7E1AEBED-8969-4F7B-8CFF-2512F7CBDDB5}"/>
              </a:ext>
            </a:extLst>
          </p:cNvPr>
          <p:cNvGrpSpPr>
            <a:grpSpLocks/>
          </p:cNvGrpSpPr>
          <p:nvPr userDrawn="1">
            <p:custDataLst>
              <p:tags r:id="rId27"/>
            </p:custDataLst>
          </p:nvPr>
        </p:nvGrpSpPr>
        <p:grpSpPr>
          <a:xfrm>
            <a:off x="1009563" y="4207156"/>
            <a:ext cx="252000" cy="252000"/>
            <a:chOff x="762000" y="1270000"/>
            <a:chExt cx="254000" cy="254000"/>
          </a:xfrm>
        </p:grpSpPr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610DB031-24D8-4A1B-A78D-4208B7B8B538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3" name="Arc 212">
              <a:extLst>
                <a:ext uri="{FF2B5EF4-FFF2-40B4-BE49-F238E27FC236}">
                  <a16:creationId xmlns:a16="http://schemas.microsoft.com/office/drawing/2014/main" id="{A1692404-6522-487B-B0B9-F11787E0686F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14" name="Moon3Quater" hidden="1">
            <a:extLst>
              <a:ext uri="{FF2B5EF4-FFF2-40B4-BE49-F238E27FC236}">
                <a16:creationId xmlns:a16="http://schemas.microsoft.com/office/drawing/2014/main" id="{0DB17D5B-30D9-45A1-8268-1202410D5417}"/>
              </a:ext>
            </a:extLst>
          </p:cNvPr>
          <p:cNvGrpSpPr>
            <a:grpSpLocks/>
          </p:cNvGrpSpPr>
          <p:nvPr userDrawn="1">
            <p:custDataLst>
              <p:tags r:id="rId28"/>
            </p:custDataLst>
          </p:nvPr>
        </p:nvGrpSpPr>
        <p:grpSpPr>
          <a:xfrm>
            <a:off x="1411994" y="4207156"/>
            <a:ext cx="252000" cy="252000"/>
            <a:chOff x="762000" y="1270000"/>
            <a:chExt cx="254000" cy="254000"/>
          </a:xfrm>
        </p:grpSpPr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42946760-653D-4E1E-9D8D-DCA44931B626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6" name="Arc 215">
              <a:extLst>
                <a:ext uri="{FF2B5EF4-FFF2-40B4-BE49-F238E27FC236}">
                  <a16:creationId xmlns:a16="http://schemas.microsoft.com/office/drawing/2014/main" id="{48F45C20-3DC7-4643-AE88-FFC3520AEDCF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08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17" name="MoonFull" hidden="1">
            <a:extLst>
              <a:ext uri="{FF2B5EF4-FFF2-40B4-BE49-F238E27FC236}">
                <a16:creationId xmlns:a16="http://schemas.microsoft.com/office/drawing/2014/main" id="{C891D058-93C3-44FC-AE50-A19969EC1A87}"/>
              </a:ext>
            </a:extLst>
          </p:cNvPr>
          <p:cNvGrpSpPr>
            <a:grpSpLocks/>
          </p:cNvGrpSpPr>
          <p:nvPr userDrawn="1">
            <p:custDataLst>
              <p:tags r:id="rId29"/>
            </p:custDataLst>
          </p:nvPr>
        </p:nvGrpSpPr>
        <p:grpSpPr>
          <a:xfrm>
            <a:off x="1814426" y="4207156"/>
            <a:ext cx="252000" cy="252001"/>
            <a:chOff x="762000" y="1270000"/>
            <a:chExt cx="254000" cy="254001"/>
          </a:xfrm>
          <a:solidFill>
            <a:schemeClr val="accent5"/>
          </a:solidFill>
        </p:grpSpPr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D40FDCF7-CB9C-4279-86EB-2BE8D562BBB9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9" name="Arc 218">
              <a:extLst>
                <a:ext uri="{FF2B5EF4-FFF2-40B4-BE49-F238E27FC236}">
                  <a16:creationId xmlns:a16="http://schemas.microsoft.com/office/drawing/2014/main" id="{EFCFED24-D2BE-46A5-A61D-C21AD627D43D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762000" y="1270001"/>
              <a:ext cx="254000" cy="25400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20" name="StatusGauge" hidden="1">
            <a:extLst>
              <a:ext uri="{FF2B5EF4-FFF2-40B4-BE49-F238E27FC236}">
                <a16:creationId xmlns:a16="http://schemas.microsoft.com/office/drawing/2014/main" id="{D6C3821B-CB53-414B-946C-9CA1BC9CD29C}"/>
              </a:ext>
            </a:extLst>
          </p:cNvPr>
          <p:cNvGrpSpPr/>
          <p:nvPr userDrawn="1"/>
        </p:nvGrpSpPr>
        <p:grpSpPr>
          <a:xfrm>
            <a:off x="1477695" y="1331086"/>
            <a:ext cx="181450" cy="184330"/>
            <a:chOff x="1105451" y="3317419"/>
            <a:chExt cx="181450" cy="184330"/>
          </a:xfrm>
          <a:noFill/>
        </p:grpSpPr>
        <p:sp>
          <p:nvSpPr>
            <p:cNvPr id="221" name="Freeform 46">
              <a:extLst>
                <a:ext uri="{FF2B5EF4-FFF2-40B4-BE49-F238E27FC236}">
                  <a16:creationId xmlns:a16="http://schemas.microsoft.com/office/drawing/2014/main" id="{0735B865-E6CF-4B03-83CF-7C90321C9C64}"/>
                </a:ext>
              </a:extLst>
            </p:cNvPr>
            <p:cNvSpPr>
              <a:spLocks/>
            </p:cNvSpPr>
            <p:nvPr userDrawn="1"/>
          </p:nvSpPr>
          <p:spPr bwMode="auto">
            <a:xfrm rot="18900000" flipV="1">
              <a:off x="1130288" y="3317419"/>
              <a:ext cx="137013" cy="137013"/>
            </a:xfrm>
            <a:custGeom>
              <a:avLst/>
              <a:gdLst>
                <a:gd name="T0" fmla="*/ 0 w 37"/>
                <a:gd name="T1" fmla="*/ 37 h 37"/>
                <a:gd name="T2" fmla="*/ 37 w 37"/>
                <a:gd name="T3" fmla="*/ 37 h 37"/>
                <a:gd name="T4" fmla="*/ 37 w 37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7">
                  <a:moveTo>
                    <a:pt x="0" y="37"/>
                  </a:moveTo>
                  <a:lnTo>
                    <a:pt x="37" y="37"/>
                  </a:lnTo>
                  <a:lnTo>
                    <a:pt x="37" y="0"/>
                  </a:lnTo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2" name="Line 47">
              <a:extLst>
                <a:ext uri="{FF2B5EF4-FFF2-40B4-BE49-F238E27FC236}">
                  <a16:creationId xmlns:a16="http://schemas.microsoft.com/office/drawing/2014/main" id="{E4E53E59-2F0C-430F-AC54-AFEDF860E5F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8900000" flipH="1">
              <a:off x="1105451" y="3327704"/>
              <a:ext cx="181450" cy="174045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23" name="StatusGaugeWhite" hidden="1">
            <a:extLst>
              <a:ext uri="{FF2B5EF4-FFF2-40B4-BE49-F238E27FC236}">
                <a16:creationId xmlns:a16="http://schemas.microsoft.com/office/drawing/2014/main" id="{4F6F40B4-572D-4300-8535-A9C100147F90}"/>
              </a:ext>
            </a:extLst>
          </p:cNvPr>
          <p:cNvGrpSpPr/>
          <p:nvPr userDrawn="1"/>
        </p:nvGrpSpPr>
        <p:grpSpPr>
          <a:xfrm>
            <a:off x="1370306" y="1765645"/>
            <a:ext cx="396228" cy="396228"/>
            <a:chOff x="1003300" y="3670300"/>
            <a:chExt cx="396228" cy="396228"/>
          </a:xfrm>
        </p:grpSpPr>
        <p:sp>
          <p:nvSpPr>
            <p:cNvPr id="224" name="Oval 45">
              <a:extLst>
                <a:ext uri="{FF2B5EF4-FFF2-40B4-BE49-F238E27FC236}">
                  <a16:creationId xmlns:a16="http://schemas.microsoft.com/office/drawing/2014/main" id="{EA83F7E9-FBB4-4DCF-B297-DF5181FAF9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00000" flipV="1">
              <a:off x="1003300" y="36703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5" name="Freeform 46">
              <a:extLst>
                <a:ext uri="{FF2B5EF4-FFF2-40B4-BE49-F238E27FC236}">
                  <a16:creationId xmlns:a16="http://schemas.microsoft.com/office/drawing/2014/main" id="{37329834-7E67-4AC0-8682-F913A3238038}"/>
                </a:ext>
              </a:extLst>
            </p:cNvPr>
            <p:cNvSpPr>
              <a:spLocks/>
            </p:cNvSpPr>
            <p:nvPr/>
          </p:nvSpPr>
          <p:spPr bwMode="auto">
            <a:xfrm rot="18900000" flipV="1">
              <a:off x="1130288" y="3776344"/>
              <a:ext cx="137013" cy="137013"/>
            </a:xfrm>
            <a:custGeom>
              <a:avLst/>
              <a:gdLst>
                <a:gd name="T0" fmla="*/ 0 w 37"/>
                <a:gd name="T1" fmla="*/ 37 h 37"/>
                <a:gd name="T2" fmla="*/ 37 w 37"/>
                <a:gd name="T3" fmla="*/ 37 h 37"/>
                <a:gd name="T4" fmla="*/ 37 w 37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7">
                  <a:moveTo>
                    <a:pt x="0" y="37"/>
                  </a:moveTo>
                  <a:lnTo>
                    <a:pt x="37" y="37"/>
                  </a:lnTo>
                  <a:lnTo>
                    <a:pt x="37" y="0"/>
                  </a:lnTo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6" name="Line 47">
              <a:extLst>
                <a:ext uri="{FF2B5EF4-FFF2-40B4-BE49-F238E27FC236}">
                  <a16:creationId xmlns:a16="http://schemas.microsoft.com/office/drawing/2014/main" id="{D3817716-8417-4E63-9B81-AF65BCFC76F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H="1">
              <a:off x="1105451" y="3786629"/>
              <a:ext cx="181450" cy="174045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27" name="StatusGaugeBlue" hidden="1">
            <a:extLst>
              <a:ext uri="{FF2B5EF4-FFF2-40B4-BE49-F238E27FC236}">
                <a16:creationId xmlns:a16="http://schemas.microsoft.com/office/drawing/2014/main" id="{CC5AF1AB-6491-4EF4-A9F0-51C53DD47848}"/>
              </a:ext>
            </a:extLst>
          </p:cNvPr>
          <p:cNvGrpSpPr/>
          <p:nvPr userDrawn="1"/>
        </p:nvGrpSpPr>
        <p:grpSpPr>
          <a:xfrm>
            <a:off x="1370306" y="2352134"/>
            <a:ext cx="396228" cy="396228"/>
            <a:chOff x="1003300" y="4305300"/>
            <a:chExt cx="396228" cy="396228"/>
          </a:xfrm>
        </p:grpSpPr>
        <p:sp>
          <p:nvSpPr>
            <p:cNvPr id="228" name="Oval 45">
              <a:extLst>
                <a:ext uri="{FF2B5EF4-FFF2-40B4-BE49-F238E27FC236}">
                  <a16:creationId xmlns:a16="http://schemas.microsoft.com/office/drawing/2014/main" id="{7E9C4886-4B5A-49E8-B0F9-6AF47D9C14C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00000" flipV="1">
              <a:off x="1003300" y="43053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6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9" name="Freeform 46">
              <a:extLst>
                <a:ext uri="{FF2B5EF4-FFF2-40B4-BE49-F238E27FC236}">
                  <a16:creationId xmlns:a16="http://schemas.microsoft.com/office/drawing/2014/main" id="{495BA935-7FE9-4A15-B62C-7FC14FA7D82E}"/>
                </a:ext>
              </a:extLst>
            </p:cNvPr>
            <p:cNvSpPr>
              <a:spLocks/>
            </p:cNvSpPr>
            <p:nvPr/>
          </p:nvSpPr>
          <p:spPr bwMode="auto">
            <a:xfrm rot="18900000" flipV="1">
              <a:off x="1130288" y="4411344"/>
              <a:ext cx="137013" cy="137013"/>
            </a:xfrm>
            <a:custGeom>
              <a:avLst/>
              <a:gdLst>
                <a:gd name="T0" fmla="*/ 0 w 37"/>
                <a:gd name="T1" fmla="*/ 37 h 37"/>
                <a:gd name="T2" fmla="*/ 37 w 37"/>
                <a:gd name="T3" fmla="*/ 37 h 37"/>
                <a:gd name="T4" fmla="*/ 37 w 37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7">
                  <a:moveTo>
                    <a:pt x="0" y="37"/>
                  </a:moveTo>
                  <a:lnTo>
                    <a:pt x="37" y="37"/>
                  </a:lnTo>
                  <a:lnTo>
                    <a:pt x="37" y="0"/>
                  </a:lnTo>
                </a:path>
              </a:pathLst>
            </a:cu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30" name="Line 47">
              <a:extLst>
                <a:ext uri="{FF2B5EF4-FFF2-40B4-BE49-F238E27FC236}">
                  <a16:creationId xmlns:a16="http://schemas.microsoft.com/office/drawing/2014/main" id="{9DAD3AED-C6D1-4FDB-AD4A-CD46DC58910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H="1">
              <a:off x="1105451" y="4421629"/>
              <a:ext cx="181450" cy="174045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31" name="TrackerAlphaWhite" hidden="1">
            <a:extLst>
              <a:ext uri="{FF2B5EF4-FFF2-40B4-BE49-F238E27FC236}">
                <a16:creationId xmlns:a16="http://schemas.microsoft.com/office/drawing/2014/main" id="{6CEE5541-1892-4C27-9395-A8D2B87603D7}"/>
              </a:ext>
            </a:extLst>
          </p:cNvPr>
          <p:cNvSpPr/>
          <p:nvPr userDrawn="1">
            <p:custDataLst>
              <p:tags r:id="rId30"/>
            </p:custDataLst>
          </p:nvPr>
        </p:nvSpPr>
        <p:spPr>
          <a:xfrm>
            <a:off x="554735" y="1283581"/>
            <a:ext cx="279340" cy="27934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A</a:t>
            </a:r>
          </a:p>
        </p:txBody>
      </p:sp>
      <p:sp>
        <p:nvSpPr>
          <p:cNvPr id="232" name="TrackerAlphaBlue" hidden="1">
            <a:extLst>
              <a:ext uri="{FF2B5EF4-FFF2-40B4-BE49-F238E27FC236}">
                <a16:creationId xmlns:a16="http://schemas.microsoft.com/office/drawing/2014/main" id="{2822AEFC-7960-41E4-9E9A-D32EA225D8CA}"/>
              </a:ext>
            </a:extLst>
          </p:cNvPr>
          <p:cNvSpPr/>
          <p:nvPr userDrawn="1">
            <p:custDataLst>
              <p:tags r:id="rId31"/>
            </p:custDataLst>
          </p:nvPr>
        </p:nvSpPr>
        <p:spPr>
          <a:xfrm>
            <a:off x="554735" y="1824089"/>
            <a:ext cx="279340" cy="279340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b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</a:t>
            </a:r>
            <a:endParaRPr lang="en-US" sz="1400" b="1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33" name="TrackerNumWhite" hidden="1">
            <a:extLst>
              <a:ext uri="{FF2B5EF4-FFF2-40B4-BE49-F238E27FC236}">
                <a16:creationId xmlns:a16="http://schemas.microsoft.com/office/drawing/2014/main" id="{43F1F8C1-5E2F-49AB-896D-55AEF295DEEE}"/>
              </a:ext>
            </a:extLst>
          </p:cNvPr>
          <p:cNvSpPr/>
          <p:nvPr userDrawn="1">
            <p:custDataLst>
              <p:tags r:id="rId32"/>
            </p:custDataLst>
          </p:nvPr>
        </p:nvSpPr>
        <p:spPr>
          <a:xfrm>
            <a:off x="554735" y="2352134"/>
            <a:ext cx="279340" cy="27934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b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1</a:t>
            </a:r>
            <a:endParaRPr lang="en-US" sz="1400" b="1" dirty="0" err="1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34" name="TrackerNumBlue" hidden="1">
            <a:extLst>
              <a:ext uri="{FF2B5EF4-FFF2-40B4-BE49-F238E27FC236}">
                <a16:creationId xmlns:a16="http://schemas.microsoft.com/office/drawing/2014/main" id="{14748B87-7156-44A6-9000-D2C52291FE74}"/>
              </a:ext>
            </a:extLst>
          </p:cNvPr>
          <p:cNvSpPr/>
          <p:nvPr userDrawn="1">
            <p:custDataLst>
              <p:tags r:id="rId33"/>
            </p:custDataLst>
          </p:nvPr>
        </p:nvSpPr>
        <p:spPr>
          <a:xfrm>
            <a:off x="554735" y="2997067"/>
            <a:ext cx="279340" cy="279340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b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1</a:t>
            </a:r>
            <a:endParaRPr lang="en-US" sz="1400" b="1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35" name="X" hidden="1">
            <a:extLst>
              <a:ext uri="{FF2B5EF4-FFF2-40B4-BE49-F238E27FC236}">
                <a16:creationId xmlns:a16="http://schemas.microsoft.com/office/drawing/2014/main" id="{6C1E3FEF-BF7E-4B36-B296-C46366C805A4}"/>
              </a:ext>
            </a:extLst>
          </p:cNvPr>
          <p:cNvSpPr>
            <a:spLocks noChangeAspect="1"/>
          </p:cNvSpPr>
          <p:nvPr userDrawn="1">
            <p:custDataLst>
              <p:tags r:id="rId34"/>
            </p:custDataLst>
          </p:nvPr>
        </p:nvSpPr>
        <p:spPr>
          <a:xfrm>
            <a:off x="2408978" y="4804430"/>
            <a:ext cx="183803" cy="183548"/>
          </a:xfrm>
          <a:custGeom>
            <a:avLst/>
            <a:gdLst/>
            <a:ahLst/>
            <a:cxnLst/>
            <a:rect l="0" t="0" r="0" b="0"/>
            <a:pathLst>
              <a:path w="183805" h="183550">
                <a:moveTo>
                  <a:pt x="182094" y="175600"/>
                </a:moveTo>
                <a:lnTo>
                  <a:pt x="182094" y="175600"/>
                </a:lnTo>
                <a:lnTo>
                  <a:pt x="183804" y="177411"/>
                </a:lnTo>
                <a:lnTo>
                  <a:pt x="183804" y="180429"/>
                </a:lnTo>
                <a:lnTo>
                  <a:pt x="182094" y="182240"/>
                </a:lnTo>
                <a:lnTo>
                  <a:pt x="181189" y="183146"/>
                </a:lnTo>
                <a:lnTo>
                  <a:pt x="179982" y="183549"/>
                </a:lnTo>
                <a:lnTo>
                  <a:pt x="178776" y="183549"/>
                </a:lnTo>
                <a:lnTo>
                  <a:pt x="177569" y="183549"/>
                </a:lnTo>
                <a:lnTo>
                  <a:pt x="176362" y="183146"/>
                </a:lnTo>
                <a:lnTo>
                  <a:pt x="175457" y="182240"/>
                </a:lnTo>
                <a:lnTo>
                  <a:pt x="91903" y="98517"/>
                </a:lnTo>
                <a:lnTo>
                  <a:pt x="91903" y="98517"/>
                </a:lnTo>
                <a:lnTo>
                  <a:pt x="91903" y="98517"/>
                </a:lnTo>
                <a:lnTo>
                  <a:pt x="8345" y="182240"/>
                </a:lnTo>
                <a:lnTo>
                  <a:pt x="8345" y="182240"/>
                </a:lnTo>
                <a:lnTo>
                  <a:pt x="8345" y="182240"/>
                </a:lnTo>
                <a:lnTo>
                  <a:pt x="7441" y="183146"/>
                </a:lnTo>
                <a:lnTo>
                  <a:pt x="6235" y="183549"/>
                </a:lnTo>
                <a:lnTo>
                  <a:pt x="5027" y="183549"/>
                </a:lnTo>
                <a:lnTo>
                  <a:pt x="3822" y="183549"/>
                </a:lnTo>
                <a:lnTo>
                  <a:pt x="2614" y="183146"/>
                </a:lnTo>
                <a:lnTo>
                  <a:pt x="1708" y="182240"/>
                </a:lnTo>
                <a:lnTo>
                  <a:pt x="0" y="180429"/>
                </a:lnTo>
                <a:lnTo>
                  <a:pt x="0" y="177411"/>
                </a:lnTo>
                <a:lnTo>
                  <a:pt x="1708" y="175600"/>
                </a:lnTo>
                <a:lnTo>
                  <a:pt x="85366" y="91976"/>
                </a:lnTo>
                <a:lnTo>
                  <a:pt x="85366" y="91976"/>
                </a:lnTo>
                <a:lnTo>
                  <a:pt x="85366" y="91976"/>
                </a:lnTo>
                <a:lnTo>
                  <a:pt x="1708" y="8353"/>
                </a:lnTo>
                <a:lnTo>
                  <a:pt x="1708" y="8353"/>
                </a:lnTo>
                <a:lnTo>
                  <a:pt x="1708" y="8353"/>
                </a:lnTo>
                <a:lnTo>
                  <a:pt x="0" y="6542"/>
                </a:lnTo>
                <a:lnTo>
                  <a:pt x="0" y="3523"/>
                </a:lnTo>
                <a:lnTo>
                  <a:pt x="1708" y="1713"/>
                </a:lnTo>
                <a:lnTo>
                  <a:pt x="3520" y="0"/>
                </a:lnTo>
                <a:lnTo>
                  <a:pt x="6536" y="0"/>
                </a:lnTo>
                <a:lnTo>
                  <a:pt x="8345" y="1713"/>
                </a:lnTo>
                <a:lnTo>
                  <a:pt x="91903" y="85435"/>
                </a:lnTo>
                <a:lnTo>
                  <a:pt x="91903" y="85435"/>
                </a:lnTo>
                <a:lnTo>
                  <a:pt x="91903" y="85435"/>
                </a:lnTo>
                <a:lnTo>
                  <a:pt x="175457" y="1713"/>
                </a:lnTo>
                <a:lnTo>
                  <a:pt x="175457" y="1713"/>
                </a:lnTo>
                <a:lnTo>
                  <a:pt x="175457" y="1713"/>
                </a:lnTo>
                <a:lnTo>
                  <a:pt x="177267" y="0"/>
                </a:lnTo>
                <a:lnTo>
                  <a:pt x="180284" y="0"/>
                </a:lnTo>
                <a:lnTo>
                  <a:pt x="182094" y="1713"/>
                </a:lnTo>
                <a:lnTo>
                  <a:pt x="183804" y="3523"/>
                </a:lnTo>
                <a:lnTo>
                  <a:pt x="183804" y="6542"/>
                </a:lnTo>
                <a:lnTo>
                  <a:pt x="182094" y="8353"/>
                </a:lnTo>
                <a:lnTo>
                  <a:pt x="98437" y="91976"/>
                </a:lnTo>
                <a:lnTo>
                  <a:pt x="98437" y="91976"/>
                </a:lnTo>
                <a:lnTo>
                  <a:pt x="98437" y="91976"/>
                </a:lnTo>
                <a:close/>
              </a:path>
            </a:pathLst>
          </a:custGeom>
          <a:solidFill>
            <a:schemeClr val="tx2"/>
          </a:solidFill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 err="1"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243" name="CheckmarkDash" hidden="1">
            <a:extLst>
              <a:ext uri="{FF2B5EF4-FFF2-40B4-BE49-F238E27FC236}">
                <a16:creationId xmlns:a16="http://schemas.microsoft.com/office/drawing/2014/main" id="{6D197BD0-E4F8-43E3-85F0-BDAC6EFBEE38}"/>
              </a:ext>
            </a:extLst>
          </p:cNvPr>
          <p:cNvPicPr>
            <a:picLocks noChangeAspect="1"/>
          </p:cNvPicPr>
          <p:nvPr userDrawn="1">
            <p:custDataLst>
              <p:tags r:id="rId35"/>
            </p:custDataLst>
          </p:nvPr>
        </p:nvPicPr>
        <p:blipFill>
          <a:blip r:embed="rId80"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2310379" y="2946237"/>
            <a:ext cx="381000" cy="381000"/>
          </a:xfrm>
          <a:prstGeom prst="rect">
            <a:avLst/>
          </a:prstGeom>
        </p:spPr>
      </p:pic>
      <p:grpSp>
        <p:nvGrpSpPr>
          <p:cNvPr id="244" name="CheckmarkDashWhite" hidden="1">
            <a:extLst>
              <a:ext uri="{FF2B5EF4-FFF2-40B4-BE49-F238E27FC236}">
                <a16:creationId xmlns:a16="http://schemas.microsoft.com/office/drawing/2014/main" id="{DDD76515-4E98-4C0E-97A3-09077FB620C4}"/>
              </a:ext>
            </a:extLst>
          </p:cNvPr>
          <p:cNvGrpSpPr>
            <a:grpSpLocks noChangeAspect="1"/>
          </p:cNvGrpSpPr>
          <p:nvPr userDrawn="1">
            <p:custDataLst>
              <p:tags r:id="rId36"/>
            </p:custDataLst>
          </p:nvPr>
        </p:nvGrpSpPr>
        <p:grpSpPr>
          <a:xfrm>
            <a:off x="2302765" y="3525112"/>
            <a:ext cx="396228" cy="396228"/>
            <a:chOff x="1016000" y="1016000"/>
            <a:chExt cx="396228" cy="396228"/>
          </a:xfrm>
        </p:grpSpPr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BFE44F03-5DDF-406A-9704-79A91E404649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60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46" name="Graphic 245">
              <a:extLst>
                <a:ext uri="{FF2B5EF4-FFF2-40B4-BE49-F238E27FC236}">
                  <a16:creationId xmlns:a16="http://schemas.microsoft.com/office/drawing/2014/main" id="{FEBCFA72-4815-4B9B-A22F-5AB2EF789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>
              <a:extLs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/>
            </a:stretch>
          </p:blipFill>
          <p:spPr>
            <a:xfrm>
              <a:off x="1023614" y="1023614"/>
              <a:ext cx="381000" cy="381000"/>
            </a:xfrm>
            <a:prstGeom prst="rect">
              <a:avLst/>
            </a:prstGeom>
          </p:spPr>
        </p:pic>
      </p:grpSp>
      <p:grpSp>
        <p:nvGrpSpPr>
          <p:cNvPr id="247" name="CheckmarkDashBlue" hidden="1">
            <a:extLst>
              <a:ext uri="{FF2B5EF4-FFF2-40B4-BE49-F238E27FC236}">
                <a16:creationId xmlns:a16="http://schemas.microsoft.com/office/drawing/2014/main" id="{81F9EE34-1BCC-42F0-90D7-FC9EE70CCE02}"/>
              </a:ext>
            </a:extLst>
          </p:cNvPr>
          <p:cNvGrpSpPr>
            <a:grpSpLocks noChangeAspect="1"/>
          </p:cNvGrpSpPr>
          <p:nvPr userDrawn="1">
            <p:custDataLst>
              <p:tags r:id="rId37"/>
            </p:custDataLst>
          </p:nvPr>
        </p:nvGrpSpPr>
        <p:grpSpPr>
          <a:xfrm>
            <a:off x="2302765" y="4111601"/>
            <a:ext cx="396228" cy="396228"/>
            <a:chOff x="1016000" y="1016000"/>
            <a:chExt cx="396228" cy="396228"/>
          </a:xfrm>
        </p:grpSpPr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4EA313F9-6D48-4D01-830A-3A81EF57563F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49" name="Graphic 248">
              <a:extLst>
                <a:ext uri="{FF2B5EF4-FFF2-40B4-BE49-F238E27FC236}">
                  <a16:creationId xmlns:a16="http://schemas.microsoft.com/office/drawing/2014/main" id="{231422F3-779A-4B21-ABE4-39219EAA8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>
              <a:extLs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tretch>
              <a:fillRect/>
            </a:stretch>
          </p:blipFill>
          <p:spPr>
            <a:xfrm>
              <a:off x="1023614" y="1023614"/>
              <a:ext cx="381000" cy="381000"/>
            </a:xfrm>
            <a:prstGeom prst="rect">
              <a:avLst/>
            </a:prstGeom>
          </p:spPr>
        </p:pic>
      </p:grpSp>
      <p:grpSp>
        <p:nvGrpSpPr>
          <p:cNvPr id="250" name="LineArrowBlue" hidden="1">
            <a:extLst>
              <a:ext uri="{FF2B5EF4-FFF2-40B4-BE49-F238E27FC236}">
                <a16:creationId xmlns:a16="http://schemas.microsoft.com/office/drawing/2014/main" id="{1D863E20-B32C-48FF-949F-E00FD4DB1D94}"/>
              </a:ext>
            </a:extLst>
          </p:cNvPr>
          <p:cNvGrpSpPr>
            <a:grpSpLocks/>
          </p:cNvGrpSpPr>
          <p:nvPr userDrawn="1">
            <p:custDataLst>
              <p:tags r:id="rId38"/>
            </p:custDataLst>
          </p:nvPr>
        </p:nvGrpSpPr>
        <p:grpSpPr>
          <a:xfrm>
            <a:off x="3235224" y="5856330"/>
            <a:ext cx="396228" cy="396228"/>
            <a:chOff x="1016000" y="1016000"/>
            <a:chExt cx="396228" cy="396228"/>
          </a:xfrm>
        </p:grpSpPr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816B6DF1-1FD4-4988-B3B3-84F3DBEED176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en-US" sz="16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B9787BF0-88E0-4B6A-92AD-2CD419B312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0497" y="1118503"/>
              <a:ext cx="270062" cy="191369"/>
            </a:xfrm>
            <a:custGeom>
              <a:avLst/>
              <a:gdLst/>
              <a:ahLst/>
              <a:cxnLst/>
              <a:rect l="0" t="0" r="0" b="0"/>
              <a:pathLst>
                <a:path w="270576" h="191733">
                  <a:moveTo>
                    <a:pt x="268764" y="99351"/>
                  </a:moveTo>
                  <a:lnTo>
                    <a:pt x="177792" y="190362"/>
                  </a:lnTo>
                  <a:lnTo>
                    <a:pt x="176904" y="191249"/>
                  </a:lnTo>
                  <a:lnTo>
                    <a:pt x="175697" y="191732"/>
                  </a:lnTo>
                  <a:lnTo>
                    <a:pt x="174528" y="191732"/>
                  </a:lnTo>
                  <a:lnTo>
                    <a:pt x="173360" y="191732"/>
                  </a:lnTo>
                  <a:lnTo>
                    <a:pt x="172151" y="191289"/>
                  </a:lnTo>
                  <a:lnTo>
                    <a:pt x="171264" y="190362"/>
                  </a:lnTo>
                  <a:lnTo>
                    <a:pt x="169452" y="188549"/>
                  </a:lnTo>
                  <a:lnTo>
                    <a:pt x="169452" y="185608"/>
                  </a:lnTo>
                  <a:lnTo>
                    <a:pt x="171264" y="183794"/>
                  </a:lnTo>
                  <a:lnTo>
                    <a:pt x="254098" y="100923"/>
                  </a:lnTo>
                  <a:lnTo>
                    <a:pt x="4633" y="100923"/>
                  </a:lnTo>
                  <a:lnTo>
                    <a:pt x="2053" y="100923"/>
                  </a:lnTo>
                  <a:lnTo>
                    <a:pt x="0" y="98868"/>
                  </a:lnTo>
                  <a:lnTo>
                    <a:pt x="0" y="96289"/>
                  </a:lnTo>
                  <a:lnTo>
                    <a:pt x="0" y="93711"/>
                  </a:lnTo>
                  <a:lnTo>
                    <a:pt x="2053" y="91656"/>
                  </a:lnTo>
                  <a:lnTo>
                    <a:pt x="4633" y="91656"/>
                  </a:lnTo>
                  <a:lnTo>
                    <a:pt x="254502" y="91656"/>
                  </a:lnTo>
                  <a:lnTo>
                    <a:pt x="171225" y="8381"/>
                  </a:lnTo>
                  <a:lnTo>
                    <a:pt x="169411" y="6568"/>
                  </a:lnTo>
                  <a:lnTo>
                    <a:pt x="169411" y="3626"/>
                  </a:lnTo>
                  <a:lnTo>
                    <a:pt x="171225" y="1812"/>
                  </a:lnTo>
                  <a:lnTo>
                    <a:pt x="173038" y="0"/>
                  </a:lnTo>
                  <a:lnTo>
                    <a:pt x="175979" y="0"/>
                  </a:lnTo>
                  <a:lnTo>
                    <a:pt x="177792" y="1812"/>
                  </a:lnTo>
                  <a:lnTo>
                    <a:pt x="268764" y="92784"/>
                  </a:lnTo>
                  <a:lnTo>
                    <a:pt x="270575" y="94638"/>
                  </a:lnTo>
                  <a:lnTo>
                    <a:pt x="270575" y="97539"/>
                  </a:lnTo>
                  <a:close/>
                </a:path>
              </a:pathLst>
            </a:cu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pic>
        <p:nvPicPr>
          <p:cNvPr id="253" name="DoubleArrow" hidden="1">
            <a:extLst>
              <a:ext uri="{FF2B5EF4-FFF2-40B4-BE49-F238E27FC236}">
                <a16:creationId xmlns:a16="http://schemas.microsoft.com/office/drawing/2014/main" id="{E532A4E3-9D74-496E-AD75-84739A28E59C}"/>
              </a:ext>
            </a:extLst>
          </p:cNvPr>
          <p:cNvPicPr>
            <a:picLocks noChangeAspect="1"/>
          </p:cNvPicPr>
          <p:nvPr userDrawn="1">
            <p:custDataLst>
              <p:tags r:id="rId39"/>
            </p:custDataLst>
          </p:nvPr>
        </p:nvPicPr>
        <p:blipFill>
          <a:blip r:embed="rId84"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4200697" y="1258151"/>
            <a:ext cx="330200" cy="330200"/>
          </a:xfrm>
          <a:prstGeom prst="rect">
            <a:avLst/>
          </a:prstGeom>
        </p:spPr>
      </p:pic>
      <p:sp>
        <p:nvSpPr>
          <p:cNvPr id="254" name="Filter" hidden="1">
            <a:extLst>
              <a:ext uri="{FF2B5EF4-FFF2-40B4-BE49-F238E27FC236}">
                <a16:creationId xmlns:a16="http://schemas.microsoft.com/office/drawing/2014/main" id="{0EED5966-93D2-41E2-B722-0851E65ABFAF}"/>
              </a:ext>
            </a:extLst>
          </p:cNvPr>
          <p:cNvSpPr>
            <a:spLocks noChangeAspect="1"/>
          </p:cNvSpPr>
          <p:nvPr userDrawn="1">
            <p:custDataLst>
              <p:tags r:id="rId40"/>
            </p:custDataLst>
          </p:nvPr>
        </p:nvSpPr>
        <p:spPr>
          <a:xfrm>
            <a:off x="3310075" y="1290724"/>
            <a:ext cx="246526" cy="265054"/>
          </a:xfrm>
          <a:custGeom>
            <a:avLst/>
            <a:gdLst/>
            <a:ahLst/>
            <a:cxnLst/>
            <a:rect l="0" t="0" r="0" b="0"/>
            <a:pathLst>
              <a:path w="202746" h="217984">
                <a:moveTo>
                  <a:pt x="83954" y="217983"/>
                </a:moveTo>
                <a:lnTo>
                  <a:pt x="83184" y="217983"/>
                </a:lnTo>
                <a:lnTo>
                  <a:pt x="82411" y="217799"/>
                </a:lnTo>
                <a:lnTo>
                  <a:pt x="81705" y="217428"/>
                </a:lnTo>
                <a:lnTo>
                  <a:pt x="80116" y="216592"/>
                </a:lnTo>
                <a:lnTo>
                  <a:pt x="79123" y="214945"/>
                </a:lnTo>
                <a:lnTo>
                  <a:pt x="79123" y="213149"/>
                </a:lnTo>
                <a:lnTo>
                  <a:pt x="79123" y="120879"/>
                </a:lnTo>
                <a:lnTo>
                  <a:pt x="1131" y="7575"/>
                </a:lnTo>
                <a:lnTo>
                  <a:pt x="114" y="6095"/>
                </a:lnTo>
                <a:lnTo>
                  <a:pt x="0" y="4175"/>
                </a:lnTo>
                <a:lnTo>
                  <a:pt x="832" y="2587"/>
                </a:lnTo>
                <a:lnTo>
                  <a:pt x="1665" y="996"/>
                </a:lnTo>
                <a:lnTo>
                  <a:pt x="3317" y="0"/>
                </a:lnTo>
                <a:lnTo>
                  <a:pt x="5112" y="0"/>
                </a:lnTo>
                <a:lnTo>
                  <a:pt x="197645" y="0"/>
                </a:lnTo>
                <a:lnTo>
                  <a:pt x="199424" y="0"/>
                </a:lnTo>
                <a:lnTo>
                  <a:pt x="201058" y="976"/>
                </a:lnTo>
                <a:lnTo>
                  <a:pt x="201899" y="2539"/>
                </a:lnTo>
                <a:lnTo>
                  <a:pt x="202745" y="4103"/>
                </a:lnTo>
                <a:lnTo>
                  <a:pt x="202661" y="6006"/>
                </a:lnTo>
                <a:lnTo>
                  <a:pt x="201680" y="7491"/>
                </a:lnTo>
                <a:lnTo>
                  <a:pt x="127109" y="120826"/>
                </a:lnTo>
                <a:lnTo>
                  <a:pt x="127109" y="186825"/>
                </a:lnTo>
                <a:lnTo>
                  <a:pt x="127109" y="188418"/>
                </a:lnTo>
                <a:lnTo>
                  <a:pt x="126323" y="189906"/>
                </a:lnTo>
                <a:lnTo>
                  <a:pt x="125012" y="190809"/>
                </a:lnTo>
                <a:lnTo>
                  <a:pt x="86690" y="217134"/>
                </a:lnTo>
                <a:lnTo>
                  <a:pt x="85870" y="217698"/>
                </a:lnTo>
                <a:lnTo>
                  <a:pt x="84917" y="217983"/>
                </a:lnTo>
                <a:lnTo>
                  <a:pt x="83954" y="217983"/>
                </a:lnTo>
                <a:lnTo>
                  <a:pt x="14310" y="9669"/>
                </a:lnTo>
                <a:lnTo>
                  <a:pt x="87939" y="116639"/>
                </a:lnTo>
                <a:lnTo>
                  <a:pt x="88494" y="117447"/>
                </a:lnTo>
                <a:lnTo>
                  <a:pt x="88792" y="118400"/>
                </a:lnTo>
                <a:lnTo>
                  <a:pt x="88792" y="119379"/>
                </a:lnTo>
                <a:lnTo>
                  <a:pt x="88792" y="203964"/>
                </a:lnTo>
                <a:lnTo>
                  <a:pt x="117445" y="184281"/>
                </a:lnTo>
                <a:lnTo>
                  <a:pt x="117445" y="119379"/>
                </a:lnTo>
                <a:lnTo>
                  <a:pt x="117445" y="118433"/>
                </a:lnTo>
                <a:lnTo>
                  <a:pt x="117722" y="117512"/>
                </a:lnTo>
                <a:lnTo>
                  <a:pt x="118240" y="116723"/>
                </a:lnTo>
                <a:lnTo>
                  <a:pt x="188678" y="9669"/>
                </a:lnTo>
                <a:lnTo>
                  <a:pt x="14310" y="9669"/>
                </a:lnTo>
              </a:path>
            </a:pathLst>
          </a:custGeom>
          <a:solidFill>
            <a:schemeClr val="tx2"/>
          </a:solidFill>
          <a:ln w="6350" cap="sq" cmpd="sng" algn="ctr">
            <a:noFill/>
            <a:prstDash val="solid"/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55" name="FilterWhite" hidden="1">
            <a:extLst>
              <a:ext uri="{FF2B5EF4-FFF2-40B4-BE49-F238E27FC236}">
                <a16:creationId xmlns:a16="http://schemas.microsoft.com/office/drawing/2014/main" id="{6D68FF4A-05D9-4B19-B476-2F6C525E0E88}"/>
              </a:ext>
            </a:extLst>
          </p:cNvPr>
          <p:cNvGrpSpPr>
            <a:grpSpLocks noChangeAspect="1"/>
          </p:cNvGrpSpPr>
          <p:nvPr userDrawn="1">
            <p:custDataLst>
              <p:tags r:id="rId41"/>
            </p:custDataLst>
          </p:nvPr>
        </p:nvGrpSpPr>
        <p:grpSpPr>
          <a:xfrm>
            <a:off x="3235224" y="1765645"/>
            <a:ext cx="396228" cy="396228"/>
            <a:chOff x="1016000" y="1016000"/>
            <a:chExt cx="396228" cy="396228"/>
          </a:xfrm>
        </p:grpSpPr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9ADD0F7E-3AF7-46C9-A3E1-F62C41D03D83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88278604-48C5-4C6A-8888-2E3569EE06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397" y="1116494"/>
              <a:ext cx="203316" cy="218597"/>
            </a:xfrm>
            <a:custGeom>
              <a:avLst/>
              <a:gdLst/>
              <a:ahLst/>
              <a:cxnLst/>
              <a:rect l="0" t="0" r="0" b="0"/>
              <a:pathLst>
                <a:path w="202746" h="217984">
                  <a:moveTo>
                    <a:pt x="83954" y="217983"/>
                  </a:moveTo>
                  <a:lnTo>
                    <a:pt x="83184" y="217983"/>
                  </a:lnTo>
                  <a:lnTo>
                    <a:pt x="82411" y="217799"/>
                  </a:lnTo>
                  <a:lnTo>
                    <a:pt x="81705" y="217428"/>
                  </a:lnTo>
                  <a:lnTo>
                    <a:pt x="80116" y="216592"/>
                  </a:lnTo>
                  <a:lnTo>
                    <a:pt x="79123" y="214945"/>
                  </a:lnTo>
                  <a:lnTo>
                    <a:pt x="79123" y="213149"/>
                  </a:lnTo>
                  <a:lnTo>
                    <a:pt x="79123" y="120879"/>
                  </a:lnTo>
                  <a:lnTo>
                    <a:pt x="1131" y="7575"/>
                  </a:lnTo>
                  <a:lnTo>
                    <a:pt x="114" y="6095"/>
                  </a:lnTo>
                  <a:lnTo>
                    <a:pt x="0" y="4175"/>
                  </a:lnTo>
                  <a:lnTo>
                    <a:pt x="832" y="2587"/>
                  </a:lnTo>
                  <a:lnTo>
                    <a:pt x="1665" y="996"/>
                  </a:lnTo>
                  <a:lnTo>
                    <a:pt x="3317" y="0"/>
                  </a:lnTo>
                  <a:lnTo>
                    <a:pt x="5112" y="0"/>
                  </a:lnTo>
                  <a:lnTo>
                    <a:pt x="197645" y="0"/>
                  </a:lnTo>
                  <a:lnTo>
                    <a:pt x="199424" y="0"/>
                  </a:lnTo>
                  <a:lnTo>
                    <a:pt x="201058" y="976"/>
                  </a:lnTo>
                  <a:lnTo>
                    <a:pt x="201899" y="2539"/>
                  </a:lnTo>
                  <a:lnTo>
                    <a:pt x="202745" y="4103"/>
                  </a:lnTo>
                  <a:lnTo>
                    <a:pt x="202661" y="6006"/>
                  </a:lnTo>
                  <a:lnTo>
                    <a:pt x="201680" y="7491"/>
                  </a:lnTo>
                  <a:lnTo>
                    <a:pt x="127109" y="120826"/>
                  </a:lnTo>
                  <a:lnTo>
                    <a:pt x="127109" y="186825"/>
                  </a:lnTo>
                  <a:lnTo>
                    <a:pt x="127109" y="188418"/>
                  </a:lnTo>
                  <a:lnTo>
                    <a:pt x="126323" y="189906"/>
                  </a:lnTo>
                  <a:lnTo>
                    <a:pt x="125012" y="190809"/>
                  </a:lnTo>
                  <a:lnTo>
                    <a:pt x="86690" y="217134"/>
                  </a:lnTo>
                  <a:lnTo>
                    <a:pt x="85870" y="217698"/>
                  </a:lnTo>
                  <a:lnTo>
                    <a:pt x="84917" y="217983"/>
                  </a:lnTo>
                  <a:lnTo>
                    <a:pt x="83954" y="217983"/>
                  </a:lnTo>
                  <a:lnTo>
                    <a:pt x="14310" y="9669"/>
                  </a:lnTo>
                  <a:lnTo>
                    <a:pt x="87939" y="116639"/>
                  </a:lnTo>
                  <a:lnTo>
                    <a:pt x="88494" y="117447"/>
                  </a:lnTo>
                  <a:lnTo>
                    <a:pt x="88792" y="118400"/>
                  </a:lnTo>
                  <a:lnTo>
                    <a:pt x="88792" y="119379"/>
                  </a:lnTo>
                  <a:lnTo>
                    <a:pt x="88792" y="203964"/>
                  </a:lnTo>
                  <a:lnTo>
                    <a:pt x="117445" y="184281"/>
                  </a:lnTo>
                  <a:lnTo>
                    <a:pt x="117445" y="119379"/>
                  </a:lnTo>
                  <a:lnTo>
                    <a:pt x="117445" y="118433"/>
                  </a:lnTo>
                  <a:lnTo>
                    <a:pt x="117722" y="117512"/>
                  </a:lnTo>
                  <a:lnTo>
                    <a:pt x="118240" y="116723"/>
                  </a:lnTo>
                  <a:lnTo>
                    <a:pt x="188678" y="9669"/>
                  </a:lnTo>
                  <a:lnTo>
                    <a:pt x="14310" y="9669"/>
                  </a:lnTo>
                </a:path>
              </a:pathLst>
            </a:cu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58" name="FilterBlue" hidden="1">
            <a:extLst>
              <a:ext uri="{FF2B5EF4-FFF2-40B4-BE49-F238E27FC236}">
                <a16:creationId xmlns:a16="http://schemas.microsoft.com/office/drawing/2014/main" id="{5474AF20-0987-4FD5-979C-1A682194A66D}"/>
              </a:ext>
            </a:extLst>
          </p:cNvPr>
          <p:cNvGrpSpPr>
            <a:grpSpLocks noChangeAspect="1"/>
          </p:cNvGrpSpPr>
          <p:nvPr userDrawn="1">
            <p:custDataLst>
              <p:tags r:id="rId42"/>
            </p:custDataLst>
          </p:nvPr>
        </p:nvGrpSpPr>
        <p:grpSpPr>
          <a:xfrm>
            <a:off x="3235224" y="2352134"/>
            <a:ext cx="396228" cy="396228"/>
            <a:chOff x="1016000" y="1016000"/>
            <a:chExt cx="396228" cy="396228"/>
          </a:xfrm>
        </p:grpSpPr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0F5BA81D-1848-48A6-A26B-B7E5DC3B0E16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CACBB1FC-9DD2-400D-AFAC-8333BC5279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397" y="1116494"/>
              <a:ext cx="203316" cy="218597"/>
            </a:xfrm>
            <a:custGeom>
              <a:avLst/>
              <a:gdLst/>
              <a:ahLst/>
              <a:cxnLst/>
              <a:rect l="0" t="0" r="0" b="0"/>
              <a:pathLst>
                <a:path w="202746" h="217984">
                  <a:moveTo>
                    <a:pt x="83954" y="217983"/>
                  </a:moveTo>
                  <a:lnTo>
                    <a:pt x="83184" y="217983"/>
                  </a:lnTo>
                  <a:lnTo>
                    <a:pt x="82411" y="217799"/>
                  </a:lnTo>
                  <a:lnTo>
                    <a:pt x="81705" y="217428"/>
                  </a:lnTo>
                  <a:lnTo>
                    <a:pt x="80116" y="216592"/>
                  </a:lnTo>
                  <a:lnTo>
                    <a:pt x="79123" y="214945"/>
                  </a:lnTo>
                  <a:lnTo>
                    <a:pt x="79123" y="213149"/>
                  </a:lnTo>
                  <a:lnTo>
                    <a:pt x="79123" y="120879"/>
                  </a:lnTo>
                  <a:lnTo>
                    <a:pt x="1131" y="7575"/>
                  </a:lnTo>
                  <a:lnTo>
                    <a:pt x="114" y="6095"/>
                  </a:lnTo>
                  <a:lnTo>
                    <a:pt x="0" y="4175"/>
                  </a:lnTo>
                  <a:lnTo>
                    <a:pt x="832" y="2587"/>
                  </a:lnTo>
                  <a:lnTo>
                    <a:pt x="1665" y="996"/>
                  </a:lnTo>
                  <a:lnTo>
                    <a:pt x="3317" y="0"/>
                  </a:lnTo>
                  <a:lnTo>
                    <a:pt x="5112" y="0"/>
                  </a:lnTo>
                  <a:lnTo>
                    <a:pt x="197645" y="0"/>
                  </a:lnTo>
                  <a:lnTo>
                    <a:pt x="199424" y="0"/>
                  </a:lnTo>
                  <a:lnTo>
                    <a:pt x="201058" y="976"/>
                  </a:lnTo>
                  <a:lnTo>
                    <a:pt x="201899" y="2539"/>
                  </a:lnTo>
                  <a:lnTo>
                    <a:pt x="202745" y="4103"/>
                  </a:lnTo>
                  <a:lnTo>
                    <a:pt x="202661" y="6006"/>
                  </a:lnTo>
                  <a:lnTo>
                    <a:pt x="201680" y="7491"/>
                  </a:lnTo>
                  <a:lnTo>
                    <a:pt x="127109" y="120826"/>
                  </a:lnTo>
                  <a:lnTo>
                    <a:pt x="127109" y="186825"/>
                  </a:lnTo>
                  <a:lnTo>
                    <a:pt x="127109" y="188418"/>
                  </a:lnTo>
                  <a:lnTo>
                    <a:pt x="126323" y="189906"/>
                  </a:lnTo>
                  <a:lnTo>
                    <a:pt x="125012" y="190809"/>
                  </a:lnTo>
                  <a:lnTo>
                    <a:pt x="86690" y="217134"/>
                  </a:lnTo>
                  <a:lnTo>
                    <a:pt x="85870" y="217698"/>
                  </a:lnTo>
                  <a:lnTo>
                    <a:pt x="84917" y="217983"/>
                  </a:lnTo>
                  <a:lnTo>
                    <a:pt x="83954" y="217983"/>
                  </a:lnTo>
                  <a:lnTo>
                    <a:pt x="14310" y="9669"/>
                  </a:lnTo>
                  <a:lnTo>
                    <a:pt x="87939" y="116639"/>
                  </a:lnTo>
                  <a:lnTo>
                    <a:pt x="88494" y="117447"/>
                  </a:lnTo>
                  <a:lnTo>
                    <a:pt x="88792" y="118400"/>
                  </a:lnTo>
                  <a:lnTo>
                    <a:pt x="88792" y="119379"/>
                  </a:lnTo>
                  <a:lnTo>
                    <a:pt x="88792" y="203964"/>
                  </a:lnTo>
                  <a:lnTo>
                    <a:pt x="117445" y="184281"/>
                  </a:lnTo>
                  <a:lnTo>
                    <a:pt x="117445" y="119379"/>
                  </a:lnTo>
                  <a:lnTo>
                    <a:pt x="117445" y="118433"/>
                  </a:lnTo>
                  <a:lnTo>
                    <a:pt x="117722" y="117512"/>
                  </a:lnTo>
                  <a:lnTo>
                    <a:pt x="118240" y="116723"/>
                  </a:lnTo>
                  <a:lnTo>
                    <a:pt x="188678" y="9669"/>
                  </a:lnTo>
                  <a:lnTo>
                    <a:pt x="14310" y="9669"/>
                  </a:lnTo>
                </a:path>
              </a:pathLst>
            </a:custGeom>
            <a:solidFill>
              <a:schemeClr val="bg1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61" name="Chevron" hidden="1">
            <a:extLst>
              <a:ext uri="{FF2B5EF4-FFF2-40B4-BE49-F238E27FC236}">
                <a16:creationId xmlns:a16="http://schemas.microsoft.com/office/drawing/2014/main" id="{DC75E446-1A7C-407A-B89E-82DA8F0E1490}"/>
              </a:ext>
            </a:extLst>
          </p:cNvPr>
          <p:cNvSpPr>
            <a:spLocks noChangeAspect="1"/>
          </p:cNvSpPr>
          <p:nvPr userDrawn="1">
            <p:custDataLst>
              <p:tags r:id="rId43"/>
            </p:custDataLst>
          </p:nvPr>
        </p:nvSpPr>
        <p:spPr>
          <a:xfrm>
            <a:off x="3370045" y="3017414"/>
            <a:ext cx="126587" cy="238646"/>
          </a:xfrm>
          <a:custGeom>
            <a:avLst/>
            <a:gdLst/>
            <a:ahLst/>
            <a:cxnLst/>
            <a:rect l="0" t="0" r="0" b="0"/>
            <a:pathLst>
              <a:path w="103601" h="195312">
                <a:moveTo>
                  <a:pt x="9358" y="193790"/>
                </a:moveTo>
                <a:lnTo>
                  <a:pt x="101575" y="101574"/>
                </a:lnTo>
                <a:lnTo>
                  <a:pt x="103600" y="99549"/>
                </a:lnTo>
                <a:lnTo>
                  <a:pt x="103600" y="96266"/>
                </a:lnTo>
                <a:lnTo>
                  <a:pt x="101575" y="94241"/>
                </a:lnTo>
                <a:lnTo>
                  <a:pt x="9358" y="2025"/>
                </a:lnTo>
                <a:lnTo>
                  <a:pt x="7332" y="0"/>
                </a:lnTo>
                <a:lnTo>
                  <a:pt x="4049" y="0"/>
                </a:lnTo>
                <a:lnTo>
                  <a:pt x="2026" y="2025"/>
                </a:lnTo>
                <a:lnTo>
                  <a:pt x="0" y="4048"/>
                </a:lnTo>
                <a:lnTo>
                  <a:pt x="0" y="7331"/>
                </a:lnTo>
                <a:lnTo>
                  <a:pt x="2026" y="9357"/>
                </a:lnTo>
                <a:lnTo>
                  <a:pt x="90576" y="97907"/>
                </a:lnTo>
                <a:lnTo>
                  <a:pt x="2026" y="186459"/>
                </a:lnTo>
                <a:lnTo>
                  <a:pt x="0" y="188483"/>
                </a:lnTo>
                <a:lnTo>
                  <a:pt x="0" y="191766"/>
                </a:lnTo>
                <a:lnTo>
                  <a:pt x="2026" y="193790"/>
                </a:lnTo>
                <a:lnTo>
                  <a:pt x="3040" y="194805"/>
                </a:lnTo>
                <a:lnTo>
                  <a:pt x="4366" y="195311"/>
                </a:lnTo>
                <a:lnTo>
                  <a:pt x="5692" y="195311"/>
                </a:lnTo>
                <a:lnTo>
                  <a:pt x="7017" y="195311"/>
                </a:lnTo>
                <a:lnTo>
                  <a:pt x="8348" y="194805"/>
                </a:lnTo>
                <a:close/>
              </a:path>
            </a:pathLst>
          </a:custGeom>
          <a:solidFill>
            <a:schemeClr val="tx2"/>
          </a:solidFill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 err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62" name="ChevronWhite" hidden="1">
            <a:extLst>
              <a:ext uri="{FF2B5EF4-FFF2-40B4-BE49-F238E27FC236}">
                <a16:creationId xmlns:a16="http://schemas.microsoft.com/office/drawing/2014/main" id="{52A0B6F0-DEFB-4E69-9C31-32A377FC0BEC}"/>
              </a:ext>
            </a:extLst>
          </p:cNvPr>
          <p:cNvGrpSpPr>
            <a:grpSpLocks noChangeAspect="1"/>
          </p:cNvGrpSpPr>
          <p:nvPr userDrawn="1">
            <p:custDataLst>
              <p:tags r:id="rId44"/>
            </p:custDataLst>
          </p:nvPr>
        </p:nvGrpSpPr>
        <p:grpSpPr>
          <a:xfrm>
            <a:off x="3235224" y="3563463"/>
            <a:ext cx="396228" cy="396228"/>
            <a:chOff x="1016000" y="1016000"/>
            <a:chExt cx="396228" cy="396228"/>
          </a:xfrm>
        </p:grpSpPr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1A76E20B-0207-48C1-87E7-C87D7609C81E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60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FEC039-7EAB-4585-8E9B-B03FD77115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67567" y="1118521"/>
              <a:ext cx="103571" cy="195256"/>
            </a:xfrm>
            <a:custGeom>
              <a:avLst/>
              <a:gdLst/>
              <a:ahLst/>
              <a:cxnLst/>
              <a:rect l="0" t="0" r="0" b="0"/>
              <a:pathLst>
                <a:path w="103601" h="195312">
                  <a:moveTo>
                    <a:pt x="9358" y="193790"/>
                  </a:moveTo>
                  <a:lnTo>
                    <a:pt x="101575" y="101574"/>
                  </a:lnTo>
                  <a:lnTo>
                    <a:pt x="103600" y="99549"/>
                  </a:lnTo>
                  <a:lnTo>
                    <a:pt x="103600" y="96266"/>
                  </a:lnTo>
                  <a:lnTo>
                    <a:pt x="101575" y="94241"/>
                  </a:lnTo>
                  <a:lnTo>
                    <a:pt x="9358" y="2025"/>
                  </a:lnTo>
                  <a:lnTo>
                    <a:pt x="7332" y="0"/>
                  </a:lnTo>
                  <a:lnTo>
                    <a:pt x="4049" y="0"/>
                  </a:lnTo>
                  <a:lnTo>
                    <a:pt x="2026" y="2025"/>
                  </a:lnTo>
                  <a:lnTo>
                    <a:pt x="0" y="4048"/>
                  </a:lnTo>
                  <a:lnTo>
                    <a:pt x="0" y="7331"/>
                  </a:lnTo>
                  <a:lnTo>
                    <a:pt x="2026" y="9357"/>
                  </a:lnTo>
                  <a:lnTo>
                    <a:pt x="90576" y="97907"/>
                  </a:lnTo>
                  <a:lnTo>
                    <a:pt x="2026" y="186459"/>
                  </a:lnTo>
                  <a:lnTo>
                    <a:pt x="0" y="188483"/>
                  </a:lnTo>
                  <a:lnTo>
                    <a:pt x="0" y="191766"/>
                  </a:lnTo>
                  <a:lnTo>
                    <a:pt x="2026" y="193790"/>
                  </a:lnTo>
                  <a:lnTo>
                    <a:pt x="3040" y="194805"/>
                  </a:lnTo>
                  <a:lnTo>
                    <a:pt x="4366" y="195311"/>
                  </a:lnTo>
                  <a:lnTo>
                    <a:pt x="5692" y="195311"/>
                  </a:lnTo>
                  <a:lnTo>
                    <a:pt x="7017" y="195311"/>
                  </a:lnTo>
                  <a:lnTo>
                    <a:pt x="8348" y="194805"/>
                  </a:lnTo>
                  <a:close/>
                </a:path>
              </a:pathLst>
            </a:custGeom>
            <a:solidFill>
              <a:schemeClr val="tx2"/>
            </a:solidFill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 err="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65" name="ChevronBlue" hidden="1">
            <a:extLst>
              <a:ext uri="{FF2B5EF4-FFF2-40B4-BE49-F238E27FC236}">
                <a16:creationId xmlns:a16="http://schemas.microsoft.com/office/drawing/2014/main" id="{27EA86D3-85EB-486E-924F-CC30C668AD6D}"/>
              </a:ext>
            </a:extLst>
          </p:cNvPr>
          <p:cNvGrpSpPr>
            <a:grpSpLocks noChangeAspect="1"/>
          </p:cNvGrpSpPr>
          <p:nvPr userDrawn="1">
            <p:custDataLst>
              <p:tags r:id="rId45"/>
            </p:custDataLst>
          </p:nvPr>
        </p:nvGrpSpPr>
        <p:grpSpPr>
          <a:xfrm>
            <a:off x="3235224" y="4142332"/>
            <a:ext cx="396228" cy="396228"/>
            <a:chOff x="1016000" y="1016000"/>
            <a:chExt cx="396228" cy="396228"/>
          </a:xfrm>
        </p:grpSpPr>
        <p:sp>
          <p:nvSpPr>
            <p:cNvPr id="266" name="Oval">
              <a:extLst>
                <a:ext uri="{FF2B5EF4-FFF2-40B4-BE49-F238E27FC236}">
                  <a16:creationId xmlns:a16="http://schemas.microsoft.com/office/drawing/2014/main" id="{D5542968-FFCC-4FCD-A7E1-C8B93F7CDD7A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67" name="Freeform: Shape">
              <a:extLst>
                <a:ext uri="{FF2B5EF4-FFF2-40B4-BE49-F238E27FC236}">
                  <a16:creationId xmlns:a16="http://schemas.microsoft.com/office/drawing/2014/main" id="{8DB4446B-0FAE-4768-BFD8-6201B5E208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67567" y="1118521"/>
              <a:ext cx="103571" cy="195256"/>
            </a:xfrm>
            <a:custGeom>
              <a:avLst/>
              <a:gdLst/>
              <a:ahLst/>
              <a:cxnLst/>
              <a:rect l="0" t="0" r="0" b="0"/>
              <a:pathLst>
                <a:path w="103601" h="195312">
                  <a:moveTo>
                    <a:pt x="9358" y="193790"/>
                  </a:moveTo>
                  <a:lnTo>
                    <a:pt x="101575" y="101574"/>
                  </a:lnTo>
                  <a:lnTo>
                    <a:pt x="103600" y="99549"/>
                  </a:lnTo>
                  <a:lnTo>
                    <a:pt x="103600" y="96266"/>
                  </a:lnTo>
                  <a:lnTo>
                    <a:pt x="101575" y="94241"/>
                  </a:lnTo>
                  <a:lnTo>
                    <a:pt x="9358" y="2025"/>
                  </a:lnTo>
                  <a:lnTo>
                    <a:pt x="7332" y="0"/>
                  </a:lnTo>
                  <a:lnTo>
                    <a:pt x="4049" y="0"/>
                  </a:lnTo>
                  <a:lnTo>
                    <a:pt x="2026" y="2025"/>
                  </a:lnTo>
                  <a:lnTo>
                    <a:pt x="0" y="4048"/>
                  </a:lnTo>
                  <a:lnTo>
                    <a:pt x="0" y="7331"/>
                  </a:lnTo>
                  <a:lnTo>
                    <a:pt x="2026" y="9357"/>
                  </a:lnTo>
                  <a:lnTo>
                    <a:pt x="90576" y="97907"/>
                  </a:lnTo>
                  <a:lnTo>
                    <a:pt x="2026" y="186459"/>
                  </a:lnTo>
                  <a:lnTo>
                    <a:pt x="0" y="188483"/>
                  </a:lnTo>
                  <a:lnTo>
                    <a:pt x="0" y="191766"/>
                  </a:lnTo>
                  <a:lnTo>
                    <a:pt x="2026" y="193790"/>
                  </a:lnTo>
                  <a:lnTo>
                    <a:pt x="3040" y="194805"/>
                  </a:lnTo>
                  <a:lnTo>
                    <a:pt x="4366" y="195311"/>
                  </a:lnTo>
                  <a:lnTo>
                    <a:pt x="5692" y="195311"/>
                  </a:lnTo>
                  <a:lnTo>
                    <a:pt x="7017" y="195311"/>
                  </a:lnTo>
                  <a:lnTo>
                    <a:pt x="8348" y="194805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 err="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68" name="LineArrowWhite" hidden="1">
            <a:extLst>
              <a:ext uri="{FF2B5EF4-FFF2-40B4-BE49-F238E27FC236}">
                <a16:creationId xmlns:a16="http://schemas.microsoft.com/office/drawing/2014/main" id="{7E4FE895-A694-4CD7-B7FC-D28EA0FAA7B3}"/>
              </a:ext>
            </a:extLst>
          </p:cNvPr>
          <p:cNvGrpSpPr>
            <a:grpSpLocks noChangeAspect="1"/>
          </p:cNvGrpSpPr>
          <p:nvPr userDrawn="1">
            <p:custDataLst>
              <p:tags r:id="rId46"/>
            </p:custDataLst>
          </p:nvPr>
        </p:nvGrpSpPr>
        <p:grpSpPr>
          <a:xfrm>
            <a:off x="3235224" y="5269841"/>
            <a:ext cx="396228" cy="396228"/>
            <a:chOff x="1016000" y="1016000"/>
            <a:chExt cx="396228" cy="396228"/>
          </a:xfrm>
        </p:grpSpPr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CA052EDA-5979-495F-94F8-2F27975E375A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60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3D3C9B4B-20FD-4C22-95B1-554FDC078F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0497" y="1118503"/>
              <a:ext cx="270062" cy="191369"/>
            </a:xfrm>
            <a:custGeom>
              <a:avLst/>
              <a:gdLst/>
              <a:ahLst/>
              <a:cxnLst/>
              <a:rect l="0" t="0" r="0" b="0"/>
              <a:pathLst>
                <a:path w="270576" h="191733">
                  <a:moveTo>
                    <a:pt x="268764" y="99351"/>
                  </a:moveTo>
                  <a:lnTo>
                    <a:pt x="177792" y="190362"/>
                  </a:lnTo>
                  <a:lnTo>
                    <a:pt x="176904" y="191249"/>
                  </a:lnTo>
                  <a:lnTo>
                    <a:pt x="175697" y="191732"/>
                  </a:lnTo>
                  <a:lnTo>
                    <a:pt x="174528" y="191732"/>
                  </a:lnTo>
                  <a:lnTo>
                    <a:pt x="173360" y="191732"/>
                  </a:lnTo>
                  <a:lnTo>
                    <a:pt x="172151" y="191289"/>
                  </a:lnTo>
                  <a:lnTo>
                    <a:pt x="171264" y="190362"/>
                  </a:lnTo>
                  <a:lnTo>
                    <a:pt x="169452" y="188549"/>
                  </a:lnTo>
                  <a:lnTo>
                    <a:pt x="169452" y="185608"/>
                  </a:lnTo>
                  <a:lnTo>
                    <a:pt x="171264" y="183794"/>
                  </a:lnTo>
                  <a:lnTo>
                    <a:pt x="254098" y="100923"/>
                  </a:lnTo>
                  <a:lnTo>
                    <a:pt x="4633" y="100923"/>
                  </a:lnTo>
                  <a:lnTo>
                    <a:pt x="2053" y="100923"/>
                  </a:lnTo>
                  <a:lnTo>
                    <a:pt x="0" y="98868"/>
                  </a:lnTo>
                  <a:lnTo>
                    <a:pt x="0" y="96289"/>
                  </a:lnTo>
                  <a:lnTo>
                    <a:pt x="0" y="93711"/>
                  </a:lnTo>
                  <a:lnTo>
                    <a:pt x="2053" y="91656"/>
                  </a:lnTo>
                  <a:lnTo>
                    <a:pt x="4633" y="91656"/>
                  </a:lnTo>
                  <a:lnTo>
                    <a:pt x="254502" y="91656"/>
                  </a:lnTo>
                  <a:lnTo>
                    <a:pt x="171225" y="8381"/>
                  </a:lnTo>
                  <a:lnTo>
                    <a:pt x="169411" y="6568"/>
                  </a:lnTo>
                  <a:lnTo>
                    <a:pt x="169411" y="3626"/>
                  </a:lnTo>
                  <a:lnTo>
                    <a:pt x="171225" y="1812"/>
                  </a:lnTo>
                  <a:lnTo>
                    <a:pt x="173038" y="0"/>
                  </a:lnTo>
                  <a:lnTo>
                    <a:pt x="175979" y="0"/>
                  </a:lnTo>
                  <a:lnTo>
                    <a:pt x="177792" y="1812"/>
                  </a:lnTo>
                  <a:lnTo>
                    <a:pt x="268764" y="92784"/>
                  </a:lnTo>
                  <a:lnTo>
                    <a:pt x="270575" y="94638"/>
                  </a:lnTo>
                  <a:lnTo>
                    <a:pt x="270575" y="97539"/>
                  </a:lnTo>
                  <a:close/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71" name="Asterisk" hidden="1">
            <a:extLst>
              <a:ext uri="{FF2B5EF4-FFF2-40B4-BE49-F238E27FC236}">
                <a16:creationId xmlns:a16="http://schemas.microsoft.com/office/drawing/2014/main" id="{E7A5E89F-7760-4485-8B60-6187E58D3169}"/>
              </a:ext>
            </a:extLst>
          </p:cNvPr>
          <p:cNvSpPr>
            <a:spLocks noChangeAspect="1"/>
          </p:cNvSpPr>
          <p:nvPr userDrawn="1">
            <p:custDataLst>
              <p:tags r:id="rId47"/>
            </p:custDataLst>
          </p:nvPr>
        </p:nvSpPr>
        <p:spPr>
          <a:xfrm>
            <a:off x="4245411" y="4775817"/>
            <a:ext cx="240772" cy="240773"/>
          </a:xfrm>
          <a:custGeom>
            <a:avLst/>
            <a:gdLst/>
            <a:ahLst/>
            <a:cxnLst/>
            <a:rect l="0" t="0" r="0" b="0"/>
            <a:pathLst>
              <a:path w="240773" h="240774">
                <a:moveTo>
                  <a:pt x="236149" y="115764"/>
                </a:moveTo>
                <a:lnTo>
                  <a:pt x="131560" y="115764"/>
                </a:lnTo>
                <a:lnTo>
                  <a:pt x="210505" y="36820"/>
                </a:lnTo>
                <a:lnTo>
                  <a:pt x="212313" y="35010"/>
                </a:lnTo>
                <a:lnTo>
                  <a:pt x="212313" y="32076"/>
                </a:lnTo>
                <a:lnTo>
                  <a:pt x="210505" y="30268"/>
                </a:lnTo>
                <a:lnTo>
                  <a:pt x="208695" y="28458"/>
                </a:lnTo>
                <a:lnTo>
                  <a:pt x="205761" y="28458"/>
                </a:lnTo>
                <a:lnTo>
                  <a:pt x="203951" y="30268"/>
                </a:lnTo>
                <a:lnTo>
                  <a:pt x="125008" y="109212"/>
                </a:lnTo>
                <a:lnTo>
                  <a:pt x="125008" y="4623"/>
                </a:lnTo>
                <a:lnTo>
                  <a:pt x="125008" y="2049"/>
                </a:lnTo>
                <a:lnTo>
                  <a:pt x="122959" y="0"/>
                </a:lnTo>
                <a:lnTo>
                  <a:pt x="120384" y="0"/>
                </a:lnTo>
                <a:lnTo>
                  <a:pt x="117812" y="0"/>
                </a:lnTo>
                <a:lnTo>
                  <a:pt x="115763" y="2049"/>
                </a:lnTo>
                <a:lnTo>
                  <a:pt x="115763" y="4623"/>
                </a:lnTo>
                <a:lnTo>
                  <a:pt x="115763" y="109212"/>
                </a:lnTo>
                <a:lnTo>
                  <a:pt x="36818" y="30268"/>
                </a:lnTo>
                <a:lnTo>
                  <a:pt x="35009" y="28458"/>
                </a:lnTo>
                <a:lnTo>
                  <a:pt x="32075" y="28458"/>
                </a:lnTo>
                <a:lnTo>
                  <a:pt x="30266" y="30268"/>
                </a:lnTo>
                <a:lnTo>
                  <a:pt x="28457" y="32076"/>
                </a:lnTo>
                <a:lnTo>
                  <a:pt x="28457" y="35010"/>
                </a:lnTo>
                <a:lnTo>
                  <a:pt x="30266" y="36820"/>
                </a:lnTo>
                <a:lnTo>
                  <a:pt x="109211" y="115764"/>
                </a:lnTo>
                <a:lnTo>
                  <a:pt x="4621" y="115764"/>
                </a:lnTo>
                <a:lnTo>
                  <a:pt x="2049" y="115764"/>
                </a:lnTo>
                <a:lnTo>
                  <a:pt x="0" y="117814"/>
                </a:lnTo>
                <a:lnTo>
                  <a:pt x="0" y="120385"/>
                </a:lnTo>
                <a:lnTo>
                  <a:pt x="0" y="122959"/>
                </a:lnTo>
                <a:lnTo>
                  <a:pt x="2049" y="125010"/>
                </a:lnTo>
                <a:lnTo>
                  <a:pt x="4621" y="125010"/>
                </a:lnTo>
                <a:lnTo>
                  <a:pt x="109211" y="125010"/>
                </a:lnTo>
                <a:lnTo>
                  <a:pt x="30266" y="203953"/>
                </a:lnTo>
                <a:lnTo>
                  <a:pt x="28457" y="205763"/>
                </a:lnTo>
                <a:lnTo>
                  <a:pt x="28457" y="208696"/>
                </a:lnTo>
                <a:lnTo>
                  <a:pt x="30266" y="210505"/>
                </a:lnTo>
                <a:lnTo>
                  <a:pt x="31150" y="211390"/>
                </a:lnTo>
                <a:lnTo>
                  <a:pt x="32357" y="211872"/>
                </a:lnTo>
                <a:lnTo>
                  <a:pt x="33521" y="211872"/>
                </a:lnTo>
                <a:lnTo>
                  <a:pt x="34689" y="211872"/>
                </a:lnTo>
                <a:lnTo>
                  <a:pt x="35893" y="211430"/>
                </a:lnTo>
                <a:lnTo>
                  <a:pt x="36778" y="210505"/>
                </a:lnTo>
                <a:lnTo>
                  <a:pt x="115722" y="131561"/>
                </a:lnTo>
                <a:lnTo>
                  <a:pt x="115722" y="236150"/>
                </a:lnTo>
                <a:lnTo>
                  <a:pt x="115722" y="238723"/>
                </a:lnTo>
                <a:lnTo>
                  <a:pt x="117772" y="240773"/>
                </a:lnTo>
                <a:lnTo>
                  <a:pt x="120345" y="240773"/>
                </a:lnTo>
                <a:lnTo>
                  <a:pt x="122918" y="240773"/>
                </a:lnTo>
                <a:lnTo>
                  <a:pt x="124967" y="238723"/>
                </a:lnTo>
                <a:lnTo>
                  <a:pt x="124967" y="236150"/>
                </a:lnTo>
                <a:lnTo>
                  <a:pt x="124967" y="131561"/>
                </a:lnTo>
                <a:lnTo>
                  <a:pt x="203912" y="210505"/>
                </a:lnTo>
                <a:lnTo>
                  <a:pt x="204796" y="211390"/>
                </a:lnTo>
                <a:lnTo>
                  <a:pt x="206002" y="211872"/>
                </a:lnTo>
                <a:lnTo>
                  <a:pt x="207168" y="211872"/>
                </a:lnTo>
                <a:lnTo>
                  <a:pt x="208334" y="211872"/>
                </a:lnTo>
                <a:lnTo>
                  <a:pt x="209539" y="211430"/>
                </a:lnTo>
                <a:lnTo>
                  <a:pt x="210424" y="210505"/>
                </a:lnTo>
                <a:lnTo>
                  <a:pt x="212233" y="208696"/>
                </a:lnTo>
                <a:lnTo>
                  <a:pt x="212233" y="205763"/>
                </a:lnTo>
                <a:lnTo>
                  <a:pt x="210424" y="203953"/>
                </a:lnTo>
                <a:lnTo>
                  <a:pt x="131479" y="125010"/>
                </a:lnTo>
                <a:lnTo>
                  <a:pt x="236149" y="125010"/>
                </a:lnTo>
                <a:lnTo>
                  <a:pt x="238721" y="125010"/>
                </a:lnTo>
                <a:lnTo>
                  <a:pt x="240772" y="122959"/>
                </a:lnTo>
                <a:lnTo>
                  <a:pt x="240772" y="120385"/>
                </a:lnTo>
                <a:lnTo>
                  <a:pt x="240772" y="117814"/>
                </a:lnTo>
                <a:lnTo>
                  <a:pt x="238721" y="115764"/>
                </a:lnTo>
                <a:close/>
              </a:path>
            </a:pathLst>
          </a:custGeom>
          <a:solidFill>
            <a:schemeClr val="tx2"/>
          </a:solidFill>
          <a:ln w="12700" cap="sq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 err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72" name="AsteriskWhite" hidden="1">
            <a:extLst>
              <a:ext uri="{FF2B5EF4-FFF2-40B4-BE49-F238E27FC236}">
                <a16:creationId xmlns:a16="http://schemas.microsoft.com/office/drawing/2014/main" id="{2FA82C04-C2F6-4218-B6FC-3F722BB53643}"/>
              </a:ext>
            </a:extLst>
          </p:cNvPr>
          <p:cNvGrpSpPr>
            <a:grpSpLocks noChangeAspect="1"/>
          </p:cNvGrpSpPr>
          <p:nvPr userDrawn="1">
            <p:custDataLst>
              <p:tags r:id="rId48"/>
            </p:custDataLst>
          </p:nvPr>
        </p:nvGrpSpPr>
        <p:grpSpPr>
          <a:xfrm>
            <a:off x="4167683" y="5284579"/>
            <a:ext cx="396228" cy="396228"/>
            <a:chOff x="1016000" y="1016000"/>
            <a:chExt cx="396228" cy="396228"/>
          </a:xfrm>
        </p:grpSpPr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3EBE5DC4-07AB-405C-A5F0-60B4A13EA442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60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A8321D18-42DA-4B54-9618-0A81009452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94177" y="1094179"/>
              <a:ext cx="240772" cy="240773"/>
            </a:xfrm>
            <a:custGeom>
              <a:avLst/>
              <a:gdLst/>
              <a:ahLst/>
              <a:cxnLst/>
              <a:rect l="0" t="0" r="0" b="0"/>
              <a:pathLst>
                <a:path w="240773" h="240774">
                  <a:moveTo>
                    <a:pt x="236149" y="115764"/>
                  </a:moveTo>
                  <a:lnTo>
                    <a:pt x="131560" y="115764"/>
                  </a:lnTo>
                  <a:lnTo>
                    <a:pt x="210505" y="36820"/>
                  </a:lnTo>
                  <a:lnTo>
                    <a:pt x="212313" y="35010"/>
                  </a:lnTo>
                  <a:lnTo>
                    <a:pt x="212313" y="32076"/>
                  </a:lnTo>
                  <a:lnTo>
                    <a:pt x="210505" y="30268"/>
                  </a:lnTo>
                  <a:lnTo>
                    <a:pt x="208695" y="28458"/>
                  </a:lnTo>
                  <a:lnTo>
                    <a:pt x="205761" y="28458"/>
                  </a:lnTo>
                  <a:lnTo>
                    <a:pt x="203951" y="30268"/>
                  </a:lnTo>
                  <a:lnTo>
                    <a:pt x="125008" y="109212"/>
                  </a:lnTo>
                  <a:lnTo>
                    <a:pt x="125008" y="4623"/>
                  </a:lnTo>
                  <a:lnTo>
                    <a:pt x="125008" y="2049"/>
                  </a:lnTo>
                  <a:lnTo>
                    <a:pt x="122959" y="0"/>
                  </a:lnTo>
                  <a:lnTo>
                    <a:pt x="120384" y="0"/>
                  </a:lnTo>
                  <a:lnTo>
                    <a:pt x="117812" y="0"/>
                  </a:lnTo>
                  <a:lnTo>
                    <a:pt x="115763" y="2049"/>
                  </a:lnTo>
                  <a:lnTo>
                    <a:pt x="115763" y="4623"/>
                  </a:lnTo>
                  <a:lnTo>
                    <a:pt x="115763" y="109212"/>
                  </a:lnTo>
                  <a:lnTo>
                    <a:pt x="36818" y="30268"/>
                  </a:lnTo>
                  <a:lnTo>
                    <a:pt x="35009" y="28458"/>
                  </a:lnTo>
                  <a:lnTo>
                    <a:pt x="32075" y="28458"/>
                  </a:lnTo>
                  <a:lnTo>
                    <a:pt x="30266" y="30268"/>
                  </a:lnTo>
                  <a:lnTo>
                    <a:pt x="28457" y="32076"/>
                  </a:lnTo>
                  <a:lnTo>
                    <a:pt x="28457" y="35010"/>
                  </a:lnTo>
                  <a:lnTo>
                    <a:pt x="30266" y="36820"/>
                  </a:lnTo>
                  <a:lnTo>
                    <a:pt x="109211" y="115764"/>
                  </a:lnTo>
                  <a:lnTo>
                    <a:pt x="4621" y="115764"/>
                  </a:lnTo>
                  <a:lnTo>
                    <a:pt x="2049" y="115764"/>
                  </a:lnTo>
                  <a:lnTo>
                    <a:pt x="0" y="117814"/>
                  </a:lnTo>
                  <a:lnTo>
                    <a:pt x="0" y="120385"/>
                  </a:lnTo>
                  <a:lnTo>
                    <a:pt x="0" y="122959"/>
                  </a:lnTo>
                  <a:lnTo>
                    <a:pt x="2049" y="125010"/>
                  </a:lnTo>
                  <a:lnTo>
                    <a:pt x="4621" y="125010"/>
                  </a:lnTo>
                  <a:lnTo>
                    <a:pt x="109211" y="125010"/>
                  </a:lnTo>
                  <a:lnTo>
                    <a:pt x="30266" y="203953"/>
                  </a:lnTo>
                  <a:lnTo>
                    <a:pt x="28457" y="205763"/>
                  </a:lnTo>
                  <a:lnTo>
                    <a:pt x="28457" y="208696"/>
                  </a:lnTo>
                  <a:lnTo>
                    <a:pt x="30266" y="210505"/>
                  </a:lnTo>
                  <a:lnTo>
                    <a:pt x="31150" y="211390"/>
                  </a:lnTo>
                  <a:lnTo>
                    <a:pt x="32357" y="211872"/>
                  </a:lnTo>
                  <a:lnTo>
                    <a:pt x="33521" y="211872"/>
                  </a:lnTo>
                  <a:lnTo>
                    <a:pt x="34689" y="211872"/>
                  </a:lnTo>
                  <a:lnTo>
                    <a:pt x="35893" y="211430"/>
                  </a:lnTo>
                  <a:lnTo>
                    <a:pt x="36778" y="210505"/>
                  </a:lnTo>
                  <a:lnTo>
                    <a:pt x="115722" y="131561"/>
                  </a:lnTo>
                  <a:lnTo>
                    <a:pt x="115722" y="236150"/>
                  </a:lnTo>
                  <a:lnTo>
                    <a:pt x="115722" y="238723"/>
                  </a:lnTo>
                  <a:lnTo>
                    <a:pt x="117772" y="240773"/>
                  </a:lnTo>
                  <a:lnTo>
                    <a:pt x="120345" y="240773"/>
                  </a:lnTo>
                  <a:lnTo>
                    <a:pt x="122918" y="240773"/>
                  </a:lnTo>
                  <a:lnTo>
                    <a:pt x="124967" y="238723"/>
                  </a:lnTo>
                  <a:lnTo>
                    <a:pt x="124967" y="236150"/>
                  </a:lnTo>
                  <a:lnTo>
                    <a:pt x="124967" y="131561"/>
                  </a:lnTo>
                  <a:lnTo>
                    <a:pt x="203912" y="210505"/>
                  </a:lnTo>
                  <a:lnTo>
                    <a:pt x="204796" y="211390"/>
                  </a:lnTo>
                  <a:lnTo>
                    <a:pt x="206002" y="211872"/>
                  </a:lnTo>
                  <a:lnTo>
                    <a:pt x="207168" y="211872"/>
                  </a:lnTo>
                  <a:lnTo>
                    <a:pt x="208334" y="211872"/>
                  </a:lnTo>
                  <a:lnTo>
                    <a:pt x="209539" y="211430"/>
                  </a:lnTo>
                  <a:lnTo>
                    <a:pt x="210424" y="210505"/>
                  </a:lnTo>
                  <a:lnTo>
                    <a:pt x="212233" y="208696"/>
                  </a:lnTo>
                  <a:lnTo>
                    <a:pt x="212233" y="205763"/>
                  </a:lnTo>
                  <a:lnTo>
                    <a:pt x="210424" y="203953"/>
                  </a:lnTo>
                  <a:lnTo>
                    <a:pt x="131479" y="125010"/>
                  </a:lnTo>
                  <a:lnTo>
                    <a:pt x="236149" y="125010"/>
                  </a:lnTo>
                  <a:lnTo>
                    <a:pt x="238721" y="125010"/>
                  </a:lnTo>
                  <a:lnTo>
                    <a:pt x="240772" y="122959"/>
                  </a:lnTo>
                  <a:lnTo>
                    <a:pt x="240772" y="120385"/>
                  </a:lnTo>
                  <a:lnTo>
                    <a:pt x="240772" y="117814"/>
                  </a:lnTo>
                  <a:lnTo>
                    <a:pt x="238721" y="115764"/>
                  </a:lnTo>
                  <a:close/>
                </a:path>
              </a:pathLst>
            </a:cu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75" name="AsteriskBlue" hidden="1">
            <a:extLst>
              <a:ext uri="{FF2B5EF4-FFF2-40B4-BE49-F238E27FC236}">
                <a16:creationId xmlns:a16="http://schemas.microsoft.com/office/drawing/2014/main" id="{C2CC9B35-735E-45D9-8CAB-B22E5A0068FC}"/>
              </a:ext>
            </a:extLst>
          </p:cNvPr>
          <p:cNvGrpSpPr>
            <a:grpSpLocks noChangeAspect="1"/>
          </p:cNvGrpSpPr>
          <p:nvPr userDrawn="1">
            <p:custDataLst>
              <p:tags r:id="rId49"/>
            </p:custDataLst>
          </p:nvPr>
        </p:nvGrpSpPr>
        <p:grpSpPr>
          <a:xfrm>
            <a:off x="4167683" y="5871065"/>
            <a:ext cx="396228" cy="396228"/>
            <a:chOff x="1016000" y="1016000"/>
            <a:chExt cx="396228" cy="396228"/>
          </a:xfrm>
        </p:grpSpPr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C3F35EFC-EE0A-4382-9791-14D10893BCEF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en-US" sz="16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BBF6FF68-86FA-4DB1-BCC5-C916AA763F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94177" y="1094179"/>
              <a:ext cx="240772" cy="240773"/>
            </a:xfrm>
            <a:custGeom>
              <a:avLst/>
              <a:gdLst/>
              <a:ahLst/>
              <a:cxnLst/>
              <a:rect l="0" t="0" r="0" b="0"/>
              <a:pathLst>
                <a:path w="240773" h="240774">
                  <a:moveTo>
                    <a:pt x="236149" y="115764"/>
                  </a:moveTo>
                  <a:lnTo>
                    <a:pt x="131560" y="115764"/>
                  </a:lnTo>
                  <a:lnTo>
                    <a:pt x="210505" y="36820"/>
                  </a:lnTo>
                  <a:lnTo>
                    <a:pt x="212313" y="35010"/>
                  </a:lnTo>
                  <a:lnTo>
                    <a:pt x="212313" y="32076"/>
                  </a:lnTo>
                  <a:lnTo>
                    <a:pt x="210505" y="30268"/>
                  </a:lnTo>
                  <a:lnTo>
                    <a:pt x="208695" y="28458"/>
                  </a:lnTo>
                  <a:lnTo>
                    <a:pt x="205761" y="28458"/>
                  </a:lnTo>
                  <a:lnTo>
                    <a:pt x="203951" y="30268"/>
                  </a:lnTo>
                  <a:lnTo>
                    <a:pt x="125008" y="109212"/>
                  </a:lnTo>
                  <a:lnTo>
                    <a:pt x="125008" y="4623"/>
                  </a:lnTo>
                  <a:lnTo>
                    <a:pt x="125008" y="2049"/>
                  </a:lnTo>
                  <a:lnTo>
                    <a:pt x="122959" y="0"/>
                  </a:lnTo>
                  <a:lnTo>
                    <a:pt x="120384" y="0"/>
                  </a:lnTo>
                  <a:lnTo>
                    <a:pt x="117812" y="0"/>
                  </a:lnTo>
                  <a:lnTo>
                    <a:pt x="115763" y="2049"/>
                  </a:lnTo>
                  <a:lnTo>
                    <a:pt x="115763" y="4623"/>
                  </a:lnTo>
                  <a:lnTo>
                    <a:pt x="115763" y="109212"/>
                  </a:lnTo>
                  <a:lnTo>
                    <a:pt x="36818" y="30268"/>
                  </a:lnTo>
                  <a:lnTo>
                    <a:pt x="35009" y="28458"/>
                  </a:lnTo>
                  <a:lnTo>
                    <a:pt x="32075" y="28458"/>
                  </a:lnTo>
                  <a:lnTo>
                    <a:pt x="30266" y="30268"/>
                  </a:lnTo>
                  <a:lnTo>
                    <a:pt x="28457" y="32076"/>
                  </a:lnTo>
                  <a:lnTo>
                    <a:pt x="28457" y="35010"/>
                  </a:lnTo>
                  <a:lnTo>
                    <a:pt x="30266" y="36820"/>
                  </a:lnTo>
                  <a:lnTo>
                    <a:pt x="109211" y="115764"/>
                  </a:lnTo>
                  <a:lnTo>
                    <a:pt x="4621" y="115764"/>
                  </a:lnTo>
                  <a:lnTo>
                    <a:pt x="2049" y="115764"/>
                  </a:lnTo>
                  <a:lnTo>
                    <a:pt x="0" y="117814"/>
                  </a:lnTo>
                  <a:lnTo>
                    <a:pt x="0" y="120385"/>
                  </a:lnTo>
                  <a:lnTo>
                    <a:pt x="0" y="122959"/>
                  </a:lnTo>
                  <a:lnTo>
                    <a:pt x="2049" y="125010"/>
                  </a:lnTo>
                  <a:lnTo>
                    <a:pt x="4621" y="125010"/>
                  </a:lnTo>
                  <a:lnTo>
                    <a:pt x="109211" y="125010"/>
                  </a:lnTo>
                  <a:lnTo>
                    <a:pt x="30266" y="203953"/>
                  </a:lnTo>
                  <a:lnTo>
                    <a:pt x="28457" y="205763"/>
                  </a:lnTo>
                  <a:lnTo>
                    <a:pt x="28457" y="208696"/>
                  </a:lnTo>
                  <a:lnTo>
                    <a:pt x="30266" y="210505"/>
                  </a:lnTo>
                  <a:lnTo>
                    <a:pt x="31150" y="211390"/>
                  </a:lnTo>
                  <a:lnTo>
                    <a:pt x="32357" y="211872"/>
                  </a:lnTo>
                  <a:lnTo>
                    <a:pt x="33521" y="211872"/>
                  </a:lnTo>
                  <a:lnTo>
                    <a:pt x="34689" y="211872"/>
                  </a:lnTo>
                  <a:lnTo>
                    <a:pt x="35893" y="211430"/>
                  </a:lnTo>
                  <a:lnTo>
                    <a:pt x="36778" y="210505"/>
                  </a:lnTo>
                  <a:lnTo>
                    <a:pt x="115722" y="131561"/>
                  </a:lnTo>
                  <a:lnTo>
                    <a:pt x="115722" y="236150"/>
                  </a:lnTo>
                  <a:lnTo>
                    <a:pt x="115722" y="238723"/>
                  </a:lnTo>
                  <a:lnTo>
                    <a:pt x="117772" y="240773"/>
                  </a:lnTo>
                  <a:lnTo>
                    <a:pt x="120345" y="240773"/>
                  </a:lnTo>
                  <a:lnTo>
                    <a:pt x="122918" y="240773"/>
                  </a:lnTo>
                  <a:lnTo>
                    <a:pt x="124967" y="238723"/>
                  </a:lnTo>
                  <a:lnTo>
                    <a:pt x="124967" y="236150"/>
                  </a:lnTo>
                  <a:lnTo>
                    <a:pt x="124967" y="131561"/>
                  </a:lnTo>
                  <a:lnTo>
                    <a:pt x="203912" y="210505"/>
                  </a:lnTo>
                  <a:lnTo>
                    <a:pt x="204796" y="211390"/>
                  </a:lnTo>
                  <a:lnTo>
                    <a:pt x="206002" y="211872"/>
                  </a:lnTo>
                  <a:lnTo>
                    <a:pt x="207168" y="211872"/>
                  </a:lnTo>
                  <a:lnTo>
                    <a:pt x="208334" y="211872"/>
                  </a:lnTo>
                  <a:lnTo>
                    <a:pt x="209539" y="211430"/>
                  </a:lnTo>
                  <a:lnTo>
                    <a:pt x="210424" y="210505"/>
                  </a:lnTo>
                  <a:lnTo>
                    <a:pt x="212233" y="208696"/>
                  </a:lnTo>
                  <a:lnTo>
                    <a:pt x="212233" y="205763"/>
                  </a:lnTo>
                  <a:lnTo>
                    <a:pt x="210424" y="203953"/>
                  </a:lnTo>
                  <a:lnTo>
                    <a:pt x="131479" y="125010"/>
                  </a:lnTo>
                  <a:lnTo>
                    <a:pt x="236149" y="125010"/>
                  </a:lnTo>
                  <a:lnTo>
                    <a:pt x="238721" y="125010"/>
                  </a:lnTo>
                  <a:lnTo>
                    <a:pt x="240772" y="122959"/>
                  </a:lnTo>
                  <a:lnTo>
                    <a:pt x="240772" y="120385"/>
                  </a:lnTo>
                  <a:lnTo>
                    <a:pt x="240772" y="117814"/>
                  </a:lnTo>
                  <a:lnTo>
                    <a:pt x="238721" y="115764"/>
                  </a:lnTo>
                  <a:close/>
                </a:path>
              </a:pathLst>
            </a:cu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78" name="LineArrow" hidden="1">
            <a:extLst>
              <a:ext uri="{FF2B5EF4-FFF2-40B4-BE49-F238E27FC236}">
                <a16:creationId xmlns:a16="http://schemas.microsoft.com/office/drawing/2014/main" id="{683393F0-1C2E-4DF7-BB01-D01E30AF7633}"/>
              </a:ext>
            </a:extLst>
          </p:cNvPr>
          <p:cNvSpPr>
            <a:spLocks noChangeAspect="1"/>
          </p:cNvSpPr>
          <p:nvPr userDrawn="1">
            <p:custDataLst>
              <p:tags r:id="rId50"/>
            </p:custDataLst>
          </p:nvPr>
        </p:nvSpPr>
        <p:spPr>
          <a:xfrm>
            <a:off x="3260099" y="4780426"/>
            <a:ext cx="326774" cy="231556"/>
          </a:xfrm>
          <a:custGeom>
            <a:avLst/>
            <a:gdLst/>
            <a:ahLst/>
            <a:cxnLst/>
            <a:rect l="0" t="0" r="0" b="0"/>
            <a:pathLst>
              <a:path w="270576" h="191733">
                <a:moveTo>
                  <a:pt x="268764" y="99351"/>
                </a:moveTo>
                <a:lnTo>
                  <a:pt x="177792" y="190362"/>
                </a:lnTo>
                <a:lnTo>
                  <a:pt x="176904" y="191249"/>
                </a:lnTo>
                <a:lnTo>
                  <a:pt x="175697" y="191732"/>
                </a:lnTo>
                <a:lnTo>
                  <a:pt x="174528" y="191732"/>
                </a:lnTo>
                <a:lnTo>
                  <a:pt x="173360" y="191732"/>
                </a:lnTo>
                <a:lnTo>
                  <a:pt x="172151" y="191289"/>
                </a:lnTo>
                <a:lnTo>
                  <a:pt x="171264" y="190362"/>
                </a:lnTo>
                <a:lnTo>
                  <a:pt x="169452" y="188549"/>
                </a:lnTo>
                <a:lnTo>
                  <a:pt x="169452" y="185608"/>
                </a:lnTo>
                <a:lnTo>
                  <a:pt x="171264" y="183794"/>
                </a:lnTo>
                <a:lnTo>
                  <a:pt x="254098" y="100923"/>
                </a:lnTo>
                <a:lnTo>
                  <a:pt x="4633" y="100923"/>
                </a:lnTo>
                <a:lnTo>
                  <a:pt x="2053" y="100923"/>
                </a:lnTo>
                <a:lnTo>
                  <a:pt x="0" y="98868"/>
                </a:lnTo>
                <a:lnTo>
                  <a:pt x="0" y="96289"/>
                </a:lnTo>
                <a:lnTo>
                  <a:pt x="0" y="93711"/>
                </a:lnTo>
                <a:lnTo>
                  <a:pt x="2053" y="91656"/>
                </a:lnTo>
                <a:lnTo>
                  <a:pt x="4633" y="91656"/>
                </a:lnTo>
                <a:lnTo>
                  <a:pt x="254502" y="91656"/>
                </a:lnTo>
                <a:lnTo>
                  <a:pt x="171225" y="8381"/>
                </a:lnTo>
                <a:lnTo>
                  <a:pt x="169411" y="6568"/>
                </a:lnTo>
                <a:lnTo>
                  <a:pt x="169411" y="3626"/>
                </a:lnTo>
                <a:lnTo>
                  <a:pt x="171225" y="1812"/>
                </a:lnTo>
                <a:lnTo>
                  <a:pt x="173038" y="0"/>
                </a:lnTo>
                <a:lnTo>
                  <a:pt x="175979" y="0"/>
                </a:lnTo>
                <a:lnTo>
                  <a:pt x="177792" y="1812"/>
                </a:lnTo>
                <a:lnTo>
                  <a:pt x="268764" y="92784"/>
                </a:lnTo>
                <a:lnTo>
                  <a:pt x="270575" y="94638"/>
                </a:lnTo>
                <a:lnTo>
                  <a:pt x="270575" y="97539"/>
                </a:lnTo>
                <a:close/>
              </a:path>
            </a:pathLst>
          </a:custGeom>
          <a:solidFill>
            <a:schemeClr val="tx2"/>
          </a:solidFill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 err="1"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79" name="DoubleArrowWhite" hidden="1">
            <a:extLst>
              <a:ext uri="{FF2B5EF4-FFF2-40B4-BE49-F238E27FC236}">
                <a16:creationId xmlns:a16="http://schemas.microsoft.com/office/drawing/2014/main" id="{7CF783B8-282C-43C3-9919-98D894BE6107}"/>
              </a:ext>
            </a:extLst>
          </p:cNvPr>
          <p:cNvGrpSpPr>
            <a:grpSpLocks noChangeAspect="1"/>
          </p:cNvGrpSpPr>
          <p:nvPr userDrawn="1">
            <p:custDataLst>
              <p:tags r:id="rId51"/>
            </p:custDataLst>
          </p:nvPr>
        </p:nvGrpSpPr>
        <p:grpSpPr>
          <a:xfrm>
            <a:off x="4167683" y="1765645"/>
            <a:ext cx="396228" cy="396228"/>
            <a:chOff x="1016000" y="1016000"/>
            <a:chExt cx="396228" cy="396228"/>
          </a:xfrm>
        </p:grpSpPr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EA618A26-166F-470F-BABA-2A570E68E5F2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81" name="Graphic 280">
              <a:extLst>
                <a:ext uri="{FF2B5EF4-FFF2-40B4-BE49-F238E27FC236}">
                  <a16:creationId xmlns:a16="http://schemas.microsoft.com/office/drawing/2014/main" id="{E57F8461-4500-4C67-9858-DCFED47636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tretch>
              <a:fillRect/>
            </a:stretch>
          </p:blipFill>
          <p:spPr>
            <a:xfrm>
              <a:off x="1049014" y="1049014"/>
              <a:ext cx="330200" cy="330200"/>
            </a:xfrm>
            <a:prstGeom prst="rect">
              <a:avLst/>
            </a:prstGeom>
          </p:spPr>
        </p:pic>
      </p:grpSp>
      <p:grpSp>
        <p:nvGrpSpPr>
          <p:cNvPr id="282" name="DoubleArrowBlue" hidden="1">
            <a:extLst>
              <a:ext uri="{FF2B5EF4-FFF2-40B4-BE49-F238E27FC236}">
                <a16:creationId xmlns:a16="http://schemas.microsoft.com/office/drawing/2014/main" id="{D2F8DAA2-D321-41B1-933B-06C4135F6C42}"/>
              </a:ext>
            </a:extLst>
          </p:cNvPr>
          <p:cNvGrpSpPr>
            <a:grpSpLocks noChangeAspect="1"/>
          </p:cNvGrpSpPr>
          <p:nvPr userDrawn="1">
            <p:custDataLst>
              <p:tags r:id="rId52"/>
            </p:custDataLst>
          </p:nvPr>
        </p:nvGrpSpPr>
        <p:grpSpPr>
          <a:xfrm>
            <a:off x="4167683" y="2352134"/>
            <a:ext cx="396228" cy="396228"/>
            <a:chOff x="1016000" y="1016000"/>
            <a:chExt cx="396228" cy="396228"/>
          </a:xfrm>
        </p:grpSpPr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FDA897A6-3557-4DB8-8C21-06AC7AD54E45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84" name="Graphic 283">
              <a:extLst>
                <a:ext uri="{FF2B5EF4-FFF2-40B4-BE49-F238E27FC236}">
                  <a16:creationId xmlns:a16="http://schemas.microsoft.com/office/drawing/2014/main" id="{D361B91D-CD48-417F-9959-EF45A3EF6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>
              <a:extLst>
                <a:ext uri="{96DAC541-7B7A-43D3-8B79-37D633B846F1}">
                  <asvg:svgBlip xmlns:asvg="http://schemas.microsoft.com/office/drawing/2016/SVG/main" r:embed="rId87"/>
                </a:ext>
              </a:extLst>
            </a:blip>
            <a:stretch>
              <a:fillRect/>
            </a:stretch>
          </p:blipFill>
          <p:spPr>
            <a:xfrm>
              <a:off x="1049014" y="1049014"/>
              <a:ext cx="330200" cy="330200"/>
            </a:xfrm>
            <a:prstGeom prst="rect">
              <a:avLst/>
            </a:prstGeom>
          </p:spPr>
        </p:pic>
      </p:grpSp>
      <p:grpSp>
        <p:nvGrpSpPr>
          <p:cNvPr id="285" name="MinusSignBlue" hidden="1">
            <a:extLst>
              <a:ext uri="{FF2B5EF4-FFF2-40B4-BE49-F238E27FC236}">
                <a16:creationId xmlns:a16="http://schemas.microsoft.com/office/drawing/2014/main" id="{3AF33939-7012-4441-94C8-9FC567D64A86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4111601"/>
            <a:ext cx="396228" cy="396228"/>
            <a:chOff x="5774102" y="5004016"/>
            <a:chExt cx="205180" cy="205180"/>
          </a:xfrm>
        </p:grpSpPr>
        <p:sp>
          <p:nvSpPr>
            <p:cNvPr id="286" name="Oval 43">
              <a:extLst>
                <a:ext uri="{FF2B5EF4-FFF2-40B4-BE49-F238E27FC236}">
                  <a16:creationId xmlns:a16="http://schemas.microsoft.com/office/drawing/2014/main" id="{82D33441-617D-4C6D-AEC1-ABAEEA3D6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004016"/>
              <a:ext cx="205180" cy="20518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87" name="Line 44">
              <a:extLst>
                <a:ext uri="{FF2B5EF4-FFF2-40B4-BE49-F238E27FC236}">
                  <a16:creationId xmlns:a16="http://schemas.microsoft.com/office/drawing/2014/main" id="{572C7068-D98E-48D9-BC86-EDF9B0930B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5464" y="5106606"/>
              <a:ext cx="82456" cy="0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88" name="MinusSign" hidden="1">
            <a:extLst>
              <a:ext uri="{FF2B5EF4-FFF2-40B4-BE49-F238E27FC236}">
                <a16:creationId xmlns:a16="http://schemas.microsoft.com/office/drawing/2014/main" id="{D3C62045-19CB-472C-B904-F75FF95E6E4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083558" y="3136737"/>
            <a:ext cx="159233" cy="0"/>
          </a:xfrm>
          <a:prstGeom prst="line">
            <a:avLst/>
          </a:prstGeom>
          <a:noFill/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ru-RU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89" name="EqualSignBlue" hidden="1">
            <a:extLst>
              <a:ext uri="{FF2B5EF4-FFF2-40B4-BE49-F238E27FC236}">
                <a16:creationId xmlns:a16="http://schemas.microsoft.com/office/drawing/2014/main" id="{C251ACB4-3817-4B99-81EF-3319F8D753D2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2352134"/>
            <a:ext cx="396228" cy="396228"/>
            <a:chOff x="5628456" y="6080974"/>
            <a:chExt cx="252000" cy="252000"/>
          </a:xfrm>
        </p:grpSpPr>
        <p:sp>
          <p:nvSpPr>
            <p:cNvPr id="290" name="Oval 43">
              <a:extLst>
                <a:ext uri="{FF2B5EF4-FFF2-40B4-BE49-F238E27FC236}">
                  <a16:creationId xmlns:a16="http://schemas.microsoft.com/office/drawing/2014/main" id="{9AA5579B-1DB7-4BD6-8C0E-81625EF19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8456" y="6080974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92406EAB-65AA-4D84-A777-53F398C185FF}"/>
                </a:ext>
              </a:extLst>
            </p:cNvPr>
            <p:cNvGrpSpPr/>
            <p:nvPr/>
          </p:nvGrpSpPr>
          <p:grpSpPr>
            <a:xfrm>
              <a:off x="5703820" y="6185869"/>
              <a:ext cx="101272" cy="42211"/>
              <a:chOff x="5703820" y="6164764"/>
              <a:chExt cx="101272" cy="42211"/>
            </a:xfrm>
          </p:grpSpPr>
          <p:sp>
            <p:nvSpPr>
              <p:cNvPr id="292" name="Line 44">
                <a:extLst>
                  <a:ext uri="{FF2B5EF4-FFF2-40B4-BE49-F238E27FC236}">
                    <a16:creationId xmlns:a16="http://schemas.microsoft.com/office/drawing/2014/main" id="{DDEB8513-3D78-4F1B-AD9A-644B4E1529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206975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293" name="Line 44">
                <a:extLst>
                  <a:ext uri="{FF2B5EF4-FFF2-40B4-BE49-F238E27FC236}">
                    <a16:creationId xmlns:a16="http://schemas.microsoft.com/office/drawing/2014/main" id="{BC3D9BDF-0AEA-4D17-BC88-51987C5C28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164764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294" name="EqualSign" hidden="1">
            <a:extLst>
              <a:ext uri="{FF2B5EF4-FFF2-40B4-BE49-F238E27FC236}">
                <a16:creationId xmlns:a16="http://schemas.microsoft.com/office/drawing/2014/main" id="{F9D1581B-944D-4374-A0E8-A0DB5FC42E41}"/>
              </a:ext>
            </a:extLst>
          </p:cNvPr>
          <p:cNvGrpSpPr/>
          <p:nvPr userDrawn="1"/>
        </p:nvGrpSpPr>
        <p:grpSpPr>
          <a:xfrm>
            <a:off x="7083558" y="1390066"/>
            <a:ext cx="159233" cy="66370"/>
            <a:chOff x="7235957" y="2669464"/>
            <a:chExt cx="159233" cy="66370"/>
          </a:xfrm>
        </p:grpSpPr>
        <p:sp>
          <p:nvSpPr>
            <p:cNvPr id="295" name="Line 44">
              <a:extLst>
                <a:ext uri="{FF2B5EF4-FFF2-40B4-BE49-F238E27FC236}">
                  <a16:creationId xmlns:a16="http://schemas.microsoft.com/office/drawing/2014/main" id="{9205093A-0A04-4022-AF99-5B3C7BB5B50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35957" y="2735834"/>
              <a:ext cx="159233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96" name="Line 44">
              <a:extLst>
                <a:ext uri="{FF2B5EF4-FFF2-40B4-BE49-F238E27FC236}">
                  <a16:creationId xmlns:a16="http://schemas.microsoft.com/office/drawing/2014/main" id="{56DFEE37-A213-4E24-A840-D67F24A902D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35957" y="2669464"/>
              <a:ext cx="159233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97" name="DivisionSignWhite" hidden="1">
            <a:extLst>
              <a:ext uri="{FF2B5EF4-FFF2-40B4-BE49-F238E27FC236}">
                <a16:creationId xmlns:a16="http://schemas.microsoft.com/office/drawing/2014/main" id="{342C481E-2771-4037-84DD-5DFA03611397}"/>
              </a:ext>
            </a:extLst>
          </p:cNvPr>
          <p:cNvGrpSpPr>
            <a:grpSpLocks/>
          </p:cNvGrpSpPr>
          <p:nvPr userDrawn="1"/>
        </p:nvGrpSpPr>
        <p:grpSpPr>
          <a:xfrm>
            <a:off x="6032601" y="3547219"/>
            <a:ext cx="396228" cy="396228"/>
            <a:chOff x="5774102" y="5625318"/>
            <a:chExt cx="205180" cy="205180"/>
          </a:xfrm>
        </p:grpSpPr>
        <p:sp>
          <p:nvSpPr>
            <p:cNvPr id="298" name="Oval 43">
              <a:extLst>
                <a:ext uri="{FF2B5EF4-FFF2-40B4-BE49-F238E27FC236}">
                  <a16:creationId xmlns:a16="http://schemas.microsoft.com/office/drawing/2014/main" id="{C7CBA324-6D65-4917-9123-3BFDAE3EF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625318"/>
              <a:ext cx="205180" cy="205180"/>
            </a:xfrm>
            <a:prstGeom prst="ellips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299" name="Group 298">
              <a:extLst>
                <a:ext uri="{FF2B5EF4-FFF2-40B4-BE49-F238E27FC236}">
                  <a16:creationId xmlns:a16="http://schemas.microsoft.com/office/drawing/2014/main" id="{0E075EA0-546C-49D4-9910-1DCF7A86425C}"/>
                </a:ext>
              </a:extLst>
            </p:cNvPr>
            <p:cNvGrpSpPr/>
            <p:nvPr/>
          </p:nvGrpSpPr>
          <p:grpSpPr>
            <a:xfrm>
              <a:off x="5835464" y="5693540"/>
              <a:ext cx="82456" cy="68736"/>
              <a:chOff x="6161344" y="5697303"/>
              <a:chExt cx="82456" cy="68736"/>
            </a:xfrm>
            <a:solidFill>
              <a:schemeClr val="accent3"/>
            </a:solidFill>
          </p:grpSpPr>
          <p:sp>
            <p:nvSpPr>
              <p:cNvPr id="300" name="Line 44">
                <a:extLst>
                  <a:ext uri="{FF2B5EF4-FFF2-40B4-BE49-F238E27FC236}">
                    <a16:creationId xmlns:a16="http://schemas.microsoft.com/office/drawing/2014/main" id="{5E43A480-7A7B-4771-892C-B92B9BB74B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61344" y="5731671"/>
                <a:ext cx="82456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1" name="Line 44">
                <a:extLst>
                  <a:ext uri="{FF2B5EF4-FFF2-40B4-BE49-F238E27FC236}">
                    <a16:creationId xmlns:a16="http://schemas.microsoft.com/office/drawing/2014/main" id="{1902D586-D66B-4A9C-84DA-067501F33F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697303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dirty="0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2" name="Line 44">
                <a:extLst>
                  <a:ext uri="{FF2B5EF4-FFF2-40B4-BE49-F238E27FC236}">
                    <a16:creationId xmlns:a16="http://schemas.microsoft.com/office/drawing/2014/main" id="{D100CDD8-5813-44CC-9144-01079AFE90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766039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303" name="DivisionSignBlue" hidden="1">
            <a:extLst>
              <a:ext uri="{FF2B5EF4-FFF2-40B4-BE49-F238E27FC236}">
                <a16:creationId xmlns:a16="http://schemas.microsoft.com/office/drawing/2014/main" id="{9F91621D-FE96-4B12-BD91-1E7BC85E6913}"/>
              </a:ext>
            </a:extLst>
          </p:cNvPr>
          <p:cNvGrpSpPr/>
          <p:nvPr userDrawn="1"/>
        </p:nvGrpSpPr>
        <p:grpSpPr>
          <a:xfrm>
            <a:off x="6032601" y="4133705"/>
            <a:ext cx="396228" cy="396228"/>
            <a:chOff x="6032601" y="5871065"/>
            <a:chExt cx="396228" cy="396228"/>
          </a:xfrm>
        </p:grpSpPr>
        <p:sp>
          <p:nvSpPr>
            <p:cNvPr id="304" name="Oval 43">
              <a:extLst>
                <a:ext uri="{FF2B5EF4-FFF2-40B4-BE49-F238E27FC236}">
                  <a16:creationId xmlns:a16="http://schemas.microsoft.com/office/drawing/2014/main" id="{767D1444-1A4F-43AC-B6E8-B204EE2CB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2601" y="5871065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6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3283AF53-7299-4A7A-87B1-6F0C95BFE917}"/>
                </a:ext>
              </a:extLst>
            </p:cNvPr>
            <p:cNvGrpSpPr/>
            <p:nvPr/>
          </p:nvGrpSpPr>
          <p:grpSpPr>
            <a:xfrm>
              <a:off x="6151099" y="6002810"/>
              <a:ext cx="159233" cy="132738"/>
              <a:chOff x="6161344" y="5697303"/>
              <a:chExt cx="82456" cy="68736"/>
            </a:xfrm>
            <a:solidFill>
              <a:schemeClr val="accent3"/>
            </a:solidFill>
          </p:grpSpPr>
          <p:sp>
            <p:nvSpPr>
              <p:cNvPr id="306" name="Line 44">
                <a:extLst>
                  <a:ext uri="{FF2B5EF4-FFF2-40B4-BE49-F238E27FC236}">
                    <a16:creationId xmlns:a16="http://schemas.microsoft.com/office/drawing/2014/main" id="{29ED7400-C0F5-4DB4-8DBE-E5FD1C1DF8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61344" y="5731671"/>
                <a:ext cx="82456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7" name="Line 44">
                <a:extLst>
                  <a:ext uri="{FF2B5EF4-FFF2-40B4-BE49-F238E27FC236}">
                    <a16:creationId xmlns:a16="http://schemas.microsoft.com/office/drawing/2014/main" id="{3D022D5C-B547-497E-A4E3-58F2B22FDC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697303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8" name="Line 44">
                <a:extLst>
                  <a:ext uri="{FF2B5EF4-FFF2-40B4-BE49-F238E27FC236}">
                    <a16:creationId xmlns:a16="http://schemas.microsoft.com/office/drawing/2014/main" id="{8843BE29-0938-40BF-95EC-040F1323B9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766039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309" name="DivisionSign" hidden="1">
            <a:extLst>
              <a:ext uri="{FF2B5EF4-FFF2-40B4-BE49-F238E27FC236}">
                <a16:creationId xmlns:a16="http://schemas.microsoft.com/office/drawing/2014/main" id="{7EDFE250-3D01-4807-BFD2-79CAFE7F021B}"/>
              </a:ext>
            </a:extLst>
          </p:cNvPr>
          <p:cNvGrpSpPr/>
          <p:nvPr userDrawn="1"/>
        </p:nvGrpSpPr>
        <p:grpSpPr>
          <a:xfrm>
            <a:off x="6151099" y="3092475"/>
            <a:ext cx="159233" cy="132738"/>
            <a:chOff x="6703549" y="6002810"/>
            <a:chExt cx="159233" cy="132738"/>
          </a:xfrm>
        </p:grpSpPr>
        <p:sp>
          <p:nvSpPr>
            <p:cNvPr id="310" name="Line 44">
              <a:extLst>
                <a:ext uri="{FF2B5EF4-FFF2-40B4-BE49-F238E27FC236}">
                  <a16:creationId xmlns:a16="http://schemas.microsoft.com/office/drawing/2014/main" id="{1B656512-52DA-4604-BE71-04D2389274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3549" y="6069179"/>
              <a:ext cx="159233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1" name="Line 44">
              <a:extLst>
                <a:ext uri="{FF2B5EF4-FFF2-40B4-BE49-F238E27FC236}">
                  <a16:creationId xmlns:a16="http://schemas.microsoft.com/office/drawing/2014/main" id="{E27C268B-104C-40CE-BD84-B8D9B8608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3166" y="6002810"/>
              <a:ext cx="0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2" name="Line 44">
              <a:extLst>
                <a:ext uri="{FF2B5EF4-FFF2-40B4-BE49-F238E27FC236}">
                  <a16:creationId xmlns:a16="http://schemas.microsoft.com/office/drawing/2014/main" id="{639BECC2-F9BB-4F61-8B10-AC459AEB9C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3166" y="6135548"/>
              <a:ext cx="0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13" name="PlusSignWhite" hidden="1">
            <a:extLst>
              <a:ext uri="{FF2B5EF4-FFF2-40B4-BE49-F238E27FC236}">
                <a16:creationId xmlns:a16="http://schemas.microsoft.com/office/drawing/2014/main" id="{1EB82B89-1DA5-467E-A27B-77F04EA36BFB}"/>
              </a:ext>
            </a:extLst>
          </p:cNvPr>
          <p:cNvGrpSpPr>
            <a:grpSpLocks/>
          </p:cNvGrpSpPr>
          <p:nvPr userDrawn="1"/>
        </p:nvGrpSpPr>
        <p:grpSpPr>
          <a:xfrm>
            <a:off x="6032601" y="1765645"/>
            <a:ext cx="396228" cy="396228"/>
            <a:chOff x="5774102" y="5312478"/>
            <a:chExt cx="205180" cy="205180"/>
          </a:xfrm>
        </p:grpSpPr>
        <p:sp>
          <p:nvSpPr>
            <p:cNvPr id="314" name="Oval 40">
              <a:extLst>
                <a:ext uri="{FF2B5EF4-FFF2-40B4-BE49-F238E27FC236}">
                  <a16:creationId xmlns:a16="http://schemas.microsoft.com/office/drawing/2014/main" id="{4C827BB0-2AEC-4809-B220-A4886CCF9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312478"/>
              <a:ext cx="205180" cy="20518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ru-RU" sz="160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5" name="Line 41">
              <a:extLst>
                <a:ext uri="{FF2B5EF4-FFF2-40B4-BE49-F238E27FC236}">
                  <a16:creationId xmlns:a16="http://schemas.microsoft.com/office/drawing/2014/main" id="{979EDF2F-A554-4F9E-94B1-8EFBAE43F4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6692" y="5361377"/>
              <a:ext cx="0" cy="107383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6" name="Line 42">
              <a:extLst>
                <a:ext uri="{FF2B5EF4-FFF2-40B4-BE49-F238E27FC236}">
                  <a16:creationId xmlns:a16="http://schemas.microsoft.com/office/drawing/2014/main" id="{B4CF1EFF-207E-4B34-9369-CA5077E82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2041" y="5415068"/>
              <a:ext cx="109302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17" name="PlusSignBlue" hidden="1">
            <a:extLst>
              <a:ext uri="{FF2B5EF4-FFF2-40B4-BE49-F238E27FC236}">
                <a16:creationId xmlns:a16="http://schemas.microsoft.com/office/drawing/2014/main" id="{4E733F3E-AA8E-497B-841C-40ED51984548}"/>
              </a:ext>
            </a:extLst>
          </p:cNvPr>
          <p:cNvGrpSpPr>
            <a:grpSpLocks/>
          </p:cNvGrpSpPr>
          <p:nvPr userDrawn="1"/>
        </p:nvGrpSpPr>
        <p:grpSpPr>
          <a:xfrm>
            <a:off x="6032601" y="2352134"/>
            <a:ext cx="396228" cy="396228"/>
            <a:chOff x="5774102" y="5312478"/>
            <a:chExt cx="205180" cy="205180"/>
          </a:xfrm>
        </p:grpSpPr>
        <p:sp>
          <p:nvSpPr>
            <p:cNvPr id="318" name="Oval 40">
              <a:extLst>
                <a:ext uri="{FF2B5EF4-FFF2-40B4-BE49-F238E27FC236}">
                  <a16:creationId xmlns:a16="http://schemas.microsoft.com/office/drawing/2014/main" id="{840053CE-6498-4349-B264-CD8327D85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312478"/>
              <a:ext cx="205180" cy="20518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9" name="Line 41">
              <a:extLst>
                <a:ext uri="{FF2B5EF4-FFF2-40B4-BE49-F238E27FC236}">
                  <a16:creationId xmlns:a16="http://schemas.microsoft.com/office/drawing/2014/main" id="{2DFBC0C5-EA16-48C1-9C9E-A9F0974385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6692" y="5361377"/>
              <a:ext cx="0" cy="107383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20" name="Line 42">
              <a:extLst>
                <a:ext uri="{FF2B5EF4-FFF2-40B4-BE49-F238E27FC236}">
                  <a16:creationId xmlns:a16="http://schemas.microsoft.com/office/drawing/2014/main" id="{4DE68072-921B-4CD0-AB56-AAD833C3B7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2041" y="5415068"/>
              <a:ext cx="109302" cy="0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21" name="PlusSign" hidden="1">
            <a:extLst>
              <a:ext uri="{FF2B5EF4-FFF2-40B4-BE49-F238E27FC236}">
                <a16:creationId xmlns:a16="http://schemas.microsoft.com/office/drawing/2014/main" id="{6D2B9035-C1A1-4D76-903C-4205636C324C}"/>
              </a:ext>
            </a:extLst>
          </p:cNvPr>
          <p:cNvGrpSpPr/>
          <p:nvPr userDrawn="1"/>
        </p:nvGrpSpPr>
        <p:grpSpPr>
          <a:xfrm>
            <a:off x="6125177" y="1319566"/>
            <a:ext cx="211076" cy="207370"/>
            <a:chOff x="6277577" y="2012475"/>
            <a:chExt cx="211076" cy="207370"/>
          </a:xfrm>
        </p:grpSpPr>
        <p:sp>
          <p:nvSpPr>
            <p:cNvPr id="322" name="Line 41">
              <a:extLst>
                <a:ext uri="{FF2B5EF4-FFF2-40B4-BE49-F238E27FC236}">
                  <a16:creationId xmlns:a16="http://schemas.microsoft.com/office/drawing/2014/main" id="{2D14CD41-A12D-40EA-A6D9-253508413D7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383115" y="2012475"/>
              <a:ext cx="0" cy="20737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23" name="Line 42">
              <a:extLst>
                <a:ext uri="{FF2B5EF4-FFF2-40B4-BE49-F238E27FC236}">
                  <a16:creationId xmlns:a16="http://schemas.microsoft.com/office/drawing/2014/main" id="{ADB2C483-8F4C-4630-8C8C-4694BD01713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277577" y="2116159"/>
              <a:ext cx="211076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324" name="ExclamationMarkWhite" hidden="1">
            <a:extLst>
              <a:ext uri="{FF2B5EF4-FFF2-40B4-BE49-F238E27FC236}">
                <a16:creationId xmlns:a16="http://schemas.microsoft.com/office/drawing/2014/main" id="{BD7591C5-2F5C-4DF2-AE3A-81FD6ECA048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100142" y="1765645"/>
            <a:ext cx="396228" cy="396228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!</a:t>
            </a:r>
            <a:endParaRPr lang="ru-RU" sz="160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25" name="ExclamationMarkBlue" hidden="1">
            <a:extLst>
              <a:ext uri="{FF2B5EF4-FFF2-40B4-BE49-F238E27FC236}">
                <a16:creationId xmlns:a16="http://schemas.microsoft.com/office/drawing/2014/main" id="{F3D3EB97-945D-4713-8574-1DEB99720F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100142" y="2352134"/>
            <a:ext cx="396228" cy="396228"/>
          </a:xfrm>
          <a:prstGeom prst="ellipse">
            <a:avLst/>
          </a:prstGeom>
          <a:solidFill>
            <a:schemeClr val="tx2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>
              <a:buClr>
                <a:srgbClr val="FFFFFF"/>
              </a:buClr>
            </a:pPr>
            <a:r>
              <a:rPr lang="en-US" sz="16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t>!</a:t>
            </a:r>
            <a:endParaRPr lang="ru-RU" sz="16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26" name="ExclamationMark" hidden="1">
            <a:extLst>
              <a:ext uri="{FF2B5EF4-FFF2-40B4-BE49-F238E27FC236}">
                <a16:creationId xmlns:a16="http://schemas.microsoft.com/office/drawing/2014/main" id="{9E0558B8-8450-41CA-965B-64DD3A2C1E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100142" y="1229864"/>
            <a:ext cx="396228" cy="396228"/>
          </a:xfrm>
          <a:prstGeom prst="ellipse">
            <a:avLst/>
          </a:prstGeom>
          <a:noFill/>
          <a:ln w="6350" cap="rnd">
            <a:noFill/>
            <a:prstDash val="solid"/>
            <a:round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marL="0" lvl="0" algn="ctr" defTabSz="914400" rtl="0" eaLnBrk="1" latinLnBrk="0" hangingPunct="1"/>
            <a:r>
              <a:rPr lang="en-US" sz="1600" kern="120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!</a:t>
            </a:r>
            <a:endParaRPr lang="ru-RU" sz="1600" kern="120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50" name="QuestionMarkWhite" hidden="1">
            <a:extLst>
              <a:ext uri="{FF2B5EF4-FFF2-40B4-BE49-F238E27FC236}">
                <a16:creationId xmlns:a16="http://schemas.microsoft.com/office/drawing/2014/main" id="{3D3DE55A-EFB5-4A46-855A-CFB36742E0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7683" y="3525112"/>
            <a:ext cx="396228" cy="396228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?</a:t>
            </a:r>
            <a:endParaRPr lang="ru-RU" sz="160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51" name="QuestionMarkBlue" hidden="1">
            <a:extLst>
              <a:ext uri="{FF2B5EF4-FFF2-40B4-BE49-F238E27FC236}">
                <a16:creationId xmlns:a16="http://schemas.microsoft.com/office/drawing/2014/main" id="{92A4EE15-ABA6-4665-9FB4-616C1B6AA32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7683" y="4111601"/>
            <a:ext cx="396228" cy="396228"/>
          </a:xfrm>
          <a:prstGeom prst="ellipse">
            <a:avLst/>
          </a:prstGeom>
          <a:solidFill>
            <a:schemeClr val="tx2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>
              <a:buClr>
                <a:srgbClr val="FFFFFF"/>
              </a:buClr>
            </a:pPr>
            <a:r>
              <a:rPr lang="en-US" sz="16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t>?</a:t>
            </a:r>
            <a:endParaRPr lang="ru-RU" sz="16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52" name="QuestionMark" hidden="1">
            <a:extLst>
              <a:ext uri="{FF2B5EF4-FFF2-40B4-BE49-F238E27FC236}">
                <a16:creationId xmlns:a16="http://schemas.microsoft.com/office/drawing/2014/main" id="{4E78E58E-5E73-4DAC-91A5-FA395FEE6C4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7683" y="2938623"/>
            <a:ext cx="396228" cy="396228"/>
          </a:xfrm>
          <a:prstGeom prst="ellipse">
            <a:avLst/>
          </a:prstGeom>
          <a:noFill/>
          <a:ln w="6350" cap="rnd">
            <a:noFill/>
            <a:prstDash val="solid"/>
            <a:round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marL="0" lvl="0" algn="ctr" defTabSz="914400" rtl="0" eaLnBrk="1" latinLnBrk="0" hangingPunct="1"/>
            <a:r>
              <a:rPr lang="en-US" sz="1600" kern="120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?</a:t>
            </a:r>
            <a:endParaRPr lang="ru-RU" sz="1600" kern="120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353" name="XWhite" hidden="1">
            <a:extLst>
              <a:ext uri="{FF2B5EF4-FFF2-40B4-BE49-F238E27FC236}">
                <a16:creationId xmlns:a16="http://schemas.microsoft.com/office/drawing/2014/main" id="{64A8F67C-2547-40D5-969E-B6BF43205EE4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5284579"/>
            <a:ext cx="396228" cy="396228"/>
            <a:chOff x="4846772" y="6015293"/>
            <a:chExt cx="252000" cy="252000"/>
          </a:xfrm>
        </p:grpSpPr>
        <p:sp>
          <p:nvSpPr>
            <p:cNvPr id="354" name="Oval 35">
              <a:extLst>
                <a:ext uri="{FF2B5EF4-FFF2-40B4-BE49-F238E27FC236}">
                  <a16:creationId xmlns:a16="http://schemas.microsoft.com/office/drawing/2014/main" id="{947E4B2F-2AE1-4838-89F1-BDAF16E04A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772" y="6015293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55" name="Line 36">
              <a:extLst>
                <a:ext uri="{FF2B5EF4-FFF2-40B4-BE49-F238E27FC236}">
                  <a16:creationId xmlns:a16="http://schemas.microsoft.com/office/drawing/2014/main" id="{A0EFB238-5946-4CC6-8454-2E5643F162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7118" y="6055639"/>
              <a:ext cx="171307" cy="171307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56" name="Line 37">
              <a:extLst>
                <a:ext uri="{FF2B5EF4-FFF2-40B4-BE49-F238E27FC236}">
                  <a16:creationId xmlns:a16="http://schemas.microsoft.com/office/drawing/2014/main" id="{7269D199-3BC4-494A-831F-7E48B55D88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87293" y="6055812"/>
              <a:ext cx="170964" cy="170964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57" name="XBlue" hidden="1">
            <a:extLst>
              <a:ext uri="{FF2B5EF4-FFF2-40B4-BE49-F238E27FC236}">
                <a16:creationId xmlns:a16="http://schemas.microsoft.com/office/drawing/2014/main" id="{963F1768-3663-4E38-99EB-BEBC2D52621E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5871065"/>
            <a:ext cx="396228" cy="396228"/>
            <a:chOff x="4846772" y="6015293"/>
            <a:chExt cx="252000" cy="252000"/>
          </a:xfrm>
        </p:grpSpPr>
        <p:sp>
          <p:nvSpPr>
            <p:cNvPr id="358" name="Oval 35">
              <a:extLst>
                <a:ext uri="{FF2B5EF4-FFF2-40B4-BE49-F238E27FC236}">
                  <a16:creationId xmlns:a16="http://schemas.microsoft.com/office/drawing/2014/main" id="{6BCD81C2-8F8E-46C9-B2F0-949EDB30DE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772" y="6015293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60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59" name="Line 36">
              <a:extLst>
                <a:ext uri="{FF2B5EF4-FFF2-40B4-BE49-F238E27FC236}">
                  <a16:creationId xmlns:a16="http://schemas.microsoft.com/office/drawing/2014/main" id="{FFEE35B1-A2D3-4910-8E1C-9C137E69A3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2264" y="6050785"/>
              <a:ext cx="181016" cy="181016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60" name="Line 37">
              <a:extLst>
                <a:ext uri="{FF2B5EF4-FFF2-40B4-BE49-F238E27FC236}">
                  <a16:creationId xmlns:a16="http://schemas.microsoft.com/office/drawing/2014/main" id="{2BB44F3C-9601-462F-9F01-986092699C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83818" y="6052339"/>
              <a:ext cx="177910" cy="177910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367" name="Chevron" hidden="1">
            <a:extLst>
              <a:ext uri="{FF2B5EF4-FFF2-40B4-BE49-F238E27FC236}">
                <a16:creationId xmlns:a16="http://schemas.microsoft.com/office/drawing/2014/main" id="{6CB1977F-395D-4541-A0E1-6416254928B7}"/>
              </a:ext>
            </a:extLst>
          </p:cNvPr>
          <p:cNvSpPr>
            <a:spLocks noChangeAspect="1"/>
          </p:cNvSpPr>
          <p:nvPr userDrawn="1">
            <p:custDataLst>
              <p:tags r:id="rId53"/>
            </p:custDataLst>
          </p:nvPr>
        </p:nvSpPr>
        <p:spPr>
          <a:xfrm>
            <a:off x="3370045" y="3017414"/>
            <a:ext cx="126587" cy="238646"/>
          </a:xfrm>
          <a:custGeom>
            <a:avLst/>
            <a:gdLst/>
            <a:ahLst/>
            <a:cxnLst/>
            <a:rect l="0" t="0" r="0" b="0"/>
            <a:pathLst>
              <a:path w="103601" h="195312">
                <a:moveTo>
                  <a:pt x="9358" y="193790"/>
                </a:moveTo>
                <a:lnTo>
                  <a:pt x="101575" y="101574"/>
                </a:lnTo>
                <a:lnTo>
                  <a:pt x="103600" y="99549"/>
                </a:lnTo>
                <a:lnTo>
                  <a:pt x="103600" y="96266"/>
                </a:lnTo>
                <a:lnTo>
                  <a:pt x="101575" y="94241"/>
                </a:lnTo>
                <a:lnTo>
                  <a:pt x="9358" y="2025"/>
                </a:lnTo>
                <a:lnTo>
                  <a:pt x="7332" y="0"/>
                </a:lnTo>
                <a:lnTo>
                  <a:pt x="4049" y="0"/>
                </a:lnTo>
                <a:lnTo>
                  <a:pt x="2026" y="2025"/>
                </a:lnTo>
                <a:lnTo>
                  <a:pt x="0" y="4048"/>
                </a:lnTo>
                <a:lnTo>
                  <a:pt x="0" y="7331"/>
                </a:lnTo>
                <a:lnTo>
                  <a:pt x="2026" y="9357"/>
                </a:lnTo>
                <a:lnTo>
                  <a:pt x="90576" y="97907"/>
                </a:lnTo>
                <a:lnTo>
                  <a:pt x="2026" y="186459"/>
                </a:lnTo>
                <a:lnTo>
                  <a:pt x="0" y="188483"/>
                </a:lnTo>
                <a:lnTo>
                  <a:pt x="0" y="191766"/>
                </a:lnTo>
                <a:lnTo>
                  <a:pt x="2026" y="193790"/>
                </a:lnTo>
                <a:lnTo>
                  <a:pt x="3040" y="194805"/>
                </a:lnTo>
                <a:lnTo>
                  <a:pt x="4366" y="195311"/>
                </a:lnTo>
                <a:lnTo>
                  <a:pt x="5692" y="195311"/>
                </a:lnTo>
                <a:lnTo>
                  <a:pt x="7017" y="195311"/>
                </a:lnTo>
                <a:lnTo>
                  <a:pt x="8348" y="194805"/>
                </a:lnTo>
                <a:close/>
              </a:path>
            </a:pathLst>
          </a:custGeom>
          <a:solidFill>
            <a:schemeClr val="tx2"/>
          </a:solidFill>
          <a:ln w="6350" cap="sq" cmpd="sng" algn="ctr">
            <a:noFill/>
            <a:prstDash val="solid"/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 dirty="0" err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72" name="KeyTakeawayOF" hidden="1">
            <a:extLst>
              <a:ext uri="{FF2B5EF4-FFF2-40B4-BE49-F238E27FC236}">
                <a16:creationId xmlns:a16="http://schemas.microsoft.com/office/drawing/2014/main" id="{1ADFC805-1B70-432B-A2E4-EC1E5DB7B205}"/>
              </a:ext>
            </a:extLst>
          </p:cNvPr>
          <p:cNvSpPr txBox="1"/>
          <p:nvPr userDrawn="1">
            <p:custDataLst>
              <p:tags r:id="rId54"/>
            </p:custDataLst>
          </p:nvPr>
        </p:nvSpPr>
        <p:spPr>
          <a:xfrm>
            <a:off x="7556500" y="1257300"/>
            <a:ext cx="2819400" cy="1187708"/>
          </a:xfrm>
          <a:prstGeom prst="snip1Rect">
            <a:avLst/>
          </a:prstGeom>
          <a:solidFill>
            <a:schemeClr val="accent1"/>
          </a:solidFill>
        </p:spPr>
        <p:txBody>
          <a:bodyPr vert="horz" wrap="square" lIns="182880" tIns="182880" rIns="182880" bIns="18288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latin typeface="Franklin Gothic Book" panose="020B0503020102020204" pitchFamily="34" charset="0"/>
                <a:cs typeface="Arial" panose="020B0604020202020204" pitchFamily="34" charset="0"/>
              </a:defRPr>
            </a:lvl1pPr>
            <a:lvl2pPr marL="144000" lvl="1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latin typeface="Franklin Gothic Book" panose="020B0503020102020204" pitchFamily="34" charset="0"/>
              </a:defRPr>
            </a:lvl2pPr>
            <a:lvl3pPr marL="288000" lvl="2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latin typeface="Franklin Gothic Book" panose="020B0503020102020204" pitchFamily="34" charset="0"/>
              </a:defRPr>
            </a:lvl3pPr>
            <a:lvl4pPr marL="432000" lvl="3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latin typeface="Franklin Gothic Book" panose="020B0503020102020204" pitchFamily="34" charset="0"/>
              </a:defRPr>
            </a:lvl4pPr>
            <a:lvl5pPr marL="576000" lvl="4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latin typeface="Franklin Gothic Book" panose="020B05030201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Key Takeaway</a:t>
            </a:r>
          </a:p>
          <a:p>
            <a:pPr>
              <a:spcBef>
                <a:spcPts val="0"/>
              </a:spcBef>
            </a:pPr>
            <a:r>
              <a: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Body paragraph</a:t>
            </a:r>
          </a:p>
          <a:p>
            <a:pPr lvl="1">
              <a:buClr>
                <a:schemeClr val="tx2"/>
              </a:buClr>
            </a:pPr>
            <a:r>
              <a: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Bullet level one</a:t>
            </a:r>
          </a:p>
        </p:txBody>
      </p:sp>
      <p:grpSp>
        <p:nvGrpSpPr>
          <p:cNvPr id="373" name="Callout" hidden="1">
            <a:extLst>
              <a:ext uri="{FF2B5EF4-FFF2-40B4-BE49-F238E27FC236}">
                <a16:creationId xmlns:a16="http://schemas.microsoft.com/office/drawing/2014/main" id="{21CB9224-F876-4528-9F19-97359B65E4E5}"/>
              </a:ext>
            </a:extLst>
          </p:cNvPr>
          <p:cNvGrpSpPr/>
          <p:nvPr userDrawn="1">
            <p:custDataLst>
              <p:tags r:id="rId55"/>
            </p:custDataLst>
          </p:nvPr>
        </p:nvGrpSpPr>
        <p:grpSpPr>
          <a:xfrm>
            <a:off x="7556500" y="2814268"/>
            <a:ext cx="3026228" cy="1769715"/>
            <a:chOff x="1016000" y="1016000"/>
            <a:chExt cx="3026228" cy="1769715"/>
          </a:xfrm>
        </p:grpSpPr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8677E9B9-A539-4E0F-9A04-8CEE1655CD88}"/>
                </a:ext>
              </a:extLst>
            </p:cNvPr>
            <p:cNvSpPr txBox="1"/>
            <p:nvPr/>
          </p:nvSpPr>
          <p:spPr>
            <a:xfrm>
              <a:off x="1016000" y="1016000"/>
              <a:ext cx="2645228" cy="176971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vert="horz" wrap="square" lIns="182880" tIns="182880" rIns="182880" bIns="182880" rtlCol="0">
              <a:sp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solidFill>
                    <a:schemeClr val="bg1"/>
                  </a:solidFill>
                  <a:latin typeface="Franklin Gothic Medium" panose="020B0603020102020204" pitchFamily="34" charset="0"/>
                  <a:cs typeface="Gotham Pro Light" panose="02000503030000020004" pitchFamily="2" charset="0"/>
                </a:defRPr>
              </a:lvl1pPr>
              <a:lvl2pPr marL="144000" lvl="1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bg1"/>
                </a:buClr>
                <a:buSzPct val="110000"/>
                <a:buFont typeface="Wingdings" panose="05000000000000000000" pitchFamily="2" charset="2"/>
                <a:buChar char=""/>
                <a:defRPr sz="1400">
                  <a:solidFill>
                    <a:schemeClr val="bg1"/>
                  </a:solidFill>
                  <a:latin typeface="Franklin Gothic Book" panose="020B0503020102020204" pitchFamily="34" charset="0"/>
                  <a:cs typeface="Arial" panose="020B0604020202020204" pitchFamily="34" charset="0"/>
                </a:defRPr>
              </a:lvl2pPr>
              <a:lvl3pPr marL="288000" lvl="2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>
                  <a:latin typeface="Franklin Gothic Book" panose="020B0503020102020204" pitchFamily="34" charset="0"/>
                </a:defRPr>
              </a:lvl3pPr>
              <a:lvl4pPr marL="432000" lvl="3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>
                  <a:latin typeface="Franklin Gothic Book" panose="020B0503020102020204" pitchFamily="34" charset="0"/>
                </a:defRPr>
              </a:lvl4pPr>
              <a:lvl5pPr marL="576000" lvl="4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>
                  <a:latin typeface="Franklin Gothic Book" panose="020B05030201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dirty="0">
                  <a:latin typeface="+mn-lt"/>
                  <a:ea typeface="+mn-ea"/>
                  <a:cs typeface="+mn-cs"/>
                  <a:sym typeface="+mn-lt"/>
                </a:rPr>
                <a:t>Callout title</a:t>
              </a:r>
            </a:p>
            <a:p>
              <a:pPr lvl="0"/>
              <a:r>
                <a:rPr lang="en-US" sz="140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Supporting text goes here. Box will automatically adjust to content, adjust type size as needed.</a:t>
              </a:r>
            </a:p>
          </p:txBody>
        </p:sp>
        <p:cxnSp>
          <p:nvCxnSpPr>
            <p:cNvPr id="375" name="Straight Arrow Connector 374">
              <a:extLst>
                <a:ext uri="{FF2B5EF4-FFF2-40B4-BE49-F238E27FC236}">
                  <a16:creationId xmlns:a16="http://schemas.microsoft.com/office/drawing/2014/main" id="{9989B7A8-CE5E-4D8D-B5F6-18711E66CDF7}"/>
                </a:ext>
              </a:extLst>
            </p:cNvPr>
            <p:cNvCxnSpPr>
              <a:cxnSpLocks/>
              <a:stCxn id="374" idx="3"/>
            </p:cNvCxnSpPr>
            <p:nvPr/>
          </p:nvCxnSpPr>
          <p:spPr>
            <a:xfrm>
              <a:off x="3661228" y="1900858"/>
              <a:ext cx="381000" cy="0"/>
            </a:xfrm>
            <a:prstGeom prst="straightConnector1">
              <a:avLst/>
            </a:prstGeom>
            <a:ln w="6350">
              <a:solidFill>
                <a:schemeClr val="tx1"/>
              </a:solidFill>
              <a:headEnd w="sm" len="sm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StrongCallout" hidden="1">
            <a:extLst>
              <a:ext uri="{FF2B5EF4-FFF2-40B4-BE49-F238E27FC236}">
                <a16:creationId xmlns:a16="http://schemas.microsoft.com/office/drawing/2014/main" id="{FBFAAB70-F343-4BC7-9809-954862307099}"/>
              </a:ext>
            </a:extLst>
          </p:cNvPr>
          <p:cNvGrpSpPr/>
          <p:nvPr userDrawn="1">
            <p:custDataLst>
              <p:tags r:id="rId56"/>
            </p:custDataLst>
          </p:nvPr>
        </p:nvGrpSpPr>
        <p:grpSpPr>
          <a:xfrm>
            <a:off x="7556500" y="4704342"/>
            <a:ext cx="3026228" cy="1769715"/>
            <a:chOff x="1016000" y="1016000"/>
            <a:chExt cx="3026228" cy="1769715"/>
          </a:xfrm>
        </p:grpSpPr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F4EDB771-524B-4E85-A799-96A9C1C0C33E}"/>
                </a:ext>
              </a:extLst>
            </p:cNvPr>
            <p:cNvSpPr txBox="1"/>
            <p:nvPr/>
          </p:nvSpPr>
          <p:spPr>
            <a:xfrm>
              <a:off x="1016000" y="1016000"/>
              <a:ext cx="2645228" cy="176971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txBody>
            <a:bodyPr vert="horz" wrap="square" lIns="182880" tIns="182880" rIns="182880" bIns="182880" rtlCol="0">
              <a:sp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solidFill>
                    <a:schemeClr val="bg1"/>
                  </a:solidFill>
                  <a:latin typeface="Franklin Gothic Medium" panose="020B0603020102020204" pitchFamily="34" charset="0"/>
                  <a:cs typeface="Gotham Pro Light" panose="02000503030000020004" pitchFamily="2" charset="0"/>
                </a:defRPr>
              </a:lvl1pPr>
              <a:lvl2pPr marL="144000" lvl="1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bg1"/>
                </a:buClr>
                <a:buSzPct val="110000"/>
                <a:buFont typeface="Wingdings" panose="05000000000000000000" pitchFamily="2" charset="2"/>
                <a:buChar char=""/>
                <a:defRPr sz="1400">
                  <a:solidFill>
                    <a:schemeClr val="bg1"/>
                  </a:solidFill>
                  <a:latin typeface="Franklin Gothic Book" panose="020B0503020102020204" pitchFamily="34" charset="0"/>
                  <a:cs typeface="Arial" panose="020B0604020202020204" pitchFamily="34" charset="0"/>
                </a:defRPr>
              </a:lvl2pPr>
              <a:lvl3pPr marL="288000" lvl="2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>
                  <a:latin typeface="Franklin Gothic Book" panose="020B0503020102020204" pitchFamily="34" charset="0"/>
                </a:defRPr>
              </a:lvl3pPr>
              <a:lvl4pPr marL="432000" lvl="3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>
                  <a:latin typeface="Franklin Gothic Book" panose="020B0503020102020204" pitchFamily="34" charset="0"/>
                </a:defRPr>
              </a:lvl4pPr>
              <a:lvl5pPr marL="576000" lvl="4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>
                  <a:latin typeface="Franklin Gothic Book" panose="020B05030201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rPr>
                <a:t>Callout title</a:t>
              </a:r>
            </a:p>
            <a:p>
              <a:pPr lvl="0"/>
              <a:r>
                <a:rPr lang="en-US" sz="1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rPr>
                <a:t>Supporting text goes here. Box will automatically adjust to content, adjust type size as needed.</a:t>
              </a:r>
            </a:p>
          </p:txBody>
        </p:sp>
        <p:cxnSp>
          <p:nvCxnSpPr>
            <p:cNvPr id="378" name="Straight Arrow Connector 377">
              <a:extLst>
                <a:ext uri="{FF2B5EF4-FFF2-40B4-BE49-F238E27FC236}">
                  <a16:creationId xmlns:a16="http://schemas.microsoft.com/office/drawing/2014/main" id="{7E555C10-ED0D-4742-8F7F-ABCB7750B0FE}"/>
                </a:ext>
              </a:extLst>
            </p:cNvPr>
            <p:cNvCxnSpPr>
              <a:cxnSpLocks/>
              <a:stCxn id="377" idx="3"/>
            </p:cNvCxnSpPr>
            <p:nvPr/>
          </p:nvCxnSpPr>
          <p:spPr>
            <a:xfrm>
              <a:off x="3661228" y="1900858"/>
              <a:ext cx="381000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w="sm" len="sm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9" name="SplitFlowOF" hidden="1">
            <a:extLst>
              <a:ext uri="{FF2B5EF4-FFF2-40B4-BE49-F238E27FC236}">
                <a16:creationId xmlns:a16="http://schemas.microsoft.com/office/drawing/2014/main" id="{C6C961D3-A82A-41AF-847D-45C80E658C14}"/>
              </a:ext>
            </a:extLst>
          </p:cNvPr>
          <p:cNvGrpSpPr>
            <a:grpSpLocks/>
          </p:cNvGrpSpPr>
          <p:nvPr userDrawn="1">
            <p:custDataLst>
              <p:tags r:id="rId57"/>
            </p:custDataLst>
          </p:nvPr>
        </p:nvGrpSpPr>
        <p:grpSpPr>
          <a:xfrm>
            <a:off x="11074400" y="1257300"/>
            <a:ext cx="1828801" cy="914400"/>
            <a:chOff x="114299" y="1270000"/>
            <a:chExt cx="1828801" cy="914400"/>
          </a:xfrm>
          <a:solidFill>
            <a:schemeClr val="accent3"/>
          </a:solidFill>
        </p:grpSpPr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629A692C-B796-462A-97D2-5BDE28897A8C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114300" y="1270000"/>
              <a:ext cx="1828800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457200">
                  <a:moveTo>
                    <a:pt x="0" y="0"/>
                  </a:moveTo>
                  <a:lnTo>
                    <a:pt x="1664208" y="0"/>
                  </a:lnTo>
                  <a:lnTo>
                    <a:pt x="1828800" y="457200"/>
                  </a:lnTo>
                  <a:lnTo>
                    <a:pt x="0" y="45720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30F8C376-A37C-4AC0-AD8E-FF489C86A2CC}"/>
                </a:ext>
              </a:extLst>
            </p:cNvPr>
            <p:cNvSpPr txBox="1"/>
            <p:nvPr>
              <p:custDataLst>
                <p:tags r:id="rId62"/>
              </p:custDataLst>
            </p:nvPr>
          </p:nvSpPr>
          <p:spPr>
            <a:xfrm>
              <a:off x="177800" y="1327150"/>
              <a:ext cx="1600708" cy="342900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dirty="0">
                  <a:latin typeface="+mn-lt"/>
                  <a:ea typeface="+mn-ea"/>
                  <a:cs typeface="+mn-cs"/>
                  <a:sym typeface="+mn-lt"/>
                </a:rPr>
                <a:t>Text</a:t>
              </a:r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BF53C301-2D55-4813-B4B7-18A5B2B90892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114299" y="1727200"/>
              <a:ext cx="996697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3048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0 h 457200"/>
                <a:gd name="connsiteX1" fmla="*/ 1511808 w 1828800"/>
                <a:gd name="connsiteY1" fmla="*/ 457200 h 457200"/>
                <a:gd name="connsiteX2" fmla="*/ 1828800 w 1828800"/>
                <a:gd name="connsiteY2" fmla="*/ 152400 h 457200"/>
                <a:gd name="connsiteX3" fmla="*/ 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15240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980237 w 1664208"/>
                <a:gd name="connsiteY0" fmla="*/ 0 h 457200"/>
                <a:gd name="connsiteX1" fmla="*/ 1664208 w 1664208"/>
                <a:gd name="connsiteY1" fmla="*/ 457200 h 457200"/>
                <a:gd name="connsiteX2" fmla="*/ 0 w 1664208"/>
                <a:gd name="connsiteY2" fmla="*/ 457200 h 457200"/>
                <a:gd name="connsiteX3" fmla="*/ 0 w 1664208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96696 w 996696"/>
                <a:gd name="connsiteY0" fmla="*/ 0 h 457200"/>
                <a:gd name="connsiteX1" fmla="*/ 848563 w 996696"/>
                <a:gd name="connsiteY1" fmla="*/ 457200 h 457200"/>
                <a:gd name="connsiteX2" fmla="*/ 0 w 996696"/>
                <a:gd name="connsiteY2" fmla="*/ 457200 h 457200"/>
                <a:gd name="connsiteX3" fmla="*/ 0 w 996696"/>
                <a:gd name="connsiteY3" fmla="*/ 0 h 457200"/>
                <a:gd name="connsiteX0" fmla="*/ 996696 w 996696"/>
                <a:gd name="connsiteY0" fmla="*/ 0 h 457200"/>
                <a:gd name="connsiteX1" fmla="*/ 832103 w 996696"/>
                <a:gd name="connsiteY1" fmla="*/ 457200 h 457200"/>
                <a:gd name="connsiteX2" fmla="*/ 0 w 996696"/>
                <a:gd name="connsiteY2" fmla="*/ 457200 h 457200"/>
                <a:gd name="connsiteX3" fmla="*/ 0 w 996696"/>
                <a:gd name="connsiteY3" fmla="*/ 0 h 457200"/>
                <a:gd name="connsiteX0" fmla="*/ 996697 w 996697"/>
                <a:gd name="connsiteY0" fmla="*/ 0 h 457200"/>
                <a:gd name="connsiteX1" fmla="*/ 832104 w 996697"/>
                <a:gd name="connsiteY1" fmla="*/ 457200 h 457200"/>
                <a:gd name="connsiteX2" fmla="*/ 0 w 996697"/>
                <a:gd name="connsiteY2" fmla="*/ 457200 h 457200"/>
                <a:gd name="connsiteX3" fmla="*/ 1 w 996697"/>
                <a:gd name="connsiteY3" fmla="*/ 0 h 457200"/>
                <a:gd name="connsiteX0" fmla="*/ 996697 w 996697"/>
                <a:gd name="connsiteY0" fmla="*/ 0 h 457200"/>
                <a:gd name="connsiteX1" fmla="*/ 832104 w 996697"/>
                <a:gd name="connsiteY1" fmla="*/ 457200 h 457200"/>
                <a:gd name="connsiteX2" fmla="*/ 0 w 996697"/>
                <a:gd name="connsiteY2" fmla="*/ 457200 h 457200"/>
                <a:gd name="connsiteX3" fmla="*/ 1 w 996697"/>
                <a:gd name="connsiteY3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6697" h="457200">
                  <a:moveTo>
                    <a:pt x="996697" y="0"/>
                  </a:moveTo>
                  <a:lnTo>
                    <a:pt x="832104" y="457200"/>
                  </a:lnTo>
                  <a:lnTo>
                    <a:pt x="0" y="457200"/>
                  </a:lnTo>
                  <a:lnTo>
                    <a:pt x="1" y="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84127477-F4C5-4F43-AD37-D862E044CF48}"/>
                </a:ext>
              </a:extLst>
            </p:cNvPr>
            <p:cNvSpPr txBox="1"/>
            <p:nvPr>
              <p:custDataLst>
                <p:tags r:id="rId64"/>
              </p:custDataLst>
            </p:nvPr>
          </p:nvSpPr>
          <p:spPr>
            <a:xfrm>
              <a:off x="177800" y="1784350"/>
              <a:ext cx="768604" cy="342900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>
                  <a:latin typeface="+mn-lt"/>
                  <a:ea typeface="+mn-ea"/>
                  <a:cs typeface="+mn-cs"/>
                  <a:sym typeface="+mn-lt"/>
                </a:rPr>
                <a:t>Text</a:t>
              </a:r>
              <a:endParaRPr lang="en-US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03606657-349E-4EB9-AC07-42D927B48B19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946404" y="1727200"/>
              <a:ext cx="996696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3048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0 h 457200"/>
                <a:gd name="connsiteX1" fmla="*/ 1511808 w 1828800"/>
                <a:gd name="connsiteY1" fmla="*/ 457200 h 457200"/>
                <a:gd name="connsiteX2" fmla="*/ 1828800 w 1828800"/>
                <a:gd name="connsiteY2" fmla="*/ 152400 h 457200"/>
                <a:gd name="connsiteX3" fmla="*/ 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15240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97126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97126 w 1828800"/>
                <a:gd name="connsiteY1" fmla="*/ 457200 h 457200"/>
                <a:gd name="connsiteX2" fmla="*/ 848563 w 1828800"/>
                <a:gd name="connsiteY2" fmla="*/ 457200 h 457200"/>
                <a:gd name="connsiteX3" fmla="*/ 0 w 1828800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80237 w 980237"/>
                <a:gd name="connsiteY0" fmla="*/ 0 h 457200"/>
                <a:gd name="connsiteX1" fmla="*/ 815645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96696 w 996696"/>
                <a:gd name="connsiteY0" fmla="*/ 0 h 457200"/>
                <a:gd name="connsiteX1" fmla="*/ 832104 w 996696"/>
                <a:gd name="connsiteY1" fmla="*/ 457200 h 457200"/>
                <a:gd name="connsiteX2" fmla="*/ 0 w 996696"/>
                <a:gd name="connsiteY2" fmla="*/ 457200 h 457200"/>
                <a:gd name="connsiteX3" fmla="*/ 148133 w 996696"/>
                <a:gd name="connsiteY3" fmla="*/ 0 h 457200"/>
                <a:gd name="connsiteX0" fmla="*/ 996696 w 996696"/>
                <a:gd name="connsiteY0" fmla="*/ 0 h 457200"/>
                <a:gd name="connsiteX1" fmla="*/ 832104 w 996696"/>
                <a:gd name="connsiteY1" fmla="*/ 457200 h 457200"/>
                <a:gd name="connsiteX2" fmla="*/ 0 w 996696"/>
                <a:gd name="connsiteY2" fmla="*/ 457200 h 457200"/>
                <a:gd name="connsiteX3" fmla="*/ 164592 w 996696"/>
                <a:gd name="connsiteY3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6696" h="457200">
                  <a:moveTo>
                    <a:pt x="996696" y="0"/>
                  </a:moveTo>
                  <a:lnTo>
                    <a:pt x="832104" y="457200"/>
                  </a:lnTo>
                  <a:lnTo>
                    <a:pt x="0" y="457200"/>
                  </a:lnTo>
                  <a:lnTo>
                    <a:pt x="164592" y="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8D6E177A-752E-410D-B299-80215ACD3436}"/>
                </a:ext>
              </a:extLst>
            </p:cNvPr>
            <p:cNvSpPr txBox="1"/>
            <p:nvPr>
              <p:custDataLst>
                <p:tags r:id="rId66"/>
              </p:custDataLst>
            </p:nvPr>
          </p:nvSpPr>
          <p:spPr>
            <a:xfrm>
              <a:off x="1149096" y="1784350"/>
              <a:ext cx="629412" cy="342900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dirty="0">
                  <a:latin typeface="+mn-lt"/>
                  <a:ea typeface="+mn-ea"/>
                  <a:cs typeface="+mn-cs"/>
                  <a:sym typeface="+mn-lt"/>
                </a:rPr>
                <a:t>Text</a:t>
              </a:r>
            </a:p>
          </p:txBody>
        </p:sp>
      </p:grpSp>
      <p:grpSp>
        <p:nvGrpSpPr>
          <p:cNvPr id="386" name="Group" hidden="1">
            <a:extLst>
              <a:ext uri="{FF2B5EF4-FFF2-40B4-BE49-F238E27FC236}">
                <a16:creationId xmlns:a16="http://schemas.microsoft.com/office/drawing/2014/main" id="{7D5F9D64-63BA-4A00-A40F-81D44C96A709}"/>
              </a:ext>
            </a:extLst>
          </p:cNvPr>
          <p:cNvGrpSpPr>
            <a:grpSpLocks/>
          </p:cNvGrpSpPr>
          <p:nvPr userDrawn="1">
            <p:custDataLst>
              <p:tags r:id="rId58"/>
            </p:custDataLst>
          </p:nvPr>
        </p:nvGrpSpPr>
        <p:grpSpPr>
          <a:xfrm>
            <a:off x="11074401" y="2814268"/>
            <a:ext cx="1828801" cy="908050"/>
            <a:chOff x="1016000" y="1016000"/>
            <a:chExt cx="2971800" cy="908050"/>
          </a:xfrm>
          <a:solidFill>
            <a:schemeClr val="accent3"/>
          </a:solidFill>
        </p:grpSpPr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4FA4576C-ECF7-457D-AF11-1D6F3595CAB9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1016000" y="1016000"/>
              <a:ext cx="2971800" cy="908050"/>
            </a:xfrm>
            <a:custGeom>
              <a:avLst/>
              <a:gdLst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728216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728216 w 1828800"/>
                <a:gd name="connsiteY1" fmla="*/ 0 h 914400"/>
                <a:gd name="connsiteX2" fmla="*/ 1828800 w 1828800"/>
                <a:gd name="connsiteY2" fmla="*/ 457200 h 914400"/>
                <a:gd name="connsiteX3" fmla="*/ 1728216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728216" y="0"/>
                  </a:lnTo>
                  <a:lnTo>
                    <a:pt x="1828800" y="457200"/>
                  </a:lnTo>
                  <a:lnTo>
                    <a:pt x="1728216" y="914400"/>
                  </a:lnTo>
                  <a:lnTo>
                    <a:pt x="0" y="914400"/>
                  </a:lnTo>
                  <a:lnTo>
                    <a:pt x="0" y="45720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E9A047FB-4C45-4EAC-9C1A-9769B09EC910}"/>
                </a:ext>
              </a:extLst>
            </p:cNvPr>
            <p:cNvSpPr txBox="1"/>
            <p:nvPr>
              <p:custDataLst>
                <p:tags r:id="rId60"/>
              </p:custDataLst>
            </p:nvPr>
          </p:nvSpPr>
          <p:spPr>
            <a:xfrm>
              <a:off x="1079500" y="1079059"/>
              <a:ext cx="2744851" cy="781932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dirty="0">
                  <a:latin typeface="+mn-lt"/>
                  <a:ea typeface="+mn-ea"/>
                  <a:cs typeface="+mn-cs"/>
                  <a:sym typeface="+mn-lt"/>
                </a:rPr>
                <a:t>Text</a:t>
              </a:r>
            </a:p>
          </p:txBody>
        </p:sp>
      </p:grpSp>
      <p:grpSp>
        <p:nvGrpSpPr>
          <p:cNvPr id="445" name="CheckmarkWhite" hidden="1">
            <a:extLst>
              <a:ext uri="{FF2B5EF4-FFF2-40B4-BE49-F238E27FC236}">
                <a16:creationId xmlns:a16="http://schemas.microsoft.com/office/drawing/2014/main" id="{23B8C5E5-4ACA-40F9-A08E-EF887C7F53FD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1765645"/>
            <a:ext cx="396228" cy="396228"/>
            <a:chOff x="5612530" y="5130112"/>
            <a:chExt cx="252000" cy="252000"/>
          </a:xfrm>
        </p:grpSpPr>
        <p:sp>
          <p:nvSpPr>
            <p:cNvPr id="446" name="Oval 38">
              <a:extLst>
                <a:ext uri="{FF2B5EF4-FFF2-40B4-BE49-F238E27FC236}">
                  <a16:creationId xmlns:a16="http://schemas.microsoft.com/office/drawing/2014/main" id="{7E74802F-C333-4CD3-9D21-FA3C70A5B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2530" y="5130112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447" name="Freeform 39">
              <a:extLst>
                <a:ext uri="{FF2B5EF4-FFF2-40B4-BE49-F238E27FC236}">
                  <a16:creationId xmlns:a16="http://schemas.microsoft.com/office/drawing/2014/main" id="{673344BF-49BF-4EF1-99FA-30708D581C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341" y="5191271"/>
              <a:ext cx="181627" cy="110004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506" name="QuotationMarks" hidden="1">
            <a:extLst>
              <a:ext uri="{FF2B5EF4-FFF2-40B4-BE49-F238E27FC236}">
                <a16:creationId xmlns:a16="http://schemas.microsoft.com/office/drawing/2014/main" id="{C2F33033-CBF4-496E-804A-0DE82A4D71E7}"/>
              </a:ext>
            </a:extLst>
          </p:cNvPr>
          <p:cNvSpPr>
            <a:spLocks noEditPoints="1"/>
          </p:cNvSpPr>
          <p:nvPr/>
        </p:nvSpPr>
        <p:spPr bwMode="auto">
          <a:xfrm>
            <a:off x="5228491" y="3100182"/>
            <a:ext cx="139530" cy="99518"/>
          </a:xfrm>
          <a:custGeom>
            <a:avLst/>
            <a:gdLst>
              <a:gd name="T0" fmla="*/ 291 w 544"/>
              <a:gd name="T1" fmla="*/ 0 h 388"/>
              <a:gd name="T2" fmla="*/ 544 w 544"/>
              <a:gd name="T3" fmla="*/ 0 h 388"/>
              <a:gd name="T4" fmla="*/ 544 w 544"/>
              <a:gd name="T5" fmla="*/ 224 h 388"/>
              <a:gd name="T6" fmla="*/ 418 w 544"/>
              <a:gd name="T7" fmla="*/ 388 h 388"/>
              <a:gd name="T8" fmla="*/ 418 w 544"/>
              <a:gd name="T9" fmla="*/ 240 h 388"/>
              <a:gd name="T10" fmla="*/ 291 w 544"/>
              <a:gd name="T11" fmla="*/ 240 h 388"/>
              <a:gd name="T12" fmla="*/ 291 w 544"/>
              <a:gd name="T13" fmla="*/ 0 h 388"/>
              <a:gd name="T14" fmla="*/ 291 w 544"/>
              <a:gd name="T15" fmla="*/ 0 h 388"/>
              <a:gd name="T16" fmla="*/ 0 w 544"/>
              <a:gd name="T17" fmla="*/ 0 h 388"/>
              <a:gd name="T18" fmla="*/ 252 w 544"/>
              <a:gd name="T19" fmla="*/ 0 h 388"/>
              <a:gd name="T20" fmla="*/ 252 w 544"/>
              <a:gd name="T21" fmla="*/ 224 h 388"/>
              <a:gd name="T22" fmla="*/ 126 w 544"/>
              <a:gd name="T23" fmla="*/ 388 h 388"/>
              <a:gd name="T24" fmla="*/ 126 w 544"/>
              <a:gd name="T25" fmla="*/ 240 h 388"/>
              <a:gd name="T26" fmla="*/ 0 w 544"/>
              <a:gd name="T27" fmla="*/ 240 h 388"/>
              <a:gd name="T28" fmla="*/ 0 w 544"/>
              <a:gd name="T29" fmla="*/ 0 h 388"/>
              <a:gd name="T30" fmla="*/ 0 w 544"/>
              <a:gd name="T31" fmla="*/ 0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44" h="388">
                <a:moveTo>
                  <a:pt x="291" y="0"/>
                </a:moveTo>
                <a:lnTo>
                  <a:pt x="544" y="0"/>
                </a:lnTo>
                <a:lnTo>
                  <a:pt x="544" y="224"/>
                </a:lnTo>
                <a:lnTo>
                  <a:pt x="418" y="388"/>
                </a:lnTo>
                <a:lnTo>
                  <a:pt x="418" y="240"/>
                </a:lnTo>
                <a:lnTo>
                  <a:pt x="291" y="240"/>
                </a:lnTo>
                <a:lnTo>
                  <a:pt x="291" y="0"/>
                </a:lnTo>
                <a:lnTo>
                  <a:pt x="291" y="0"/>
                </a:lnTo>
                <a:close/>
                <a:moveTo>
                  <a:pt x="0" y="0"/>
                </a:moveTo>
                <a:lnTo>
                  <a:pt x="252" y="0"/>
                </a:lnTo>
                <a:lnTo>
                  <a:pt x="252" y="224"/>
                </a:lnTo>
                <a:lnTo>
                  <a:pt x="126" y="388"/>
                </a:lnTo>
                <a:lnTo>
                  <a:pt x="126" y="240"/>
                </a:lnTo>
                <a:lnTo>
                  <a:pt x="0" y="24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C92723"/>
          </a:solidFill>
          <a:ln w="3175" cap="sq">
            <a:solidFill>
              <a:schemeClr val="bg1"/>
            </a:solidFill>
            <a:beve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10" name="Checkmark" hidden="1">
            <a:extLst>
              <a:ext uri="{FF2B5EF4-FFF2-40B4-BE49-F238E27FC236}">
                <a16:creationId xmlns:a16="http://schemas.microsoft.com/office/drawing/2014/main" id="{70DDC772-B4F5-4D65-96F8-611389A23637}"/>
              </a:ext>
            </a:extLst>
          </p:cNvPr>
          <p:cNvSpPr>
            <a:spLocks/>
          </p:cNvSpPr>
          <p:nvPr userDrawn="1"/>
        </p:nvSpPr>
        <p:spPr bwMode="auto">
          <a:xfrm>
            <a:off x="2355654" y="1341107"/>
            <a:ext cx="285578" cy="172963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511" name="QuotationMarksBlue" hidden="1">
            <a:extLst>
              <a:ext uri="{FF2B5EF4-FFF2-40B4-BE49-F238E27FC236}">
                <a16:creationId xmlns:a16="http://schemas.microsoft.com/office/drawing/2014/main" id="{6028CAD6-AB7E-41DC-9A9A-FD8DABD700F6}"/>
              </a:ext>
            </a:extLst>
          </p:cNvPr>
          <p:cNvGrpSpPr>
            <a:grpSpLocks/>
          </p:cNvGrpSpPr>
          <p:nvPr userDrawn="1"/>
        </p:nvGrpSpPr>
        <p:grpSpPr>
          <a:xfrm>
            <a:off x="5100142" y="4111601"/>
            <a:ext cx="396228" cy="396228"/>
            <a:chOff x="5318049" y="5268554"/>
            <a:chExt cx="252000" cy="252000"/>
          </a:xfrm>
        </p:grpSpPr>
        <p:sp>
          <p:nvSpPr>
            <p:cNvPr id="512" name="Oval 43">
              <a:extLst>
                <a:ext uri="{FF2B5EF4-FFF2-40B4-BE49-F238E27FC236}">
                  <a16:creationId xmlns:a16="http://schemas.microsoft.com/office/drawing/2014/main" id="{8FA1D922-A6F2-4778-9BD4-D7C5F06BE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8049" y="5268554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6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513" name="Freeform 115">
              <a:extLst>
                <a:ext uri="{FF2B5EF4-FFF2-40B4-BE49-F238E27FC236}">
                  <a16:creationId xmlns:a16="http://schemas.microsoft.com/office/drawing/2014/main" id="{B0F2CC7D-D190-43A9-A23F-ACCFCD1D81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4284" y="5356702"/>
              <a:ext cx="139530" cy="99518"/>
            </a:xfrm>
            <a:custGeom>
              <a:avLst/>
              <a:gdLst>
                <a:gd name="T0" fmla="*/ 291 w 544"/>
                <a:gd name="T1" fmla="*/ 0 h 388"/>
                <a:gd name="T2" fmla="*/ 544 w 544"/>
                <a:gd name="T3" fmla="*/ 0 h 388"/>
                <a:gd name="T4" fmla="*/ 544 w 544"/>
                <a:gd name="T5" fmla="*/ 224 h 388"/>
                <a:gd name="T6" fmla="*/ 418 w 544"/>
                <a:gd name="T7" fmla="*/ 388 h 388"/>
                <a:gd name="T8" fmla="*/ 418 w 544"/>
                <a:gd name="T9" fmla="*/ 240 h 388"/>
                <a:gd name="T10" fmla="*/ 291 w 544"/>
                <a:gd name="T11" fmla="*/ 240 h 388"/>
                <a:gd name="T12" fmla="*/ 291 w 544"/>
                <a:gd name="T13" fmla="*/ 0 h 388"/>
                <a:gd name="T14" fmla="*/ 291 w 544"/>
                <a:gd name="T15" fmla="*/ 0 h 388"/>
                <a:gd name="T16" fmla="*/ 0 w 544"/>
                <a:gd name="T17" fmla="*/ 0 h 388"/>
                <a:gd name="T18" fmla="*/ 252 w 544"/>
                <a:gd name="T19" fmla="*/ 0 h 388"/>
                <a:gd name="T20" fmla="*/ 252 w 544"/>
                <a:gd name="T21" fmla="*/ 224 h 388"/>
                <a:gd name="T22" fmla="*/ 126 w 544"/>
                <a:gd name="T23" fmla="*/ 388 h 388"/>
                <a:gd name="T24" fmla="*/ 126 w 544"/>
                <a:gd name="T25" fmla="*/ 240 h 388"/>
                <a:gd name="T26" fmla="*/ 0 w 544"/>
                <a:gd name="T27" fmla="*/ 240 h 388"/>
                <a:gd name="T28" fmla="*/ 0 w 544"/>
                <a:gd name="T29" fmla="*/ 0 h 388"/>
                <a:gd name="T30" fmla="*/ 0 w 544"/>
                <a:gd name="T31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44" h="388">
                  <a:moveTo>
                    <a:pt x="291" y="0"/>
                  </a:moveTo>
                  <a:lnTo>
                    <a:pt x="544" y="0"/>
                  </a:lnTo>
                  <a:lnTo>
                    <a:pt x="544" y="224"/>
                  </a:lnTo>
                  <a:lnTo>
                    <a:pt x="418" y="388"/>
                  </a:lnTo>
                  <a:lnTo>
                    <a:pt x="418" y="240"/>
                  </a:lnTo>
                  <a:lnTo>
                    <a:pt x="291" y="240"/>
                  </a:lnTo>
                  <a:lnTo>
                    <a:pt x="291" y="0"/>
                  </a:lnTo>
                  <a:lnTo>
                    <a:pt x="291" y="0"/>
                  </a:lnTo>
                  <a:close/>
                  <a:moveTo>
                    <a:pt x="0" y="0"/>
                  </a:moveTo>
                  <a:lnTo>
                    <a:pt x="252" y="0"/>
                  </a:lnTo>
                  <a:lnTo>
                    <a:pt x="252" y="224"/>
                  </a:lnTo>
                  <a:lnTo>
                    <a:pt x="126" y="388"/>
                  </a:lnTo>
                  <a:lnTo>
                    <a:pt x="126" y="240"/>
                  </a:lnTo>
                  <a:lnTo>
                    <a:pt x="0" y="24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3175" cap="sq">
              <a:solidFill>
                <a:schemeClr val="tx2"/>
              </a:solidFill>
              <a:beve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517" name="CheckmarkBlue" hidden="1">
            <a:extLst>
              <a:ext uri="{FF2B5EF4-FFF2-40B4-BE49-F238E27FC236}">
                <a16:creationId xmlns:a16="http://schemas.microsoft.com/office/drawing/2014/main" id="{BA51177C-B04C-4A43-958A-E2562B91C53B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2352134"/>
            <a:ext cx="396228" cy="396228"/>
            <a:chOff x="5612530" y="5130112"/>
            <a:chExt cx="252000" cy="252000"/>
          </a:xfrm>
        </p:grpSpPr>
        <p:sp>
          <p:nvSpPr>
            <p:cNvPr id="518" name="Oval 38">
              <a:extLst>
                <a:ext uri="{FF2B5EF4-FFF2-40B4-BE49-F238E27FC236}">
                  <a16:creationId xmlns:a16="http://schemas.microsoft.com/office/drawing/2014/main" id="{80D1268F-5008-4D04-8BF3-F734AC9EB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2530" y="5130112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60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519" name="Freeform 39">
              <a:extLst>
                <a:ext uri="{FF2B5EF4-FFF2-40B4-BE49-F238E27FC236}">
                  <a16:creationId xmlns:a16="http://schemas.microsoft.com/office/drawing/2014/main" id="{D6A11F35-CCB1-4085-8FA8-7B001864BF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341" y="5191271"/>
              <a:ext cx="181627" cy="110004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192" name="Rectangle 191">
            <a:extLst>
              <a:ext uri="{FF2B5EF4-FFF2-40B4-BE49-F238E27FC236}">
                <a16:creationId xmlns:a16="http://schemas.microsoft.com/office/drawing/2014/main" id="{66A822B4-D187-414D-803B-1230342EF478}"/>
              </a:ext>
            </a:extLst>
          </p:cNvPr>
          <p:cNvSpPr/>
          <p:nvPr userDrawn="1"/>
        </p:nvSpPr>
        <p:spPr>
          <a:xfrm>
            <a:off x="10763250" y="676275"/>
            <a:ext cx="990600" cy="227457"/>
          </a:xfrm>
          <a:prstGeom prst="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890" r:id="rId2"/>
    <p:sldLayoutId id="2147483884" r:id="rId3"/>
    <p:sldLayoutId id="2147483888" r:id="rId4"/>
    <p:sldLayoutId id="2147483889" r:id="rId5"/>
    <p:sldLayoutId id="2147483654" r:id="rId6"/>
    <p:sldLayoutId id="2147483883" r:id="rId7"/>
    <p:sldLayoutId id="2147483860" r:id="rId8"/>
    <p:sldLayoutId id="2147483856" r:id="rId9"/>
    <p:sldLayoutId id="2147483805" r:id="rId10"/>
    <p:sldLayoutId id="2147483806" r:id="rId11"/>
    <p:sldLayoutId id="2147483882" r:id="rId12"/>
    <p:sldLayoutId id="2147483706" r:id="rId13"/>
    <p:sldLayoutId id="2147483887" r:id="rId14"/>
    <p:sldLayoutId id="2147483718" r:id="rId15"/>
    <p:sldLayoutId id="2147483891" r:id="rId1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ru-RU" sz="2200" b="1" kern="1200" spc="0" baseline="0" dirty="0">
          <a:ln w="6350" cap="flat">
            <a:noFill/>
            <a:miter lim="800000"/>
          </a:ln>
          <a:solidFill>
            <a:schemeClr val="tx2"/>
          </a:solidFill>
          <a:latin typeface="+mj-lt"/>
          <a:ea typeface="+mj-ea"/>
          <a:cs typeface="+mj-cs"/>
          <a:sym typeface="+mj-lt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lang="en-US" sz="1400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1pPr>
      <a:lvl2pPr marL="230396" indent="-226796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SzPct val="110000"/>
        <a:buFont typeface="Wingdings" panose="05000000000000000000" pitchFamily="2" charset="2"/>
        <a:buChar char=""/>
        <a:defRPr lang="en-US" sz="1400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2pPr>
      <a:lvl3pPr marL="442793" indent="-215997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SzPct val="110000"/>
        <a:buFont typeface="Arial" panose="020B0604020202020204" pitchFamily="34" charset="0"/>
        <a:buChar char="‒"/>
        <a:defRPr lang="en-US" sz="1400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3pPr>
      <a:lvl4pPr marL="597590" indent="-1511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4pPr>
      <a:lvl5pPr marL="817187" indent="-1475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SzPct val="100000"/>
        <a:buFont typeface="Arial" panose="020B0604020202020204" pitchFamily="34" charset="0"/>
        <a:buChar char="̶"/>
        <a:defRPr lang="en-US" sz="1400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tags" Target="../tags/tag164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emf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ct 16" hidden="1">
            <a:extLst>
              <a:ext uri="{FF2B5EF4-FFF2-40B4-BE49-F238E27FC236}">
                <a16:creationId xmlns:a16="http://schemas.microsoft.com/office/drawing/2014/main" id="{4FCA6B3B-25BC-4ADE-9284-AB3AF6F1A80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209253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32"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5E3A544-88CA-4035-8C87-67E26CC2D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4" y="226624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Программа внедрения сервисов "умного" дома в Москве – история презентации</a:t>
            </a:r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id="{BA960574-8AB7-4315-8FE3-C571F13FD058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554734" y="1373675"/>
            <a:ext cx="2620963" cy="1474292"/>
          </a:xfrm>
          <a:prstGeom prst="rect">
            <a:avLst/>
          </a:prstGeom>
          <a:ln>
            <a:solidFill>
              <a:srgbClr val="CC1814"/>
            </a:solidFill>
          </a:ln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8F7B19A2-F510-45E6-A812-78980164F9D5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3375256" y="1373675"/>
            <a:ext cx="2620963" cy="1474292"/>
          </a:xfrm>
          <a:prstGeom prst="rect">
            <a:avLst/>
          </a:prstGeom>
          <a:ln>
            <a:solidFill>
              <a:srgbClr val="CC1814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36F5E2-5163-46E9-8CF5-2977D79E6A05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6195778" y="1373675"/>
            <a:ext cx="2620963" cy="1474292"/>
          </a:xfrm>
          <a:prstGeom prst="rect">
            <a:avLst/>
          </a:prstGeom>
          <a:ln>
            <a:solidFill>
              <a:srgbClr val="CC1814"/>
            </a:solidFill>
          </a:ln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D05D6EE9-BA7D-4CE2-A15C-E092B2B59180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9016299" y="1373675"/>
            <a:ext cx="2620963" cy="1474292"/>
          </a:xfrm>
          <a:prstGeom prst="rect">
            <a:avLst/>
          </a:prstGeom>
          <a:ln>
            <a:solidFill>
              <a:srgbClr val="CC1814"/>
            </a:solidFill>
          </a:ln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C777A889-D717-47FA-BFE5-AAA3CCA36DFD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3375256" y="2981838"/>
            <a:ext cx="2620963" cy="1474292"/>
          </a:xfrm>
          <a:prstGeom prst="rect">
            <a:avLst/>
          </a:prstGeom>
          <a:ln>
            <a:solidFill>
              <a:srgbClr val="CC1814"/>
            </a:solidFill>
          </a:ln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71213E1B-65B3-49DE-8EFA-15E4DC2BC2E3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6195777" y="2981838"/>
            <a:ext cx="2620963" cy="1474292"/>
          </a:xfrm>
          <a:prstGeom prst="rect">
            <a:avLst/>
          </a:prstGeom>
          <a:ln>
            <a:solidFill>
              <a:srgbClr val="CC1814"/>
            </a:solidFill>
          </a:ln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F7273FF9-F450-43AB-AE5C-051B3000705E}"/>
              </a:ext>
            </a:extLst>
          </p:cNvPr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9016299" y="2981838"/>
            <a:ext cx="2620963" cy="1474292"/>
          </a:xfrm>
          <a:prstGeom prst="rect">
            <a:avLst/>
          </a:prstGeom>
          <a:ln>
            <a:solidFill>
              <a:srgbClr val="CC1814"/>
            </a:solidFill>
          </a:ln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E5FF755A-3539-438F-9509-1C66098EDD97}"/>
              </a:ext>
            </a:extLst>
          </p:cNvPr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554734" y="4590000"/>
            <a:ext cx="2620963" cy="1474292"/>
          </a:xfrm>
          <a:prstGeom prst="rect">
            <a:avLst/>
          </a:prstGeom>
          <a:ln>
            <a:solidFill>
              <a:srgbClr val="CC1814"/>
            </a:solidFill>
          </a:ln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696EC437-D163-4A67-9F79-5B543A60612A}"/>
              </a:ext>
            </a:extLst>
          </p:cNvPr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3375256" y="4590000"/>
            <a:ext cx="2620963" cy="1474292"/>
          </a:xfrm>
          <a:prstGeom prst="rect">
            <a:avLst/>
          </a:prstGeom>
          <a:ln>
            <a:solidFill>
              <a:srgbClr val="CC1814"/>
            </a:solidFill>
          </a:ln>
        </p:spPr>
      </p:pic>
      <p:pic>
        <p:nvPicPr>
          <p:cNvPr id="158" name="Picture 157">
            <a:extLst>
              <a:ext uri="{FF2B5EF4-FFF2-40B4-BE49-F238E27FC236}">
                <a16:creationId xmlns:a16="http://schemas.microsoft.com/office/drawing/2014/main" id="{707D17DA-D2AC-431D-8586-BD4E51AB6C24}"/>
              </a:ext>
            </a:extLst>
          </p:cNvPr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554735" y="2981838"/>
            <a:ext cx="2620963" cy="1474292"/>
          </a:xfrm>
          <a:prstGeom prst="rect">
            <a:avLst/>
          </a:prstGeom>
          <a:ln>
            <a:solidFill>
              <a:srgbClr val="CC1814"/>
            </a:solidFill>
          </a:ln>
        </p:spPr>
      </p:pic>
    </p:spTree>
    <p:extLst>
      <p:ext uri="{BB962C8B-B14F-4D97-AF65-F5344CB8AC3E}">
        <p14:creationId xmlns:p14="http://schemas.microsoft.com/office/powerpoint/2010/main" val="5655954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CTFIXED" val="Yes"/>
  <p:tag name="THINKCELLPRESENTATIONDONOTDELETE" val="&lt;?xml version=&quot;1.0&quot; encoding=&quot;UTF-16&quot; standalone=&quot;yes&quot;?&gt;&lt;root reqver=&quot;25060&quot;&gt;&lt;version val=&quot;28408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 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,&lt;/m_chDecimalSymbol17909&gt;&lt;m_nGroupingDigits17909 val=&quot;3&quot;/&gt;&lt;m_chGroupingSymbol17909&gt; 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bNumberIsYear val=&quot;0&quot;/&gt;&lt;m_strFormatTime&gt;%1&lt;/m_strFormatTime&gt;&lt;m_yearfmt&gt;&lt;begin val=&quot;0&quot;/&gt;&lt;end val=&quot;4&quot;/&gt;&lt;/m_yearfmt&gt;&lt;/m_precDefaultMonth&gt;&lt;m_precDefaultWeek&gt;&lt;m_bNumberIsYear val=&quot;0&quot;/&gt;&lt;m_strFormatTime&gt;%4&lt;/m_strFormatTime&gt;&lt;m_yearfmt&gt;&lt;begin val=&quot;0&quot;/&gt;&lt;end val=&quot;4&quot;/&gt;&lt;/m_yearfmt&gt;&lt;/m_precDefaultWeek&gt;&lt;m_precDefaultDay&gt;&lt;m_bNumberIsYear val=&quot;0&quot;/&gt;&lt;m_strFormatTime&gt;%d&lt;/m_strFormatTime&gt;&lt;m_yearfmt&gt;&lt;begin val=&quot;0&quot;/&gt;&lt;end val=&quot;4&quot;/&gt;&lt;/m_yearfmt&gt;&lt;/m_precDefaultDay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EMPLATELASTEDITED" val="2021-02-20 12:57 "/>
  <p:tag name="ICONFILLBACKGROUND" val="Color [A=255, R=201, G=39, B=35]"/>
  <p:tag name="ICONFILLBACKGROUNDTHEME" val="Text 2"/>
  <p:tag name="MTBTACCENT" val="Accent3ColorBoldText"/>
  <p:tag name="ICONENCLOSURE" val="False"/>
  <p:tag name="ICONLINEFILL" val="Color [A=255, R=255, G=255, B=255]"/>
  <p:tag name="ICONLINEFILLTHEME" val="Background 1"/>
  <p:tag name="TSCLIENT" val="True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Empty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Quat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3Quat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Whi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X"/>
  <p:tag name="NAME" val="X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ckmarkDash"/>
  <p:tag name="NAME" val="CheckmarkDash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ckmarkDash"/>
  <p:tag name="CIRCLESTATUS" val="White"/>
  <p:tag name="NAME" val="CheckmarkDashWhi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ckmarkDash"/>
  <p:tag name="CIRCLESTATUS" val="Blue"/>
  <p:tag name="NAME" val="CheckmarkDashBl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LineArrow"/>
  <p:tag name="CIRCLESTATUS" val="Blue"/>
  <p:tag name="NAME" val="LineArrowBl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DoubleArrow"/>
  <p:tag name="NAME" val="DoubleArro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Filter"/>
  <p:tag name="NAME" val="Filt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Filter"/>
  <p:tag name="CIRCLESTATUS" val="White"/>
  <p:tag name="NAME" val="FilterWhi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Filter"/>
  <p:tag name="CIRCLESTATUS" val="Blue"/>
  <p:tag name="NAME" val="FilterBl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NAME" val="Chevron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CIRCLESTATUS" val="White"/>
  <p:tag name="NAME" val="ChevronWhi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CIRCLESTATUS" val="Blue"/>
  <p:tag name="NAME" val="ChevronBl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LineArrow"/>
  <p:tag name="CIRCLESTATUS" val="White"/>
  <p:tag name="NAME" val="LineArrowWhi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Asterisk"/>
  <p:tag name="NAME" val="Asterisk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Asterisk"/>
  <p:tag name="CIRCLESTATUS" val="White"/>
  <p:tag name="NAME" val="AsteriskWhi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Asterisk"/>
  <p:tag name="CIRCLESTATUS" val="Blue"/>
  <p:tag name="NAME" val="AsteriskBl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LineArrow"/>
  <p:tag name="NAME" val="LineArro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DoubleArrow"/>
  <p:tag name="CIRCLESTATUS" val="White"/>
  <p:tag name="NAME" val="DoubleArrowWhi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DoubleArrow"/>
  <p:tag name="CIRCLESTATUS" val="Blue"/>
  <p:tag name="NAME" val="DoubleArrowBl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NAME" val="Chevron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KeyTakeawayOF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allout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rongCallout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FLAT" val="True"/>
  <p:tag name="NAME" val="SplitFlo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lo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TopSha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TopText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BottomShap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BottomText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2BoatBottomShap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2BoatBottomText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REzJCcUE3Pm1UOXcKBMp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REzJCcUE3Pm1UOXcKBMpA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thZAfPhTweig.amX88Ba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COJjL603IMyYzwfamd1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lE0v2WGOtAzJAMAaTjTS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lvhHH6kiADtUtmH_8M1eQ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q4HVfxJQnl_kY62ngvrq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83rbR3nyx_xdzJCLmXrK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kPmUa3ceFGzYj6MPYl9O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wrzDJXj4OgzgXwQ1nFjg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5kJK9AxNv1Wst18.bid7w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7fEmDZdTAzc9EEwbC0WSg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_p6_rFGjKqDFAmNITcODA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os.ru_Мос.ру_NVI_16x9_(2021)">
  <a:themeElements>
    <a:clrScheme name="Custom">
      <a:dk1>
        <a:srgbClr val="000000"/>
      </a:dk1>
      <a:lt1>
        <a:srgbClr val="FFFFFF"/>
      </a:lt1>
      <a:dk2>
        <a:srgbClr val="C92723"/>
      </a:dk2>
      <a:lt2>
        <a:srgbClr val="FFFFFF"/>
      </a:lt2>
      <a:accent1>
        <a:srgbClr val="EBEFF3"/>
      </a:accent1>
      <a:accent2>
        <a:srgbClr val="B2B2B2"/>
      </a:accent2>
      <a:accent3>
        <a:srgbClr val="C92723"/>
      </a:accent3>
      <a:accent4>
        <a:srgbClr val="5E5E5E"/>
      </a:accent4>
      <a:accent5>
        <a:srgbClr val="191919"/>
      </a:accent5>
      <a:accent6>
        <a:srgbClr val="808080"/>
      </a:accent6>
      <a:hlink>
        <a:srgbClr val="4B8FD2"/>
      </a:hlink>
      <a:folHlink>
        <a:srgbClr val="B6869E"/>
      </a:folHlink>
    </a:clrScheme>
    <a:fontScheme name="Custom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Custom">
        <a:dk1>
          <a:srgbClr val="000000"/>
        </a:dk1>
        <a:lt1>
          <a:srgbClr val="FFFFFF"/>
        </a:lt1>
        <a:dk2>
          <a:srgbClr val="C92723"/>
        </a:dk2>
        <a:lt2>
          <a:srgbClr val="FFFFFF"/>
        </a:lt2>
        <a:accent1>
          <a:srgbClr val="EBEFF3"/>
        </a:accent1>
        <a:accent2>
          <a:srgbClr val="B2B2B2"/>
        </a:accent2>
        <a:accent3>
          <a:srgbClr val="C92723"/>
        </a:accent3>
        <a:accent4>
          <a:srgbClr val="5E5E5E"/>
        </a:accent4>
        <a:accent5>
          <a:srgbClr val="191919"/>
        </a:accent5>
        <a:accent6>
          <a:srgbClr val="808080"/>
        </a:accent6>
        <a:hlink>
          <a:srgbClr val="4B8FD2"/>
        </a:hlink>
        <a:folHlink>
          <a:srgbClr val="B6869E"/>
        </a:folHlink>
      </a:clrScheme>
    </a:extraClrScheme>
  </a:extraClrSchemeLst>
  <a:custClrLst>
    <a:custClr name="Custom 1">
      <a:srgbClr val="4D4D4D"/>
    </a:custClr>
    <a:custClr name="Custom 2">
      <a:srgbClr val="7F7F7F"/>
    </a:custClr>
    <a:custClr name="Custom 3">
      <a:srgbClr val="B3B3B3"/>
    </a:custClr>
    <a:custClr name="Custom 4">
      <a:srgbClr val="D0D0D0"/>
    </a:custClr>
    <a:custClr name="Custom 5">
      <a:srgbClr val="E6E6E6"/>
    </a:custClr>
  </a:custClrLst>
  <a:extLst>
    <a:ext uri="{05A4C25C-085E-4340-85A3-A5531E510DB2}">
      <thm15:themeFamily xmlns:thm15="http://schemas.microsoft.com/office/thememl/2012/main" name="Шаблон_Mos.ru_16x9_(2021).potx" id="{3AB5C5D3-8122-4508-9236-E0068C230508}" vid="{483768F2-768B-41A4-907E-96208CF3BE95}"/>
    </a:ext>
  </a:extLst>
</a:theme>
</file>

<file path=ppt/theme/theme2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Умный_дом_ССС_v1</Template>
  <TotalTime>2460</TotalTime>
  <Words>12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Segoe UI</vt:lpstr>
      <vt:lpstr>Verdana</vt:lpstr>
      <vt:lpstr>Wingdings</vt:lpstr>
      <vt:lpstr>Mos.ru_Мос.ру_NVI_16x9_(2021)</vt:lpstr>
      <vt:lpstr>think-cell Slide</vt:lpstr>
      <vt:lpstr>Программа внедрения сервисов "умного" дома в Москве – история презентации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«Умный дом» Москвы</dc:title>
  <dc:subject/>
  <dc:creator>Sergey Puchkov</dc:creator>
  <cp:keywords/>
  <dc:description/>
  <cp:lastModifiedBy>Sergey Puchkov</cp:lastModifiedBy>
  <cp:revision>929</cp:revision>
  <cp:lastPrinted>2021-11-30T12:14:44Z</cp:lastPrinted>
  <dcterms:created xsi:type="dcterms:W3CDTF">2021-11-24T15:02:38Z</dcterms:created>
  <dcterms:modified xsi:type="dcterms:W3CDTF">2021-12-22T15:59:38Z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2021-02-20 12:57 </vt:lpwstr>
  </property>
  <property fmtid="{D5CDD505-2E9C-101B-9397-08002B2CF9AE}" pid="8" name="TemplateCreated">
    <vt:lpwstr>2019-02-27 01:18 PM</vt:lpwstr>
  </property>
</Properties>
</file>